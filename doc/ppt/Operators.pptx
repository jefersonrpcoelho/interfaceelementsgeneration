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7" r:id="rId2"/>
    <p:sldId id="258" r:id="rId3"/>
    <p:sldId id="259" r:id="rId4"/>
    <p:sldId id="256" r:id="rId5"/>
    <p:sldId id="260" r:id="rId6"/>
    <p:sldId id="261" r:id="rId7"/>
    <p:sldId id="262" r:id="rId8"/>
    <p:sldId id="263" r:id="rId9"/>
  </p:sldIdLst>
  <p:sldSz cx="146304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ferson Rômulo Pereira Coêlho" initials="JRPC" lastIdx="1" clrIdx="0">
    <p:extLst>
      <p:ext uri="{19B8F6BF-5375-455C-9EA6-DF929625EA0E}">
        <p15:presenceInfo xmlns:p15="http://schemas.microsoft.com/office/powerpoint/2012/main" userId="S-1-5-21-1520893958-1034713770-1760944702-167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63" autoAdjust="0"/>
    <p:restoredTop sz="94660"/>
  </p:normalViewPr>
  <p:slideViewPr>
    <p:cSldViewPr snapToGrid="0">
      <p:cViewPr>
        <p:scale>
          <a:sx n="200" d="100"/>
          <a:sy n="200" d="100"/>
        </p:scale>
        <p:origin x="144"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1058D-79C0-4311-B744-E4C22738B787}" type="datetimeFigureOut">
              <a:rPr lang="en-US" smtClean="0"/>
              <a:t>2/20/2026</a:t>
            </a:fld>
            <a:endParaRPr lang="en-US"/>
          </a:p>
        </p:txBody>
      </p:sp>
      <p:sp>
        <p:nvSpPr>
          <p:cNvPr id="4" name="Slide Image Placeholder 3"/>
          <p:cNvSpPr>
            <a:spLocks noGrp="1" noRot="1" noChangeAspect="1"/>
          </p:cNvSpPr>
          <p:nvPr>
            <p:ph type="sldImg" idx="2"/>
          </p:nvPr>
        </p:nvSpPr>
        <p:spPr>
          <a:xfrm>
            <a:off x="138113" y="1143000"/>
            <a:ext cx="6581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7DDC5-E31C-4D29-8E03-1E66008CC2B6}" type="slidenum">
              <a:rPr lang="en-US" smtClean="0"/>
              <a:t>‹#›</a:t>
            </a:fld>
            <a:endParaRPr lang="en-US"/>
          </a:p>
        </p:txBody>
      </p:sp>
    </p:spTree>
    <p:extLst>
      <p:ext uri="{BB962C8B-B14F-4D97-AF65-F5344CB8AC3E}">
        <p14:creationId xmlns:p14="http://schemas.microsoft.com/office/powerpoint/2010/main" val="1143716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Verificar</a:t>
            </a:r>
            <a:r>
              <a:rPr lang="en-US" dirty="0"/>
              <a:t> a </a:t>
            </a:r>
            <a:r>
              <a:rPr lang="en-US" dirty="0" err="1"/>
              <a:t>aresta</a:t>
            </a:r>
            <a:r>
              <a:rPr lang="en-US" dirty="0"/>
              <a:t> é interface de </a:t>
            </a:r>
            <a:r>
              <a:rPr lang="en-US" dirty="0" err="1"/>
              <a:t>elementos</a:t>
            </a:r>
            <a:r>
              <a:rPr lang="en-US" dirty="0"/>
              <a:t> </a:t>
            </a:r>
            <a:r>
              <a:rPr lang="en-US" dirty="0" err="1"/>
              <a:t>comuns</a:t>
            </a:r>
            <a:r>
              <a:rPr lang="en-US" dirty="0"/>
              <a:t> antes de </a:t>
            </a:r>
            <a:r>
              <a:rPr lang="en-US" dirty="0" err="1"/>
              <a:t>subdividir</a:t>
            </a:r>
            <a:r>
              <a:rPr lang="en-US" dirty="0"/>
              <a:t>.</a:t>
            </a:r>
          </a:p>
        </p:txBody>
      </p:sp>
      <p:sp>
        <p:nvSpPr>
          <p:cNvPr id="4" name="Slide Number Placeholder 3"/>
          <p:cNvSpPr>
            <a:spLocks noGrp="1"/>
          </p:cNvSpPr>
          <p:nvPr>
            <p:ph type="sldNum" sz="quarter" idx="5"/>
          </p:nvPr>
        </p:nvSpPr>
        <p:spPr/>
        <p:txBody>
          <a:bodyPr/>
          <a:lstStyle/>
          <a:p>
            <a:fld id="{A727DDC5-E31C-4D29-8E03-1E66008CC2B6}" type="slidenum">
              <a:rPr lang="en-US" smtClean="0"/>
              <a:t>6</a:t>
            </a:fld>
            <a:endParaRPr lang="en-US"/>
          </a:p>
        </p:txBody>
      </p:sp>
    </p:spTree>
    <p:extLst>
      <p:ext uri="{BB962C8B-B14F-4D97-AF65-F5344CB8AC3E}">
        <p14:creationId xmlns:p14="http://schemas.microsoft.com/office/powerpoint/2010/main" val="3827596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Verificar</a:t>
            </a:r>
            <a:r>
              <a:rPr lang="en-US" dirty="0"/>
              <a:t> a </a:t>
            </a:r>
            <a:r>
              <a:rPr lang="en-US" dirty="0" err="1"/>
              <a:t>aresta</a:t>
            </a:r>
            <a:r>
              <a:rPr lang="en-US" dirty="0"/>
              <a:t> é interface de </a:t>
            </a:r>
            <a:r>
              <a:rPr lang="en-US" dirty="0" err="1"/>
              <a:t>elementos</a:t>
            </a:r>
            <a:r>
              <a:rPr lang="en-US" dirty="0"/>
              <a:t> </a:t>
            </a:r>
            <a:r>
              <a:rPr lang="en-US" dirty="0" err="1"/>
              <a:t>comuns</a:t>
            </a:r>
            <a:r>
              <a:rPr lang="en-US" dirty="0"/>
              <a:t> antes de </a:t>
            </a:r>
            <a:r>
              <a:rPr lang="en-US" dirty="0" err="1"/>
              <a:t>subdividir</a:t>
            </a:r>
            <a:r>
              <a:rPr lang="en-US" dirty="0"/>
              <a:t>.</a:t>
            </a:r>
          </a:p>
        </p:txBody>
      </p:sp>
      <p:sp>
        <p:nvSpPr>
          <p:cNvPr id="4" name="Slide Number Placeholder 3"/>
          <p:cNvSpPr>
            <a:spLocks noGrp="1"/>
          </p:cNvSpPr>
          <p:nvPr>
            <p:ph type="sldNum" sz="quarter" idx="5"/>
          </p:nvPr>
        </p:nvSpPr>
        <p:spPr/>
        <p:txBody>
          <a:bodyPr/>
          <a:lstStyle/>
          <a:p>
            <a:fld id="{A727DDC5-E31C-4D29-8E03-1E66008CC2B6}" type="slidenum">
              <a:rPr lang="en-US" smtClean="0"/>
              <a:t>7</a:t>
            </a:fld>
            <a:endParaRPr lang="en-US"/>
          </a:p>
        </p:txBody>
      </p:sp>
    </p:spTree>
    <p:extLst>
      <p:ext uri="{BB962C8B-B14F-4D97-AF65-F5344CB8AC3E}">
        <p14:creationId xmlns:p14="http://schemas.microsoft.com/office/powerpoint/2010/main" val="206154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Verificar</a:t>
            </a:r>
            <a:r>
              <a:rPr lang="en-US" dirty="0"/>
              <a:t> a </a:t>
            </a:r>
            <a:r>
              <a:rPr lang="en-US" dirty="0" err="1"/>
              <a:t>aresta</a:t>
            </a:r>
            <a:r>
              <a:rPr lang="en-US" dirty="0"/>
              <a:t> é interface de </a:t>
            </a:r>
            <a:r>
              <a:rPr lang="en-US" dirty="0" err="1"/>
              <a:t>elementos</a:t>
            </a:r>
            <a:r>
              <a:rPr lang="en-US" dirty="0"/>
              <a:t> </a:t>
            </a:r>
            <a:r>
              <a:rPr lang="en-US" dirty="0" err="1"/>
              <a:t>comuns</a:t>
            </a:r>
            <a:r>
              <a:rPr lang="en-US" dirty="0"/>
              <a:t> antes de </a:t>
            </a:r>
            <a:r>
              <a:rPr lang="en-US" dirty="0" err="1"/>
              <a:t>subdividir</a:t>
            </a:r>
            <a:r>
              <a:rPr lang="en-US" dirty="0"/>
              <a:t>.</a:t>
            </a:r>
          </a:p>
        </p:txBody>
      </p:sp>
      <p:sp>
        <p:nvSpPr>
          <p:cNvPr id="4" name="Slide Number Placeholder 3"/>
          <p:cNvSpPr>
            <a:spLocks noGrp="1"/>
          </p:cNvSpPr>
          <p:nvPr>
            <p:ph type="sldNum" sz="quarter" idx="5"/>
          </p:nvPr>
        </p:nvSpPr>
        <p:spPr/>
        <p:txBody>
          <a:bodyPr/>
          <a:lstStyle/>
          <a:p>
            <a:fld id="{A727DDC5-E31C-4D29-8E03-1E66008CC2B6}" type="slidenum">
              <a:rPr lang="en-US" smtClean="0"/>
              <a:t>8</a:t>
            </a:fld>
            <a:endParaRPr lang="en-US"/>
          </a:p>
        </p:txBody>
      </p:sp>
    </p:spTree>
    <p:extLst>
      <p:ext uri="{BB962C8B-B14F-4D97-AF65-F5344CB8AC3E}">
        <p14:creationId xmlns:p14="http://schemas.microsoft.com/office/powerpoint/2010/main" val="3819580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122363"/>
            <a:ext cx="109728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828800" y="3602038"/>
            <a:ext cx="109728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2A690C-9876-42DA-80EC-0A46C0DF7741}"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274354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2A690C-9876-42DA-80EC-0A46C0DF7741}"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16255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1709739"/>
            <a:ext cx="1261872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998220" y="4589464"/>
            <a:ext cx="1261872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A690C-9876-42DA-80EC-0A46C0DF7741}"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2577624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1825625"/>
            <a:ext cx="6217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1825625"/>
            <a:ext cx="6217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2A690C-9876-42DA-80EC-0A46C0DF7741}"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138759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365126"/>
            <a:ext cx="1261872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1681163"/>
            <a:ext cx="618934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7746" y="2505075"/>
            <a:ext cx="618934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1681163"/>
            <a:ext cx="621982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406640" y="2505075"/>
            <a:ext cx="621982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2A690C-9876-42DA-80EC-0A46C0DF7741}" type="datetimeFigureOut">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2055651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2A690C-9876-42DA-80EC-0A46C0DF7741}"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56146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2A690C-9876-42DA-80EC-0A46C0DF7741}" type="datetimeFigureOut">
              <a:rPr lang="en-US" smtClean="0"/>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220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57200"/>
            <a:ext cx="4718684"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6219826" y="987426"/>
            <a:ext cx="740664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057400"/>
            <a:ext cx="471868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2A690C-9876-42DA-80EC-0A46C0DF7741}"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2205696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57200"/>
            <a:ext cx="4718684"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987426"/>
            <a:ext cx="740664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07746" y="2057400"/>
            <a:ext cx="471868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2A690C-9876-42DA-80EC-0A46C0DF7741}"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1201992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2A690C-9876-42DA-80EC-0A46C0DF7741}"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1161292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365125"/>
            <a:ext cx="315468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365125"/>
            <a:ext cx="928116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2A690C-9876-42DA-80EC-0A46C0DF7741}"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F032-7E99-415A-8257-582841E5F928}" type="slidenum">
              <a:rPr lang="en-US" smtClean="0"/>
              <a:t>‹#›</a:t>
            </a:fld>
            <a:endParaRPr lang="en-US"/>
          </a:p>
        </p:txBody>
      </p:sp>
    </p:spTree>
    <p:extLst>
      <p:ext uri="{BB962C8B-B14F-4D97-AF65-F5344CB8AC3E}">
        <p14:creationId xmlns:p14="http://schemas.microsoft.com/office/powerpoint/2010/main" val="3613559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365126"/>
            <a:ext cx="1261872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1825625"/>
            <a:ext cx="1261872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6356351"/>
            <a:ext cx="32918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2A690C-9876-42DA-80EC-0A46C0DF7741}" type="datetimeFigureOut">
              <a:rPr lang="en-US" smtClean="0"/>
              <a:t>2/20/2026</a:t>
            </a:fld>
            <a:endParaRPr lang="en-US"/>
          </a:p>
        </p:txBody>
      </p:sp>
      <p:sp>
        <p:nvSpPr>
          <p:cNvPr id="5" name="Footer Placeholder 4"/>
          <p:cNvSpPr>
            <a:spLocks noGrp="1"/>
          </p:cNvSpPr>
          <p:nvPr>
            <p:ph type="ftr" sz="quarter" idx="3"/>
          </p:nvPr>
        </p:nvSpPr>
        <p:spPr>
          <a:xfrm>
            <a:off x="4846320" y="6356351"/>
            <a:ext cx="4937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6356351"/>
            <a:ext cx="32918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24F032-7E99-415A-8257-582841E5F928}" type="slidenum">
              <a:rPr lang="en-US" smtClean="0"/>
              <a:t>‹#›</a:t>
            </a:fld>
            <a:endParaRPr lang="en-US"/>
          </a:p>
        </p:txBody>
      </p:sp>
    </p:spTree>
    <p:extLst>
      <p:ext uri="{BB962C8B-B14F-4D97-AF65-F5344CB8AC3E}">
        <p14:creationId xmlns:p14="http://schemas.microsoft.com/office/powerpoint/2010/main" val="3715404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D0760026-190A-4F6B-B05A-3030B209CBB9}"/>
              </a:ext>
            </a:extLst>
          </p:cNvPr>
          <p:cNvCxnSpPr>
            <a:cxnSpLocks/>
          </p:cNvCxnSpPr>
          <p:nvPr/>
        </p:nvCxnSpPr>
        <p:spPr>
          <a:xfrm rot="18900000">
            <a:off x="445839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086F54F-CF14-41CE-BDA8-5726DBEC7E3D}"/>
              </a:ext>
            </a:extLst>
          </p:cNvPr>
          <p:cNvCxnSpPr>
            <a:cxnSpLocks/>
          </p:cNvCxnSpPr>
          <p:nvPr/>
        </p:nvCxnSpPr>
        <p:spPr>
          <a:xfrm rot="2700000">
            <a:off x="329513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5A4C079B-0D77-4DC6-ACED-A148CB1C55C4}"/>
              </a:ext>
            </a:extLst>
          </p:cNvPr>
          <p:cNvCxnSpPr>
            <a:cxnSpLocks/>
          </p:cNvCxnSpPr>
          <p:nvPr/>
        </p:nvCxnSpPr>
        <p:spPr>
          <a:xfrm rot="2700000">
            <a:off x="445839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0846D0C6-B05E-493F-B218-EAA1E1CD90D0}"/>
              </a:ext>
            </a:extLst>
          </p:cNvPr>
          <p:cNvCxnSpPr>
            <a:cxnSpLocks/>
          </p:cNvCxnSpPr>
          <p:nvPr/>
        </p:nvCxnSpPr>
        <p:spPr>
          <a:xfrm rot="18900000">
            <a:off x="329784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2F7CA6DB-04B7-4B7E-AFC4-DDD1BB5E0693}"/>
              </a:ext>
            </a:extLst>
          </p:cNvPr>
          <p:cNvSpPr txBox="1"/>
          <p:nvPr/>
        </p:nvSpPr>
        <p:spPr>
          <a:xfrm>
            <a:off x="409888" y="97804"/>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op1(he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18" name="Group 17">
            <a:extLst>
              <a:ext uri="{FF2B5EF4-FFF2-40B4-BE49-F238E27FC236}">
                <a16:creationId xmlns:a16="http://schemas.microsoft.com/office/drawing/2014/main" id="{1AF8A109-F7D5-4CC0-B4E0-2B57F0826177}"/>
              </a:ext>
            </a:extLst>
          </p:cNvPr>
          <p:cNvGrpSpPr/>
          <p:nvPr/>
        </p:nvGrpSpPr>
        <p:grpSpPr>
          <a:xfrm>
            <a:off x="787352" y="1242331"/>
            <a:ext cx="1355017" cy="4284740"/>
            <a:chOff x="787352" y="1974707"/>
            <a:chExt cx="1355017" cy="4284740"/>
          </a:xfrm>
        </p:grpSpPr>
        <p:cxnSp>
          <p:nvCxnSpPr>
            <p:cNvPr id="6" name="Straight Connector 5">
              <a:extLst>
                <a:ext uri="{FF2B5EF4-FFF2-40B4-BE49-F238E27FC236}">
                  <a16:creationId xmlns:a16="http://schemas.microsoft.com/office/drawing/2014/main" id="{2A1F331F-3F39-4DA3-A192-DFE059BE559A}"/>
                </a:ext>
              </a:extLst>
            </p:cNvPr>
            <p:cNvCxnSpPr>
              <a:cxnSpLocks/>
            </p:cNvCxnSpPr>
            <p:nvPr/>
          </p:nvCxnSpPr>
          <p:spPr>
            <a:xfrm>
              <a:off x="1464860" y="2652218"/>
              <a:ext cx="0" cy="2929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E42B360-8A05-415B-8A67-AA73954AF155}"/>
                </a:ext>
              </a:extLst>
            </p:cNvPr>
            <p:cNvCxnSpPr>
              <a:cxnSpLocks/>
            </p:cNvCxnSpPr>
            <p:nvPr/>
          </p:nvCxnSpPr>
          <p:spPr>
            <a:xfrm rot="2700000">
              <a:off x="1184227" y="546569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CCA15A2-33D5-460A-9D36-F24450D1F512}"/>
                </a:ext>
              </a:extLst>
            </p:cNvPr>
            <p:cNvCxnSpPr>
              <a:cxnSpLocks/>
            </p:cNvCxnSpPr>
            <p:nvPr/>
          </p:nvCxnSpPr>
          <p:spPr>
            <a:xfrm rot="2700000">
              <a:off x="1745494" y="197470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677DF3A-829B-4F1E-A72E-FAB73B7C0ACE}"/>
                </a:ext>
              </a:extLst>
            </p:cNvPr>
            <p:cNvCxnSpPr>
              <a:cxnSpLocks/>
            </p:cNvCxnSpPr>
            <p:nvPr/>
          </p:nvCxnSpPr>
          <p:spPr>
            <a:xfrm rot="-2700000">
              <a:off x="1184226" y="197470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74C13D9-13DB-44C6-91FD-F5FCD8C3304B}"/>
                </a:ext>
              </a:extLst>
            </p:cNvPr>
            <p:cNvCxnSpPr>
              <a:cxnSpLocks/>
            </p:cNvCxnSpPr>
            <p:nvPr/>
          </p:nvCxnSpPr>
          <p:spPr>
            <a:xfrm rot="-2700000">
              <a:off x="1745493" y="546569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grpSp>
      <p:sp>
        <p:nvSpPr>
          <p:cNvPr id="19" name="TextBox 18">
            <a:extLst>
              <a:ext uri="{FF2B5EF4-FFF2-40B4-BE49-F238E27FC236}">
                <a16:creationId xmlns:a16="http://schemas.microsoft.com/office/drawing/2014/main" id="{13A4736C-3785-4475-9CFA-FC7363F9ED6A}"/>
              </a:ext>
            </a:extLst>
          </p:cNvPr>
          <p:cNvSpPr txBox="1"/>
          <p:nvPr/>
        </p:nvSpPr>
        <p:spPr>
          <a:xfrm>
            <a:off x="1433240" y="1903102"/>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cxnSp>
        <p:nvCxnSpPr>
          <p:cNvPr id="20" name="Straight Arrow Connector 19">
            <a:extLst>
              <a:ext uri="{FF2B5EF4-FFF2-40B4-BE49-F238E27FC236}">
                <a16:creationId xmlns:a16="http://schemas.microsoft.com/office/drawing/2014/main" id="{23ABB15E-7BA6-416B-A19C-7F6104DCF654}"/>
              </a:ext>
            </a:extLst>
          </p:cNvPr>
          <p:cNvCxnSpPr>
            <a:cxnSpLocks/>
          </p:cNvCxnSpPr>
          <p:nvPr/>
        </p:nvCxnSpPr>
        <p:spPr>
          <a:xfrm rot="5400000" flipV="1">
            <a:off x="1318128" y="346764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51FBFB0-9A5D-4CAB-8715-09180F44402C}"/>
              </a:ext>
            </a:extLst>
          </p:cNvPr>
          <p:cNvCxnSpPr>
            <a:cxnSpLocks/>
          </p:cNvCxnSpPr>
          <p:nvPr/>
        </p:nvCxnSpPr>
        <p:spPr>
          <a:xfrm rot="16200000" flipV="1">
            <a:off x="1165729" y="346764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C07B094F-25C7-42E5-9C1C-05C86B14B44D}"/>
              </a:ext>
            </a:extLst>
          </p:cNvPr>
          <p:cNvSpPr txBox="1"/>
          <p:nvPr/>
        </p:nvSpPr>
        <p:spPr>
          <a:xfrm>
            <a:off x="1027083" y="4351729"/>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sp>
        <p:nvSpPr>
          <p:cNvPr id="23" name="Oval 22">
            <a:extLst>
              <a:ext uri="{FF2B5EF4-FFF2-40B4-BE49-F238E27FC236}">
                <a16:creationId xmlns:a16="http://schemas.microsoft.com/office/drawing/2014/main" id="{A8B0DE99-DE55-4872-AE20-A88C3AB47D11}"/>
              </a:ext>
            </a:extLst>
          </p:cNvPr>
          <p:cNvSpPr/>
          <p:nvPr/>
        </p:nvSpPr>
        <p:spPr>
          <a:xfrm>
            <a:off x="1312463" y="174686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4" name="Oval 23">
            <a:extLst>
              <a:ext uri="{FF2B5EF4-FFF2-40B4-BE49-F238E27FC236}">
                <a16:creationId xmlns:a16="http://schemas.microsoft.com/office/drawing/2014/main" id="{C1CF1C12-A340-440D-A9A8-B22D2DF586E2}"/>
              </a:ext>
            </a:extLst>
          </p:cNvPr>
          <p:cNvSpPr/>
          <p:nvPr/>
        </p:nvSpPr>
        <p:spPr>
          <a:xfrm>
            <a:off x="1312463" y="472519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5" name="Rectangle 24">
            <a:extLst>
              <a:ext uri="{FF2B5EF4-FFF2-40B4-BE49-F238E27FC236}">
                <a16:creationId xmlns:a16="http://schemas.microsoft.com/office/drawing/2014/main" id="{00EB6E34-1701-469D-AE3E-1C5154F1DFC4}"/>
              </a:ext>
            </a:extLst>
          </p:cNvPr>
          <p:cNvSpPr/>
          <p:nvPr/>
        </p:nvSpPr>
        <p:spPr>
          <a:xfrm>
            <a:off x="358159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4C7AF316-6297-4EEB-806F-B19ACFA7E68F}"/>
              </a:ext>
            </a:extLst>
          </p:cNvPr>
          <p:cNvSpPr/>
          <p:nvPr/>
        </p:nvSpPr>
        <p:spPr>
          <a:xfrm>
            <a:off x="403433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7" name="Oval 26">
            <a:extLst>
              <a:ext uri="{FF2B5EF4-FFF2-40B4-BE49-F238E27FC236}">
                <a16:creationId xmlns:a16="http://schemas.microsoft.com/office/drawing/2014/main" id="{636BF9EA-72D2-492B-97BF-4DC61263F4C5}"/>
              </a:ext>
            </a:extLst>
          </p:cNvPr>
          <p:cNvSpPr/>
          <p:nvPr/>
        </p:nvSpPr>
        <p:spPr>
          <a:xfrm>
            <a:off x="404217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8" name="Oval 27">
            <a:extLst>
              <a:ext uri="{FF2B5EF4-FFF2-40B4-BE49-F238E27FC236}">
                <a16:creationId xmlns:a16="http://schemas.microsoft.com/office/drawing/2014/main" id="{C834B768-23EB-47A2-9ECD-C8E483ACC1B1}"/>
              </a:ext>
            </a:extLst>
          </p:cNvPr>
          <p:cNvSpPr/>
          <p:nvPr/>
        </p:nvSpPr>
        <p:spPr>
          <a:xfrm>
            <a:off x="340168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 name="Oval 28">
            <a:extLst>
              <a:ext uri="{FF2B5EF4-FFF2-40B4-BE49-F238E27FC236}">
                <a16:creationId xmlns:a16="http://schemas.microsoft.com/office/drawing/2014/main" id="{70B28B68-D150-4E93-AF15-E6ED0BA7B323}"/>
              </a:ext>
            </a:extLst>
          </p:cNvPr>
          <p:cNvSpPr/>
          <p:nvPr/>
        </p:nvSpPr>
        <p:spPr>
          <a:xfrm>
            <a:off x="343395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35" name="TextBox 34">
            <a:extLst>
              <a:ext uri="{FF2B5EF4-FFF2-40B4-BE49-F238E27FC236}">
                <a16:creationId xmlns:a16="http://schemas.microsoft.com/office/drawing/2014/main" id="{55AC5A76-7A6E-4076-B637-785435123998}"/>
              </a:ext>
            </a:extLst>
          </p:cNvPr>
          <p:cNvSpPr txBox="1"/>
          <p:nvPr/>
        </p:nvSpPr>
        <p:spPr>
          <a:xfrm>
            <a:off x="4153990"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36" name="TextBox 35">
            <a:extLst>
              <a:ext uri="{FF2B5EF4-FFF2-40B4-BE49-F238E27FC236}">
                <a16:creationId xmlns:a16="http://schemas.microsoft.com/office/drawing/2014/main" id="{EBE184CD-A958-4985-AFD4-6E0BE36B68ED}"/>
              </a:ext>
            </a:extLst>
          </p:cNvPr>
          <p:cNvSpPr txBox="1"/>
          <p:nvPr/>
        </p:nvSpPr>
        <p:spPr>
          <a:xfrm>
            <a:off x="1867044" y="331888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37" name="TextBox 36">
            <a:extLst>
              <a:ext uri="{FF2B5EF4-FFF2-40B4-BE49-F238E27FC236}">
                <a16:creationId xmlns:a16="http://schemas.microsoft.com/office/drawing/2014/main" id="{882048ED-B69E-4CC3-9EC4-AA645633BEF6}"/>
              </a:ext>
            </a:extLst>
          </p:cNvPr>
          <p:cNvSpPr txBox="1"/>
          <p:nvPr/>
        </p:nvSpPr>
        <p:spPr>
          <a:xfrm>
            <a:off x="767150" y="3318885"/>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38" name="TextBox 37">
            <a:extLst>
              <a:ext uri="{FF2B5EF4-FFF2-40B4-BE49-F238E27FC236}">
                <a16:creationId xmlns:a16="http://schemas.microsoft.com/office/drawing/2014/main" id="{36BD41F3-7058-47A4-82A3-5B9A3F8B04D6}"/>
              </a:ext>
            </a:extLst>
          </p:cNvPr>
          <p:cNvSpPr txBox="1"/>
          <p:nvPr/>
        </p:nvSpPr>
        <p:spPr>
          <a:xfrm>
            <a:off x="4635646"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39" name="TextBox 38">
            <a:extLst>
              <a:ext uri="{FF2B5EF4-FFF2-40B4-BE49-F238E27FC236}">
                <a16:creationId xmlns:a16="http://schemas.microsoft.com/office/drawing/2014/main" id="{C03ADF4B-1CC3-47BB-9013-169F9B5A50AC}"/>
              </a:ext>
            </a:extLst>
          </p:cNvPr>
          <p:cNvSpPr txBox="1"/>
          <p:nvPr/>
        </p:nvSpPr>
        <p:spPr>
          <a:xfrm>
            <a:off x="290922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40" name="TextBox 39">
            <a:extLst>
              <a:ext uri="{FF2B5EF4-FFF2-40B4-BE49-F238E27FC236}">
                <a16:creationId xmlns:a16="http://schemas.microsoft.com/office/drawing/2014/main" id="{428E714E-A290-4EDC-A2AE-1FD4AE2A4949}"/>
              </a:ext>
            </a:extLst>
          </p:cNvPr>
          <p:cNvSpPr txBox="1"/>
          <p:nvPr/>
        </p:nvSpPr>
        <p:spPr>
          <a:xfrm>
            <a:off x="3707101"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44" name="TextBox 43">
            <a:extLst>
              <a:ext uri="{FF2B5EF4-FFF2-40B4-BE49-F238E27FC236}">
                <a16:creationId xmlns:a16="http://schemas.microsoft.com/office/drawing/2014/main" id="{52ACB350-CDC3-46DD-998E-301C2942A9A4}"/>
              </a:ext>
            </a:extLst>
          </p:cNvPr>
          <p:cNvSpPr txBox="1"/>
          <p:nvPr/>
        </p:nvSpPr>
        <p:spPr>
          <a:xfrm>
            <a:off x="3187669" y="4296522"/>
            <a:ext cx="403983" cy="276999"/>
          </a:xfrm>
          <a:prstGeom prst="rect">
            <a:avLst/>
          </a:prstGeom>
          <a:noFill/>
        </p:spPr>
        <p:txBody>
          <a:bodyPr wrap="square">
            <a:spAutoFit/>
          </a:bodyPr>
          <a:lstStyle/>
          <a:p>
            <a:r>
              <a:rPr lang="en-US" baseline="-25000" dirty="0">
                <a:latin typeface="Consolas" panose="020B0609020204030204" pitchFamily="49" charset="0"/>
              </a:rPr>
              <a:t>c0</a:t>
            </a:r>
          </a:p>
        </p:txBody>
      </p:sp>
      <p:cxnSp>
        <p:nvCxnSpPr>
          <p:cNvPr id="46" name="Straight Arrow Connector 45">
            <a:extLst>
              <a:ext uri="{FF2B5EF4-FFF2-40B4-BE49-F238E27FC236}">
                <a16:creationId xmlns:a16="http://schemas.microsoft.com/office/drawing/2014/main" id="{0E4EE933-224E-43EE-B871-0917A39C8B20}"/>
              </a:ext>
            </a:extLst>
          </p:cNvPr>
          <p:cNvCxnSpPr>
            <a:cxnSpLocks/>
          </p:cNvCxnSpPr>
          <p:nvPr/>
        </p:nvCxnSpPr>
        <p:spPr>
          <a:xfrm rot="16200000" flipV="1">
            <a:off x="329821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A448E4D3-E505-46F5-8376-CF6CFDB094C2}"/>
              </a:ext>
            </a:extLst>
          </p:cNvPr>
          <p:cNvCxnSpPr>
            <a:cxnSpLocks/>
          </p:cNvCxnSpPr>
          <p:nvPr/>
        </p:nvCxnSpPr>
        <p:spPr>
          <a:xfrm rot="16200000" flipV="1">
            <a:off x="3905337"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9FC36C5B-C484-43B8-9ACC-66506C3F9FCA}"/>
              </a:ext>
            </a:extLst>
          </p:cNvPr>
          <p:cNvCxnSpPr>
            <a:cxnSpLocks/>
          </p:cNvCxnSpPr>
          <p:nvPr/>
        </p:nvCxnSpPr>
        <p:spPr>
          <a:xfrm rot="5400000" flipV="1">
            <a:off x="3415335"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E7D8F56B-D872-444B-BDB7-E2E59DB1F187}"/>
              </a:ext>
            </a:extLst>
          </p:cNvPr>
          <p:cNvCxnSpPr>
            <a:cxnSpLocks/>
          </p:cNvCxnSpPr>
          <p:nvPr/>
        </p:nvCxnSpPr>
        <p:spPr>
          <a:xfrm rot="5400000" flipV="1">
            <a:off x="403504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E11E9EC7-93EB-4824-8F14-64036651DE30}"/>
              </a:ext>
            </a:extLst>
          </p:cNvPr>
          <p:cNvCxnSpPr>
            <a:cxnSpLocks/>
          </p:cNvCxnSpPr>
          <p:nvPr/>
        </p:nvCxnSpPr>
        <p:spPr>
          <a:xfrm flipH="1">
            <a:off x="3784342"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A3E3EB3F-BFD3-4965-9050-676F21FEA6B7}"/>
              </a:ext>
            </a:extLst>
          </p:cNvPr>
          <p:cNvCxnSpPr>
            <a:cxnSpLocks/>
          </p:cNvCxnSpPr>
          <p:nvPr/>
        </p:nvCxnSpPr>
        <p:spPr>
          <a:xfrm rot="10800000" flipH="1">
            <a:off x="377117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8BF972CD-6A73-4B0F-BADC-8F7434B45CF1}"/>
              </a:ext>
            </a:extLst>
          </p:cNvPr>
          <p:cNvSpPr txBox="1"/>
          <p:nvPr/>
        </p:nvSpPr>
        <p:spPr>
          <a:xfrm>
            <a:off x="3529490"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56" name="TextBox 55">
            <a:extLst>
              <a:ext uri="{FF2B5EF4-FFF2-40B4-BE49-F238E27FC236}">
                <a16:creationId xmlns:a16="http://schemas.microsoft.com/office/drawing/2014/main" id="{C1060CB9-810F-4D06-B218-BB319B766DF5}"/>
              </a:ext>
            </a:extLst>
          </p:cNvPr>
          <p:cNvSpPr txBox="1"/>
          <p:nvPr/>
        </p:nvSpPr>
        <p:spPr>
          <a:xfrm>
            <a:off x="3499357"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57" name="TextBox 56">
            <a:extLst>
              <a:ext uri="{FF2B5EF4-FFF2-40B4-BE49-F238E27FC236}">
                <a16:creationId xmlns:a16="http://schemas.microsoft.com/office/drawing/2014/main" id="{B41E9A00-38AF-4CA2-B33F-01BCEFCAD1BC}"/>
              </a:ext>
            </a:extLst>
          </p:cNvPr>
          <p:cNvSpPr txBox="1"/>
          <p:nvPr/>
        </p:nvSpPr>
        <p:spPr>
          <a:xfrm>
            <a:off x="3846112"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58" name="TextBox 57">
            <a:extLst>
              <a:ext uri="{FF2B5EF4-FFF2-40B4-BE49-F238E27FC236}">
                <a16:creationId xmlns:a16="http://schemas.microsoft.com/office/drawing/2014/main" id="{308E8EAB-F0A1-43AB-86E5-5BE1BE0C1136}"/>
              </a:ext>
            </a:extLst>
          </p:cNvPr>
          <p:cNvSpPr txBox="1"/>
          <p:nvPr/>
        </p:nvSpPr>
        <p:spPr>
          <a:xfrm>
            <a:off x="3850782"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59" name="TextBox 58">
            <a:extLst>
              <a:ext uri="{FF2B5EF4-FFF2-40B4-BE49-F238E27FC236}">
                <a16:creationId xmlns:a16="http://schemas.microsoft.com/office/drawing/2014/main" id="{524C920B-38D8-4C20-B23F-BC856A8AAC00}"/>
              </a:ext>
            </a:extLst>
          </p:cNvPr>
          <p:cNvSpPr txBox="1"/>
          <p:nvPr/>
        </p:nvSpPr>
        <p:spPr>
          <a:xfrm>
            <a:off x="2521388"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collapsed in B.</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collapsed in A.</a:t>
            </a:r>
            <a:endParaRPr lang="en-US" baseline="-25000" dirty="0">
              <a:latin typeface="Consolas" panose="020B0609020204030204" pitchFamily="49" charset="0"/>
            </a:endParaRPr>
          </a:p>
        </p:txBody>
      </p:sp>
      <p:cxnSp>
        <p:nvCxnSpPr>
          <p:cNvPr id="87" name="Straight Connector 86">
            <a:extLst>
              <a:ext uri="{FF2B5EF4-FFF2-40B4-BE49-F238E27FC236}">
                <a16:creationId xmlns:a16="http://schemas.microsoft.com/office/drawing/2014/main" id="{F9B28AF1-01AE-419C-A7A3-74474338B230}"/>
              </a:ext>
            </a:extLst>
          </p:cNvPr>
          <p:cNvCxnSpPr>
            <a:cxnSpLocks/>
          </p:cNvCxnSpPr>
          <p:nvPr/>
        </p:nvCxnSpPr>
        <p:spPr>
          <a:xfrm rot="18900000">
            <a:off x="7629780"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B1DD1286-CC01-449E-B2BB-33CB0CCC8E54}"/>
              </a:ext>
            </a:extLst>
          </p:cNvPr>
          <p:cNvCxnSpPr>
            <a:cxnSpLocks/>
          </p:cNvCxnSpPr>
          <p:nvPr/>
        </p:nvCxnSpPr>
        <p:spPr>
          <a:xfrm rot="2700000">
            <a:off x="6466520"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4E6B871B-607D-459C-BA5C-9FCCA0606BED}"/>
              </a:ext>
            </a:extLst>
          </p:cNvPr>
          <p:cNvCxnSpPr>
            <a:cxnSpLocks/>
          </p:cNvCxnSpPr>
          <p:nvPr/>
        </p:nvCxnSpPr>
        <p:spPr>
          <a:xfrm rot="2700000">
            <a:off x="7629780"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998D1E74-443E-4AE3-93F2-D8F64C70DA29}"/>
              </a:ext>
            </a:extLst>
          </p:cNvPr>
          <p:cNvCxnSpPr>
            <a:cxnSpLocks/>
          </p:cNvCxnSpPr>
          <p:nvPr/>
        </p:nvCxnSpPr>
        <p:spPr>
          <a:xfrm rot="18900000">
            <a:off x="6469234"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91" name="Rectangle 90">
            <a:extLst>
              <a:ext uri="{FF2B5EF4-FFF2-40B4-BE49-F238E27FC236}">
                <a16:creationId xmlns:a16="http://schemas.microsoft.com/office/drawing/2014/main" id="{F0A438A6-5E9A-4B11-AD62-23FA07CC6376}"/>
              </a:ext>
            </a:extLst>
          </p:cNvPr>
          <p:cNvSpPr/>
          <p:nvPr/>
        </p:nvSpPr>
        <p:spPr>
          <a:xfrm>
            <a:off x="6752984"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2" name="Oval 91">
            <a:extLst>
              <a:ext uri="{FF2B5EF4-FFF2-40B4-BE49-F238E27FC236}">
                <a16:creationId xmlns:a16="http://schemas.microsoft.com/office/drawing/2014/main" id="{75569E8F-54A0-49C3-8D81-3952E5AC8306}"/>
              </a:ext>
            </a:extLst>
          </p:cNvPr>
          <p:cNvSpPr/>
          <p:nvPr/>
        </p:nvSpPr>
        <p:spPr>
          <a:xfrm>
            <a:off x="7205717" y="168320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93" name="Oval 92">
            <a:extLst>
              <a:ext uri="{FF2B5EF4-FFF2-40B4-BE49-F238E27FC236}">
                <a16:creationId xmlns:a16="http://schemas.microsoft.com/office/drawing/2014/main" id="{C1E71FE4-7610-45EF-A96D-E77479C82984}"/>
              </a:ext>
            </a:extLst>
          </p:cNvPr>
          <p:cNvSpPr/>
          <p:nvPr/>
        </p:nvSpPr>
        <p:spPr>
          <a:xfrm>
            <a:off x="7213564"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94" name="Oval 93">
            <a:extLst>
              <a:ext uri="{FF2B5EF4-FFF2-40B4-BE49-F238E27FC236}">
                <a16:creationId xmlns:a16="http://schemas.microsoft.com/office/drawing/2014/main" id="{623897E7-4A99-4679-8716-78786F833D22}"/>
              </a:ext>
            </a:extLst>
          </p:cNvPr>
          <p:cNvSpPr/>
          <p:nvPr/>
        </p:nvSpPr>
        <p:spPr>
          <a:xfrm>
            <a:off x="6573066"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95" name="Oval 94">
            <a:extLst>
              <a:ext uri="{FF2B5EF4-FFF2-40B4-BE49-F238E27FC236}">
                <a16:creationId xmlns:a16="http://schemas.microsoft.com/office/drawing/2014/main" id="{EAF2C489-04C4-41E9-885E-298893431EE1}"/>
              </a:ext>
            </a:extLst>
          </p:cNvPr>
          <p:cNvSpPr/>
          <p:nvPr/>
        </p:nvSpPr>
        <p:spPr>
          <a:xfrm>
            <a:off x="6605341" y="168500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96" name="TextBox 95">
            <a:extLst>
              <a:ext uri="{FF2B5EF4-FFF2-40B4-BE49-F238E27FC236}">
                <a16:creationId xmlns:a16="http://schemas.microsoft.com/office/drawing/2014/main" id="{41F13677-AA69-482D-807F-ABB91FD78183}"/>
              </a:ext>
            </a:extLst>
          </p:cNvPr>
          <p:cNvSpPr txBox="1"/>
          <p:nvPr/>
        </p:nvSpPr>
        <p:spPr>
          <a:xfrm>
            <a:off x="7325375"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97" name="TextBox 96">
            <a:extLst>
              <a:ext uri="{FF2B5EF4-FFF2-40B4-BE49-F238E27FC236}">
                <a16:creationId xmlns:a16="http://schemas.microsoft.com/office/drawing/2014/main" id="{8CECE66C-34B1-4A0C-B661-46519AF9716C}"/>
              </a:ext>
            </a:extLst>
          </p:cNvPr>
          <p:cNvSpPr txBox="1"/>
          <p:nvPr/>
        </p:nvSpPr>
        <p:spPr>
          <a:xfrm>
            <a:off x="7807031"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98" name="TextBox 97">
            <a:extLst>
              <a:ext uri="{FF2B5EF4-FFF2-40B4-BE49-F238E27FC236}">
                <a16:creationId xmlns:a16="http://schemas.microsoft.com/office/drawing/2014/main" id="{5383FEE1-D931-4441-833C-5C2164F948BF}"/>
              </a:ext>
            </a:extLst>
          </p:cNvPr>
          <p:cNvSpPr txBox="1"/>
          <p:nvPr/>
        </p:nvSpPr>
        <p:spPr>
          <a:xfrm>
            <a:off x="6067910"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99" name="TextBox 98">
            <a:extLst>
              <a:ext uri="{FF2B5EF4-FFF2-40B4-BE49-F238E27FC236}">
                <a16:creationId xmlns:a16="http://schemas.microsoft.com/office/drawing/2014/main" id="{E8B1E135-A7B1-4613-AC25-FBF0B1EF7635}"/>
              </a:ext>
            </a:extLst>
          </p:cNvPr>
          <p:cNvSpPr txBox="1"/>
          <p:nvPr/>
        </p:nvSpPr>
        <p:spPr>
          <a:xfrm>
            <a:off x="6878486"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101" name="TextBox 100">
            <a:extLst>
              <a:ext uri="{FF2B5EF4-FFF2-40B4-BE49-F238E27FC236}">
                <a16:creationId xmlns:a16="http://schemas.microsoft.com/office/drawing/2014/main" id="{56F85665-5DA1-4E00-81DB-250EA5A6C466}"/>
              </a:ext>
            </a:extLst>
          </p:cNvPr>
          <p:cNvSpPr txBox="1"/>
          <p:nvPr/>
        </p:nvSpPr>
        <p:spPr>
          <a:xfrm>
            <a:off x="6359054"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103" name="Straight Arrow Connector 102">
            <a:extLst>
              <a:ext uri="{FF2B5EF4-FFF2-40B4-BE49-F238E27FC236}">
                <a16:creationId xmlns:a16="http://schemas.microsoft.com/office/drawing/2014/main" id="{1C28251E-C434-489C-B3F9-67A1BD131A45}"/>
              </a:ext>
            </a:extLst>
          </p:cNvPr>
          <p:cNvCxnSpPr>
            <a:cxnSpLocks/>
          </p:cNvCxnSpPr>
          <p:nvPr/>
        </p:nvCxnSpPr>
        <p:spPr>
          <a:xfrm rot="16200000" flipV="1">
            <a:off x="6469601"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01153A9C-92F3-4269-A785-0D30C37A1B37}"/>
              </a:ext>
            </a:extLst>
          </p:cNvPr>
          <p:cNvCxnSpPr>
            <a:cxnSpLocks/>
          </p:cNvCxnSpPr>
          <p:nvPr/>
        </p:nvCxnSpPr>
        <p:spPr>
          <a:xfrm rot="16200000" flipV="1">
            <a:off x="7076722"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9F7755BC-143F-4090-B8E6-746451969176}"/>
              </a:ext>
            </a:extLst>
          </p:cNvPr>
          <p:cNvCxnSpPr>
            <a:cxnSpLocks/>
          </p:cNvCxnSpPr>
          <p:nvPr/>
        </p:nvCxnSpPr>
        <p:spPr>
          <a:xfrm rot="5400000" flipV="1">
            <a:off x="6586720"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a:extLst>
              <a:ext uri="{FF2B5EF4-FFF2-40B4-BE49-F238E27FC236}">
                <a16:creationId xmlns:a16="http://schemas.microsoft.com/office/drawing/2014/main" id="{78DF3AAE-BC4A-4B51-96A7-E4CA4FDF5536}"/>
              </a:ext>
            </a:extLst>
          </p:cNvPr>
          <p:cNvCxnSpPr>
            <a:cxnSpLocks/>
          </p:cNvCxnSpPr>
          <p:nvPr/>
        </p:nvCxnSpPr>
        <p:spPr>
          <a:xfrm rot="5400000" flipV="1">
            <a:off x="720642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a:extLst>
              <a:ext uri="{FF2B5EF4-FFF2-40B4-BE49-F238E27FC236}">
                <a16:creationId xmlns:a16="http://schemas.microsoft.com/office/drawing/2014/main" id="{0AC78460-86BE-4B02-AE16-1830E45F4341}"/>
              </a:ext>
            </a:extLst>
          </p:cNvPr>
          <p:cNvCxnSpPr>
            <a:cxnSpLocks/>
          </p:cNvCxnSpPr>
          <p:nvPr/>
        </p:nvCxnSpPr>
        <p:spPr>
          <a:xfrm flipH="1">
            <a:off x="6955727"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BD7E67DC-966B-49D5-A9D9-4A67D846FFFE}"/>
              </a:ext>
            </a:extLst>
          </p:cNvPr>
          <p:cNvCxnSpPr>
            <a:cxnSpLocks/>
          </p:cNvCxnSpPr>
          <p:nvPr/>
        </p:nvCxnSpPr>
        <p:spPr>
          <a:xfrm rot="10800000" flipH="1">
            <a:off x="6942562"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9" name="TextBox 108">
            <a:extLst>
              <a:ext uri="{FF2B5EF4-FFF2-40B4-BE49-F238E27FC236}">
                <a16:creationId xmlns:a16="http://schemas.microsoft.com/office/drawing/2014/main" id="{C27AB44F-5B78-4CE0-93E6-C4AD59921986}"/>
              </a:ext>
            </a:extLst>
          </p:cNvPr>
          <p:cNvSpPr txBox="1"/>
          <p:nvPr/>
        </p:nvSpPr>
        <p:spPr>
          <a:xfrm>
            <a:off x="6700875"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110" name="TextBox 109">
            <a:extLst>
              <a:ext uri="{FF2B5EF4-FFF2-40B4-BE49-F238E27FC236}">
                <a16:creationId xmlns:a16="http://schemas.microsoft.com/office/drawing/2014/main" id="{28F28B01-C9F2-4075-92E4-DDC4A7E1D717}"/>
              </a:ext>
            </a:extLst>
          </p:cNvPr>
          <p:cNvSpPr txBox="1"/>
          <p:nvPr/>
        </p:nvSpPr>
        <p:spPr>
          <a:xfrm>
            <a:off x="6670742"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111" name="TextBox 110">
            <a:extLst>
              <a:ext uri="{FF2B5EF4-FFF2-40B4-BE49-F238E27FC236}">
                <a16:creationId xmlns:a16="http://schemas.microsoft.com/office/drawing/2014/main" id="{352B990C-FB74-464E-A7F7-4803C5EE68BA}"/>
              </a:ext>
            </a:extLst>
          </p:cNvPr>
          <p:cNvSpPr txBox="1"/>
          <p:nvPr/>
        </p:nvSpPr>
        <p:spPr>
          <a:xfrm>
            <a:off x="7017497"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112" name="TextBox 111">
            <a:extLst>
              <a:ext uri="{FF2B5EF4-FFF2-40B4-BE49-F238E27FC236}">
                <a16:creationId xmlns:a16="http://schemas.microsoft.com/office/drawing/2014/main" id="{6E9523D5-9371-49C5-9378-DCEA6685CC62}"/>
              </a:ext>
            </a:extLst>
          </p:cNvPr>
          <p:cNvSpPr txBox="1"/>
          <p:nvPr/>
        </p:nvSpPr>
        <p:spPr>
          <a:xfrm>
            <a:off x="7022167"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113" name="TextBox 112">
            <a:extLst>
              <a:ext uri="{FF2B5EF4-FFF2-40B4-BE49-F238E27FC236}">
                <a16:creationId xmlns:a16="http://schemas.microsoft.com/office/drawing/2014/main" id="{BC2E8E17-91E8-4E8B-B172-30AD79203F67}"/>
              </a:ext>
            </a:extLst>
          </p:cNvPr>
          <p:cNvSpPr txBox="1"/>
          <p:nvPr/>
        </p:nvSpPr>
        <p:spPr>
          <a:xfrm>
            <a:off x="5692773"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collapsed in B.</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border</a:t>
            </a:r>
            <a:endParaRPr lang="en-US" baseline="-25000" dirty="0">
              <a:latin typeface="Consolas" panose="020B0609020204030204" pitchFamily="49" charset="0"/>
            </a:endParaRPr>
          </a:p>
        </p:txBody>
      </p:sp>
      <p:cxnSp>
        <p:nvCxnSpPr>
          <p:cNvPr id="114" name="Straight Connector 113">
            <a:extLst>
              <a:ext uri="{FF2B5EF4-FFF2-40B4-BE49-F238E27FC236}">
                <a16:creationId xmlns:a16="http://schemas.microsoft.com/office/drawing/2014/main" id="{4C1ED080-D45A-492C-8D30-750B065D1826}"/>
              </a:ext>
            </a:extLst>
          </p:cNvPr>
          <p:cNvCxnSpPr>
            <a:cxnSpLocks/>
          </p:cNvCxnSpPr>
          <p:nvPr/>
        </p:nvCxnSpPr>
        <p:spPr>
          <a:xfrm rot="18900000">
            <a:off x="10683506"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41DEE919-1745-443B-B206-54E77B31969B}"/>
              </a:ext>
            </a:extLst>
          </p:cNvPr>
          <p:cNvCxnSpPr>
            <a:cxnSpLocks/>
          </p:cNvCxnSpPr>
          <p:nvPr/>
        </p:nvCxnSpPr>
        <p:spPr>
          <a:xfrm rot="2700000">
            <a:off x="9520246"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0F78B8E7-4518-4537-86CA-2EA275526A8F}"/>
              </a:ext>
            </a:extLst>
          </p:cNvPr>
          <p:cNvCxnSpPr>
            <a:cxnSpLocks/>
          </p:cNvCxnSpPr>
          <p:nvPr/>
        </p:nvCxnSpPr>
        <p:spPr>
          <a:xfrm rot="2700000">
            <a:off x="1068350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CEDB1A09-F5DC-4639-B02E-66C48DBC345F}"/>
              </a:ext>
            </a:extLst>
          </p:cNvPr>
          <p:cNvCxnSpPr>
            <a:cxnSpLocks/>
          </p:cNvCxnSpPr>
          <p:nvPr/>
        </p:nvCxnSpPr>
        <p:spPr>
          <a:xfrm rot="18900000">
            <a:off x="952296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18" name="Rectangle 117">
            <a:extLst>
              <a:ext uri="{FF2B5EF4-FFF2-40B4-BE49-F238E27FC236}">
                <a16:creationId xmlns:a16="http://schemas.microsoft.com/office/drawing/2014/main" id="{936E5943-798E-4E95-BB7D-369E8FFC8BE5}"/>
              </a:ext>
            </a:extLst>
          </p:cNvPr>
          <p:cNvSpPr/>
          <p:nvPr/>
        </p:nvSpPr>
        <p:spPr>
          <a:xfrm>
            <a:off x="9806710"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9" name="Oval 118">
            <a:extLst>
              <a:ext uri="{FF2B5EF4-FFF2-40B4-BE49-F238E27FC236}">
                <a16:creationId xmlns:a16="http://schemas.microsoft.com/office/drawing/2014/main" id="{D38215C9-4F9E-4D04-9547-500CFADC16DF}"/>
              </a:ext>
            </a:extLst>
          </p:cNvPr>
          <p:cNvSpPr/>
          <p:nvPr/>
        </p:nvSpPr>
        <p:spPr>
          <a:xfrm>
            <a:off x="1025944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20" name="Oval 119">
            <a:extLst>
              <a:ext uri="{FF2B5EF4-FFF2-40B4-BE49-F238E27FC236}">
                <a16:creationId xmlns:a16="http://schemas.microsoft.com/office/drawing/2014/main" id="{3BC4EAE4-5A79-4642-98DE-514C80927C33}"/>
              </a:ext>
            </a:extLst>
          </p:cNvPr>
          <p:cNvSpPr/>
          <p:nvPr/>
        </p:nvSpPr>
        <p:spPr>
          <a:xfrm>
            <a:off x="10267290" y="471509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21" name="Oval 120">
            <a:extLst>
              <a:ext uri="{FF2B5EF4-FFF2-40B4-BE49-F238E27FC236}">
                <a16:creationId xmlns:a16="http://schemas.microsoft.com/office/drawing/2014/main" id="{CA36481C-8186-4609-8380-78D765E51917}"/>
              </a:ext>
            </a:extLst>
          </p:cNvPr>
          <p:cNvSpPr/>
          <p:nvPr/>
        </p:nvSpPr>
        <p:spPr>
          <a:xfrm>
            <a:off x="9626792" y="472578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22" name="Oval 121">
            <a:extLst>
              <a:ext uri="{FF2B5EF4-FFF2-40B4-BE49-F238E27FC236}">
                <a16:creationId xmlns:a16="http://schemas.microsoft.com/office/drawing/2014/main" id="{3A148D89-2601-4175-A15D-5E68167373E9}"/>
              </a:ext>
            </a:extLst>
          </p:cNvPr>
          <p:cNvSpPr/>
          <p:nvPr/>
        </p:nvSpPr>
        <p:spPr>
          <a:xfrm>
            <a:off x="965906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23" name="TextBox 122">
            <a:extLst>
              <a:ext uri="{FF2B5EF4-FFF2-40B4-BE49-F238E27FC236}">
                <a16:creationId xmlns:a16="http://schemas.microsoft.com/office/drawing/2014/main" id="{A220C35E-3F3E-4B02-BE80-9382262D97C3}"/>
              </a:ext>
            </a:extLst>
          </p:cNvPr>
          <p:cNvSpPr txBox="1"/>
          <p:nvPr/>
        </p:nvSpPr>
        <p:spPr>
          <a:xfrm>
            <a:off x="10379101"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24" name="TextBox 123">
            <a:extLst>
              <a:ext uri="{FF2B5EF4-FFF2-40B4-BE49-F238E27FC236}">
                <a16:creationId xmlns:a16="http://schemas.microsoft.com/office/drawing/2014/main" id="{8DCA3885-3F56-4053-9856-92B74E604D87}"/>
              </a:ext>
            </a:extLst>
          </p:cNvPr>
          <p:cNvSpPr txBox="1"/>
          <p:nvPr/>
        </p:nvSpPr>
        <p:spPr>
          <a:xfrm>
            <a:off x="10860757"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125" name="TextBox 124">
            <a:extLst>
              <a:ext uri="{FF2B5EF4-FFF2-40B4-BE49-F238E27FC236}">
                <a16:creationId xmlns:a16="http://schemas.microsoft.com/office/drawing/2014/main" id="{C2BFDF74-F1BA-46EE-B609-6AEEBCDF5486}"/>
              </a:ext>
            </a:extLst>
          </p:cNvPr>
          <p:cNvSpPr txBox="1"/>
          <p:nvPr/>
        </p:nvSpPr>
        <p:spPr>
          <a:xfrm>
            <a:off x="9121636"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26" name="TextBox 125">
            <a:extLst>
              <a:ext uri="{FF2B5EF4-FFF2-40B4-BE49-F238E27FC236}">
                <a16:creationId xmlns:a16="http://schemas.microsoft.com/office/drawing/2014/main" id="{191DD1F8-E4AD-4DCC-B464-CBF903524938}"/>
              </a:ext>
            </a:extLst>
          </p:cNvPr>
          <p:cNvSpPr txBox="1"/>
          <p:nvPr/>
        </p:nvSpPr>
        <p:spPr>
          <a:xfrm>
            <a:off x="9932212"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128" name="TextBox 127">
            <a:extLst>
              <a:ext uri="{FF2B5EF4-FFF2-40B4-BE49-F238E27FC236}">
                <a16:creationId xmlns:a16="http://schemas.microsoft.com/office/drawing/2014/main" id="{815C46A8-CF80-42C8-8349-232195B3A0C8}"/>
              </a:ext>
            </a:extLst>
          </p:cNvPr>
          <p:cNvSpPr txBox="1"/>
          <p:nvPr/>
        </p:nvSpPr>
        <p:spPr>
          <a:xfrm>
            <a:off x="941278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130" name="Straight Arrow Connector 129">
            <a:extLst>
              <a:ext uri="{FF2B5EF4-FFF2-40B4-BE49-F238E27FC236}">
                <a16:creationId xmlns:a16="http://schemas.microsoft.com/office/drawing/2014/main" id="{94896510-86FA-423A-8353-8C257220D9A4}"/>
              </a:ext>
            </a:extLst>
          </p:cNvPr>
          <p:cNvCxnSpPr>
            <a:cxnSpLocks/>
          </p:cNvCxnSpPr>
          <p:nvPr/>
        </p:nvCxnSpPr>
        <p:spPr>
          <a:xfrm rot="16200000" flipV="1">
            <a:off x="952332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a:extLst>
              <a:ext uri="{FF2B5EF4-FFF2-40B4-BE49-F238E27FC236}">
                <a16:creationId xmlns:a16="http://schemas.microsoft.com/office/drawing/2014/main" id="{D2377DB7-19FF-4A9B-B9A7-CFC8BB8BD1E8}"/>
              </a:ext>
            </a:extLst>
          </p:cNvPr>
          <p:cNvCxnSpPr>
            <a:cxnSpLocks/>
          </p:cNvCxnSpPr>
          <p:nvPr/>
        </p:nvCxnSpPr>
        <p:spPr>
          <a:xfrm rot="16200000" flipV="1">
            <a:off x="10130448"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a:extLst>
              <a:ext uri="{FF2B5EF4-FFF2-40B4-BE49-F238E27FC236}">
                <a16:creationId xmlns:a16="http://schemas.microsoft.com/office/drawing/2014/main" id="{FDC56A4F-79F4-48F0-94AB-B535DEF5694E}"/>
              </a:ext>
            </a:extLst>
          </p:cNvPr>
          <p:cNvCxnSpPr>
            <a:cxnSpLocks/>
          </p:cNvCxnSpPr>
          <p:nvPr/>
        </p:nvCxnSpPr>
        <p:spPr>
          <a:xfrm rot="5400000" flipV="1">
            <a:off x="96404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a:extLst>
              <a:ext uri="{FF2B5EF4-FFF2-40B4-BE49-F238E27FC236}">
                <a16:creationId xmlns:a16="http://schemas.microsoft.com/office/drawing/2014/main" id="{A2F6D6DD-AB81-42F1-84EB-09AAAED96962}"/>
              </a:ext>
            </a:extLst>
          </p:cNvPr>
          <p:cNvCxnSpPr>
            <a:cxnSpLocks/>
          </p:cNvCxnSpPr>
          <p:nvPr/>
        </p:nvCxnSpPr>
        <p:spPr>
          <a:xfrm rot="5400000" flipV="1">
            <a:off x="10260153"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a:extLst>
              <a:ext uri="{FF2B5EF4-FFF2-40B4-BE49-F238E27FC236}">
                <a16:creationId xmlns:a16="http://schemas.microsoft.com/office/drawing/2014/main" id="{D7A4E14D-3E26-41D6-892F-7324D25F66D1}"/>
              </a:ext>
            </a:extLst>
          </p:cNvPr>
          <p:cNvCxnSpPr>
            <a:cxnSpLocks/>
          </p:cNvCxnSpPr>
          <p:nvPr/>
        </p:nvCxnSpPr>
        <p:spPr>
          <a:xfrm flipH="1">
            <a:off x="10009453"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5" name="Straight Arrow Connector 134">
            <a:extLst>
              <a:ext uri="{FF2B5EF4-FFF2-40B4-BE49-F238E27FC236}">
                <a16:creationId xmlns:a16="http://schemas.microsoft.com/office/drawing/2014/main" id="{D8390E53-8C09-4D18-ACB9-25FD62328E9A}"/>
              </a:ext>
            </a:extLst>
          </p:cNvPr>
          <p:cNvCxnSpPr>
            <a:cxnSpLocks/>
          </p:cNvCxnSpPr>
          <p:nvPr/>
        </p:nvCxnSpPr>
        <p:spPr>
          <a:xfrm rot="10800000" flipH="1">
            <a:off x="9996288"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6" name="TextBox 135">
            <a:extLst>
              <a:ext uri="{FF2B5EF4-FFF2-40B4-BE49-F238E27FC236}">
                <a16:creationId xmlns:a16="http://schemas.microsoft.com/office/drawing/2014/main" id="{17920C22-32C0-40FA-ACF8-CCF9B9A69CC8}"/>
              </a:ext>
            </a:extLst>
          </p:cNvPr>
          <p:cNvSpPr txBox="1"/>
          <p:nvPr/>
        </p:nvSpPr>
        <p:spPr>
          <a:xfrm>
            <a:off x="9754601"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137" name="TextBox 136">
            <a:extLst>
              <a:ext uri="{FF2B5EF4-FFF2-40B4-BE49-F238E27FC236}">
                <a16:creationId xmlns:a16="http://schemas.microsoft.com/office/drawing/2014/main" id="{42C3B211-66A9-4D67-AB7A-3E1C5689BB3A}"/>
              </a:ext>
            </a:extLst>
          </p:cNvPr>
          <p:cNvSpPr txBox="1"/>
          <p:nvPr/>
        </p:nvSpPr>
        <p:spPr>
          <a:xfrm>
            <a:off x="9724468"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138" name="TextBox 137">
            <a:extLst>
              <a:ext uri="{FF2B5EF4-FFF2-40B4-BE49-F238E27FC236}">
                <a16:creationId xmlns:a16="http://schemas.microsoft.com/office/drawing/2014/main" id="{84BA338E-9951-4A18-8D56-7D2F0B449408}"/>
              </a:ext>
            </a:extLst>
          </p:cNvPr>
          <p:cNvSpPr txBox="1"/>
          <p:nvPr/>
        </p:nvSpPr>
        <p:spPr>
          <a:xfrm>
            <a:off x="10071223"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139" name="TextBox 138">
            <a:extLst>
              <a:ext uri="{FF2B5EF4-FFF2-40B4-BE49-F238E27FC236}">
                <a16:creationId xmlns:a16="http://schemas.microsoft.com/office/drawing/2014/main" id="{631479C4-08B4-4380-BBDD-3ED1099A29C3}"/>
              </a:ext>
            </a:extLst>
          </p:cNvPr>
          <p:cNvSpPr txBox="1"/>
          <p:nvPr/>
        </p:nvSpPr>
        <p:spPr>
          <a:xfrm>
            <a:off x="10075893"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140" name="TextBox 139">
            <a:extLst>
              <a:ext uri="{FF2B5EF4-FFF2-40B4-BE49-F238E27FC236}">
                <a16:creationId xmlns:a16="http://schemas.microsoft.com/office/drawing/2014/main" id="{B7608F2C-BB78-4BD1-B5AF-73F8C47E5C38}"/>
              </a:ext>
            </a:extLst>
          </p:cNvPr>
          <p:cNvSpPr txBox="1"/>
          <p:nvPr/>
        </p:nvSpPr>
        <p:spPr>
          <a:xfrm>
            <a:off x="8746499"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border.</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collapsed in A.</a:t>
            </a:r>
            <a:endParaRPr lang="en-US" baseline="-25000" dirty="0">
              <a:latin typeface="Consolas" panose="020B0609020204030204" pitchFamily="49" charset="0"/>
            </a:endParaRPr>
          </a:p>
        </p:txBody>
      </p:sp>
      <p:cxnSp>
        <p:nvCxnSpPr>
          <p:cNvPr id="141" name="Straight Connector 140">
            <a:extLst>
              <a:ext uri="{FF2B5EF4-FFF2-40B4-BE49-F238E27FC236}">
                <a16:creationId xmlns:a16="http://schemas.microsoft.com/office/drawing/2014/main" id="{11A85BED-6AF0-4C63-8CD6-39D8A20D26C5}"/>
              </a:ext>
            </a:extLst>
          </p:cNvPr>
          <p:cNvCxnSpPr>
            <a:cxnSpLocks/>
          </p:cNvCxnSpPr>
          <p:nvPr/>
        </p:nvCxnSpPr>
        <p:spPr>
          <a:xfrm rot="18900000">
            <a:off x="13675767"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42" name="Straight Connector 141">
            <a:extLst>
              <a:ext uri="{FF2B5EF4-FFF2-40B4-BE49-F238E27FC236}">
                <a16:creationId xmlns:a16="http://schemas.microsoft.com/office/drawing/2014/main" id="{8F8A0852-79A4-44BC-8DD4-93DBE57C70BB}"/>
              </a:ext>
            </a:extLst>
          </p:cNvPr>
          <p:cNvCxnSpPr>
            <a:cxnSpLocks/>
          </p:cNvCxnSpPr>
          <p:nvPr/>
        </p:nvCxnSpPr>
        <p:spPr>
          <a:xfrm rot="2700000">
            <a:off x="12512507"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43" name="Straight Connector 142">
            <a:extLst>
              <a:ext uri="{FF2B5EF4-FFF2-40B4-BE49-F238E27FC236}">
                <a16:creationId xmlns:a16="http://schemas.microsoft.com/office/drawing/2014/main" id="{B62078EE-CCC6-4D70-84E6-04673406D969}"/>
              </a:ext>
            </a:extLst>
          </p:cNvPr>
          <p:cNvCxnSpPr>
            <a:cxnSpLocks/>
          </p:cNvCxnSpPr>
          <p:nvPr/>
        </p:nvCxnSpPr>
        <p:spPr>
          <a:xfrm rot="2700000">
            <a:off x="13675767"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A64EFE68-6DDA-41F8-BD50-18E88CD9A4FE}"/>
              </a:ext>
            </a:extLst>
          </p:cNvPr>
          <p:cNvCxnSpPr>
            <a:cxnSpLocks/>
          </p:cNvCxnSpPr>
          <p:nvPr/>
        </p:nvCxnSpPr>
        <p:spPr>
          <a:xfrm rot="18900000">
            <a:off x="12515221"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45" name="Rectangle 144">
            <a:extLst>
              <a:ext uri="{FF2B5EF4-FFF2-40B4-BE49-F238E27FC236}">
                <a16:creationId xmlns:a16="http://schemas.microsoft.com/office/drawing/2014/main" id="{B0F7A820-A6BA-4A12-80CD-BF25DF103333}"/>
              </a:ext>
            </a:extLst>
          </p:cNvPr>
          <p:cNvSpPr/>
          <p:nvPr/>
        </p:nvSpPr>
        <p:spPr>
          <a:xfrm>
            <a:off x="12798971"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6" name="Oval 145">
            <a:extLst>
              <a:ext uri="{FF2B5EF4-FFF2-40B4-BE49-F238E27FC236}">
                <a16:creationId xmlns:a16="http://schemas.microsoft.com/office/drawing/2014/main" id="{942EDA2B-3382-4AE0-8C46-44BC8043351E}"/>
              </a:ext>
            </a:extLst>
          </p:cNvPr>
          <p:cNvSpPr/>
          <p:nvPr/>
        </p:nvSpPr>
        <p:spPr>
          <a:xfrm>
            <a:off x="13251704" y="168320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47" name="Oval 146">
            <a:extLst>
              <a:ext uri="{FF2B5EF4-FFF2-40B4-BE49-F238E27FC236}">
                <a16:creationId xmlns:a16="http://schemas.microsoft.com/office/drawing/2014/main" id="{ED8AEE37-CB38-4364-835F-BB02573E2E17}"/>
              </a:ext>
            </a:extLst>
          </p:cNvPr>
          <p:cNvSpPr/>
          <p:nvPr/>
        </p:nvSpPr>
        <p:spPr>
          <a:xfrm>
            <a:off x="13259551" y="471509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48" name="Oval 147">
            <a:extLst>
              <a:ext uri="{FF2B5EF4-FFF2-40B4-BE49-F238E27FC236}">
                <a16:creationId xmlns:a16="http://schemas.microsoft.com/office/drawing/2014/main" id="{90DFBB6D-D18F-4476-A4AD-6DCA5711DCE7}"/>
              </a:ext>
            </a:extLst>
          </p:cNvPr>
          <p:cNvSpPr/>
          <p:nvPr/>
        </p:nvSpPr>
        <p:spPr>
          <a:xfrm>
            <a:off x="12619053" y="472578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49" name="Oval 148">
            <a:extLst>
              <a:ext uri="{FF2B5EF4-FFF2-40B4-BE49-F238E27FC236}">
                <a16:creationId xmlns:a16="http://schemas.microsoft.com/office/drawing/2014/main" id="{300E3F74-4A6E-4011-A71E-DF9907F8C1AE}"/>
              </a:ext>
            </a:extLst>
          </p:cNvPr>
          <p:cNvSpPr/>
          <p:nvPr/>
        </p:nvSpPr>
        <p:spPr>
          <a:xfrm>
            <a:off x="12651328" y="168500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50" name="TextBox 149">
            <a:extLst>
              <a:ext uri="{FF2B5EF4-FFF2-40B4-BE49-F238E27FC236}">
                <a16:creationId xmlns:a16="http://schemas.microsoft.com/office/drawing/2014/main" id="{77A7D14D-AA15-4E89-999D-FA52C77F2F95}"/>
              </a:ext>
            </a:extLst>
          </p:cNvPr>
          <p:cNvSpPr txBox="1"/>
          <p:nvPr/>
        </p:nvSpPr>
        <p:spPr>
          <a:xfrm>
            <a:off x="13371362"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51" name="TextBox 150">
            <a:extLst>
              <a:ext uri="{FF2B5EF4-FFF2-40B4-BE49-F238E27FC236}">
                <a16:creationId xmlns:a16="http://schemas.microsoft.com/office/drawing/2014/main" id="{8CE41222-645B-4BDD-BF98-DA9CC1047613}"/>
              </a:ext>
            </a:extLst>
          </p:cNvPr>
          <p:cNvSpPr txBox="1"/>
          <p:nvPr/>
        </p:nvSpPr>
        <p:spPr>
          <a:xfrm>
            <a:off x="13853018"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152" name="TextBox 151">
            <a:extLst>
              <a:ext uri="{FF2B5EF4-FFF2-40B4-BE49-F238E27FC236}">
                <a16:creationId xmlns:a16="http://schemas.microsoft.com/office/drawing/2014/main" id="{350F8499-92A4-4121-AE87-FDC503C55A74}"/>
              </a:ext>
            </a:extLst>
          </p:cNvPr>
          <p:cNvSpPr txBox="1"/>
          <p:nvPr/>
        </p:nvSpPr>
        <p:spPr>
          <a:xfrm>
            <a:off x="12113897"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53" name="TextBox 152">
            <a:extLst>
              <a:ext uri="{FF2B5EF4-FFF2-40B4-BE49-F238E27FC236}">
                <a16:creationId xmlns:a16="http://schemas.microsoft.com/office/drawing/2014/main" id="{084D58F6-C55A-4796-BCFB-86DADF785085}"/>
              </a:ext>
            </a:extLst>
          </p:cNvPr>
          <p:cNvSpPr txBox="1"/>
          <p:nvPr/>
        </p:nvSpPr>
        <p:spPr>
          <a:xfrm>
            <a:off x="12924473"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155" name="TextBox 154">
            <a:extLst>
              <a:ext uri="{FF2B5EF4-FFF2-40B4-BE49-F238E27FC236}">
                <a16:creationId xmlns:a16="http://schemas.microsoft.com/office/drawing/2014/main" id="{7698FED1-9F2B-430A-9207-0FF4760E5D24}"/>
              </a:ext>
            </a:extLst>
          </p:cNvPr>
          <p:cNvSpPr txBox="1"/>
          <p:nvPr/>
        </p:nvSpPr>
        <p:spPr>
          <a:xfrm>
            <a:off x="12405041"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157" name="Straight Arrow Connector 156">
            <a:extLst>
              <a:ext uri="{FF2B5EF4-FFF2-40B4-BE49-F238E27FC236}">
                <a16:creationId xmlns:a16="http://schemas.microsoft.com/office/drawing/2014/main" id="{CCCD1A71-AB73-419C-A44C-29427EFAF6D9}"/>
              </a:ext>
            </a:extLst>
          </p:cNvPr>
          <p:cNvCxnSpPr>
            <a:cxnSpLocks/>
          </p:cNvCxnSpPr>
          <p:nvPr/>
        </p:nvCxnSpPr>
        <p:spPr>
          <a:xfrm rot="16200000" flipV="1">
            <a:off x="12515588"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809CC41E-2744-4580-95B5-377AECDC625A}"/>
              </a:ext>
            </a:extLst>
          </p:cNvPr>
          <p:cNvCxnSpPr>
            <a:cxnSpLocks/>
          </p:cNvCxnSpPr>
          <p:nvPr/>
        </p:nvCxnSpPr>
        <p:spPr>
          <a:xfrm rot="16200000" flipV="1">
            <a:off x="13122709"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8BB66913-80FE-4C42-8A23-7B93311CF683}"/>
              </a:ext>
            </a:extLst>
          </p:cNvPr>
          <p:cNvCxnSpPr>
            <a:cxnSpLocks/>
          </p:cNvCxnSpPr>
          <p:nvPr/>
        </p:nvCxnSpPr>
        <p:spPr>
          <a:xfrm rot="5400000" flipV="1">
            <a:off x="12632707"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7C0AFEC7-D0A1-4436-9AD7-A449F600B574}"/>
              </a:ext>
            </a:extLst>
          </p:cNvPr>
          <p:cNvCxnSpPr>
            <a:cxnSpLocks/>
          </p:cNvCxnSpPr>
          <p:nvPr/>
        </p:nvCxnSpPr>
        <p:spPr>
          <a:xfrm rot="5400000" flipV="1">
            <a:off x="13252414"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01CEB42C-2F95-428B-A52B-F14F16D41ED2}"/>
              </a:ext>
            </a:extLst>
          </p:cNvPr>
          <p:cNvCxnSpPr>
            <a:cxnSpLocks/>
          </p:cNvCxnSpPr>
          <p:nvPr/>
        </p:nvCxnSpPr>
        <p:spPr>
          <a:xfrm flipH="1">
            <a:off x="13001714"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a:extLst>
              <a:ext uri="{FF2B5EF4-FFF2-40B4-BE49-F238E27FC236}">
                <a16:creationId xmlns:a16="http://schemas.microsoft.com/office/drawing/2014/main" id="{11A80D95-2409-44EB-A5C8-67CA1A0B7C28}"/>
              </a:ext>
            </a:extLst>
          </p:cNvPr>
          <p:cNvCxnSpPr>
            <a:cxnSpLocks/>
          </p:cNvCxnSpPr>
          <p:nvPr/>
        </p:nvCxnSpPr>
        <p:spPr>
          <a:xfrm rot="10800000" flipH="1">
            <a:off x="12988549"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3" name="TextBox 162">
            <a:extLst>
              <a:ext uri="{FF2B5EF4-FFF2-40B4-BE49-F238E27FC236}">
                <a16:creationId xmlns:a16="http://schemas.microsoft.com/office/drawing/2014/main" id="{E25081DC-E293-44DA-BA44-3D38FABC6937}"/>
              </a:ext>
            </a:extLst>
          </p:cNvPr>
          <p:cNvSpPr txBox="1"/>
          <p:nvPr/>
        </p:nvSpPr>
        <p:spPr>
          <a:xfrm>
            <a:off x="12746862"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164" name="TextBox 163">
            <a:extLst>
              <a:ext uri="{FF2B5EF4-FFF2-40B4-BE49-F238E27FC236}">
                <a16:creationId xmlns:a16="http://schemas.microsoft.com/office/drawing/2014/main" id="{1C9D8B9A-F014-475B-8C11-7E192B3387D8}"/>
              </a:ext>
            </a:extLst>
          </p:cNvPr>
          <p:cNvSpPr txBox="1"/>
          <p:nvPr/>
        </p:nvSpPr>
        <p:spPr>
          <a:xfrm>
            <a:off x="12716729"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165" name="TextBox 164">
            <a:extLst>
              <a:ext uri="{FF2B5EF4-FFF2-40B4-BE49-F238E27FC236}">
                <a16:creationId xmlns:a16="http://schemas.microsoft.com/office/drawing/2014/main" id="{3D85270A-2587-4074-834A-C2D79F67BBBA}"/>
              </a:ext>
            </a:extLst>
          </p:cNvPr>
          <p:cNvSpPr txBox="1"/>
          <p:nvPr/>
        </p:nvSpPr>
        <p:spPr>
          <a:xfrm>
            <a:off x="13063484"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166" name="TextBox 165">
            <a:extLst>
              <a:ext uri="{FF2B5EF4-FFF2-40B4-BE49-F238E27FC236}">
                <a16:creationId xmlns:a16="http://schemas.microsoft.com/office/drawing/2014/main" id="{E598163C-F715-476D-824F-3C0F8236C850}"/>
              </a:ext>
            </a:extLst>
          </p:cNvPr>
          <p:cNvSpPr txBox="1"/>
          <p:nvPr/>
        </p:nvSpPr>
        <p:spPr>
          <a:xfrm>
            <a:off x="13068154"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167" name="TextBox 166">
            <a:extLst>
              <a:ext uri="{FF2B5EF4-FFF2-40B4-BE49-F238E27FC236}">
                <a16:creationId xmlns:a16="http://schemas.microsoft.com/office/drawing/2014/main" id="{211652C4-A27B-4981-81D2-E4ED137571CB}"/>
              </a:ext>
            </a:extLst>
          </p:cNvPr>
          <p:cNvSpPr txBox="1"/>
          <p:nvPr/>
        </p:nvSpPr>
        <p:spPr>
          <a:xfrm>
            <a:off x="11738760"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border.</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border.</a:t>
            </a:r>
            <a:endParaRPr lang="en-US" baseline="-25000" dirty="0">
              <a:latin typeface="Consolas" panose="020B0609020204030204" pitchFamily="49" charset="0"/>
            </a:endParaRPr>
          </a:p>
        </p:txBody>
      </p:sp>
      <p:sp>
        <p:nvSpPr>
          <p:cNvPr id="168" name="TextBox 167">
            <a:extLst>
              <a:ext uri="{FF2B5EF4-FFF2-40B4-BE49-F238E27FC236}">
                <a16:creationId xmlns:a16="http://schemas.microsoft.com/office/drawing/2014/main" id="{D6299611-36CA-404D-8CFA-053892FD8529}"/>
              </a:ext>
            </a:extLst>
          </p:cNvPr>
          <p:cNvSpPr txBox="1"/>
          <p:nvPr/>
        </p:nvSpPr>
        <p:spPr>
          <a:xfrm>
            <a:off x="1298123" y="5143742"/>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69" name="TextBox 168">
            <a:extLst>
              <a:ext uri="{FF2B5EF4-FFF2-40B4-BE49-F238E27FC236}">
                <a16:creationId xmlns:a16="http://schemas.microsoft.com/office/drawing/2014/main" id="{8DC7C8F0-05F8-4601-9A85-CE4DEC5D6278}"/>
              </a:ext>
            </a:extLst>
          </p:cNvPr>
          <p:cNvSpPr txBox="1"/>
          <p:nvPr/>
        </p:nvSpPr>
        <p:spPr>
          <a:xfrm>
            <a:off x="1302886" y="1228049"/>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170" name="TextBox 169">
            <a:extLst>
              <a:ext uri="{FF2B5EF4-FFF2-40B4-BE49-F238E27FC236}">
                <a16:creationId xmlns:a16="http://schemas.microsoft.com/office/drawing/2014/main" id="{D08D1CDF-E366-4E78-9630-B3C603AC057B}"/>
              </a:ext>
            </a:extLst>
          </p:cNvPr>
          <p:cNvSpPr txBox="1"/>
          <p:nvPr/>
        </p:nvSpPr>
        <p:spPr>
          <a:xfrm>
            <a:off x="371030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71" name="TextBox 170">
            <a:extLst>
              <a:ext uri="{FF2B5EF4-FFF2-40B4-BE49-F238E27FC236}">
                <a16:creationId xmlns:a16="http://schemas.microsoft.com/office/drawing/2014/main" id="{4CB2AB7C-EC82-4D34-B2D3-1F7BF368B3EB}"/>
              </a:ext>
            </a:extLst>
          </p:cNvPr>
          <p:cNvSpPr txBox="1"/>
          <p:nvPr/>
        </p:nvSpPr>
        <p:spPr>
          <a:xfrm>
            <a:off x="371506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172" name="TextBox 171">
            <a:extLst>
              <a:ext uri="{FF2B5EF4-FFF2-40B4-BE49-F238E27FC236}">
                <a16:creationId xmlns:a16="http://schemas.microsoft.com/office/drawing/2014/main" id="{596FDD29-4E66-4B2A-A18B-45A692012C43}"/>
              </a:ext>
            </a:extLst>
          </p:cNvPr>
          <p:cNvSpPr txBox="1"/>
          <p:nvPr/>
        </p:nvSpPr>
        <p:spPr>
          <a:xfrm>
            <a:off x="6880570"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75" name="TextBox 174">
            <a:extLst>
              <a:ext uri="{FF2B5EF4-FFF2-40B4-BE49-F238E27FC236}">
                <a16:creationId xmlns:a16="http://schemas.microsoft.com/office/drawing/2014/main" id="{D335A392-44F7-4239-B7F5-A6F716332DCD}"/>
              </a:ext>
            </a:extLst>
          </p:cNvPr>
          <p:cNvSpPr txBox="1"/>
          <p:nvPr/>
        </p:nvSpPr>
        <p:spPr>
          <a:xfrm>
            <a:off x="9950207"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176" name="TextBox 175">
            <a:extLst>
              <a:ext uri="{FF2B5EF4-FFF2-40B4-BE49-F238E27FC236}">
                <a16:creationId xmlns:a16="http://schemas.microsoft.com/office/drawing/2014/main" id="{3AB090C4-BECC-4D33-98C8-9CD82015A01C}"/>
              </a:ext>
            </a:extLst>
          </p:cNvPr>
          <p:cNvSpPr txBox="1"/>
          <p:nvPr/>
        </p:nvSpPr>
        <p:spPr>
          <a:xfrm>
            <a:off x="6567395" y="1154643"/>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
        <p:nvSpPr>
          <p:cNvPr id="177" name="TextBox 176">
            <a:extLst>
              <a:ext uri="{FF2B5EF4-FFF2-40B4-BE49-F238E27FC236}">
                <a16:creationId xmlns:a16="http://schemas.microsoft.com/office/drawing/2014/main" id="{689B4C1F-3539-4352-A597-6735961FD580}"/>
              </a:ext>
            </a:extLst>
          </p:cNvPr>
          <p:cNvSpPr txBox="1"/>
          <p:nvPr/>
        </p:nvSpPr>
        <p:spPr>
          <a:xfrm>
            <a:off x="9608149" y="5121127"/>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
        <p:nvSpPr>
          <p:cNvPr id="180" name="TextBox 179">
            <a:extLst>
              <a:ext uri="{FF2B5EF4-FFF2-40B4-BE49-F238E27FC236}">
                <a16:creationId xmlns:a16="http://schemas.microsoft.com/office/drawing/2014/main" id="{7B5B3814-0185-4019-84E5-6043751B5A75}"/>
              </a:ext>
            </a:extLst>
          </p:cNvPr>
          <p:cNvSpPr txBox="1"/>
          <p:nvPr/>
        </p:nvSpPr>
        <p:spPr>
          <a:xfrm>
            <a:off x="12607955" y="5124550"/>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
        <p:nvSpPr>
          <p:cNvPr id="181" name="TextBox 180">
            <a:extLst>
              <a:ext uri="{FF2B5EF4-FFF2-40B4-BE49-F238E27FC236}">
                <a16:creationId xmlns:a16="http://schemas.microsoft.com/office/drawing/2014/main" id="{C887DE76-D86F-4C47-9342-9669DDB3BA54}"/>
              </a:ext>
            </a:extLst>
          </p:cNvPr>
          <p:cNvSpPr txBox="1"/>
          <p:nvPr/>
        </p:nvSpPr>
        <p:spPr>
          <a:xfrm>
            <a:off x="12594790" y="1152259"/>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315630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7CA6DB-04B7-4B7E-AFC4-DDD1BB5E0693}"/>
              </a:ext>
            </a:extLst>
          </p:cNvPr>
          <p:cNvSpPr txBox="1"/>
          <p:nvPr/>
        </p:nvSpPr>
        <p:spPr>
          <a:xfrm>
            <a:off x="409888" y="97804"/>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op2(he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3" name="Group 2">
            <a:extLst>
              <a:ext uri="{FF2B5EF4-FFF2-40B4-BE49-F238E27FC236}">
                <a16:creationId xmlns:a16="http://schemas.microsoft.com/office/drawing/2014/main" id="{933DB386-6DEC-45D9-B4DA-11F936DA915D}"/>
              </a:ext>
            </a:extLst>
          </p:cNvPr>
          <p:cNvGrpSpPr/>
          <p:nvPr/>
        </p:nvGrpSpPr>
        <p:grpSpPr>
          <a:xfrm>
            <a:off x="468350" y="1145220"/>
            <a:ext cx="3827269" cy="4904547"/>
            <a:chOff x="468350" y="1145220"/>
            <a:chExt cx="3827269" cy="4904547"/>
          </a:xfrm>
        </p:grpSpPr>
        <p:sp>
          <p:nvSpPr>
            <p:cNvPr id="2" name="Rectangle 1">
              <a:extLst>
                <a:ext uri="{FF2B5EF4-FFF2-40B4-BE49-F238E27FC236}">
                  <a16:creationId xmlns:a16="http://schemas.microsoft.com/office/drawing/2014/main" id="{E2798932-2B80-4897-A33D-3C8BE24EF7A6}"/>
                </a:ext>
              </a:extLst>
            </p:cNvPr>
            <p:cNvSpPr/>
            <p:nvPr/>
          </p:nvSpPr>
          <p:spPr>
            <a:xfrm>
              <a:off x="1746739" y="1832833"/>
              <a:ext cx="2397694" cy="3016727"/>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73" name="Straight Connector 172">
              <a:extLst>
                <a:ext uri="{FF2B5EF4-FFF2-40B4-BE49-F238E27FC236}">
                  <a16:creationId xmlns:a16="http://schemas.microsoft.com/office/drawing/2014/main" id="{3D4E9717-E5FC-4C7F-B809-73CDE996FBA3}"/>
                </a:ext>
              </a:extLst>
            </p:cNvPr>
            <p:cNvCxnSpPr>
              <a:cxnSpLocks/>
            </p:cNvCxnSpPr>
            <p:nvPr/>
          </p:nvCxnSpPr>
          <p:spPr>
            <a:xfrm rot="18900000">
              <a:off x="202848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E18407C9-9E03-4A03-BC45-1047154FDBBC}"/>
                </a:ext>
              </a:extLst>
            </p:cNvPr>
            <p:cNvCxnSpPr>
              <a:cxnSpLocks/>
            </p:cNvCxnSpPr>
            <p:nvPr/>
          </p:nvCxnSpPr>
          <p:spPr>
            <a:xfrm rot="2700000">
              <a:off x="86522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005E686D-2A9E-4448-B428-03F3C7F1C29C}"/>
                </a:ext>
              </a:extLst>
            </p:cNvPr>
            <p:cNvCxnSpPr>
              <a:cxnSpLocks/>
            </p:cNvCxnSpPr>
            <p:nvPr/>
          </p:nvCxnSpPr>
          <p:spPr>
            <a:xfrm rot="2700000">
              <a:off x="202848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9" name="Straight Connector 178">
              <a:extLst>
                <a:ext uri="{FF2B5EF4-FFF2-40B4-BE49-F238E27FC236}">
                  <a16:creationId xmlns:a16="http://schemas.microsoft.com/office/drawing/2014/main" id="{31E50B93-7986-4F39-A429-01F0E02EBFCD}"/>
                </a:ext>
              </a:extLst>
            </p:cNvPr>
            <p:cNvCxnSpPr>
              <a:cxnSpLocks/>
            </p:cNvCxnSpPr>
            <p:nvPr/>
          </p:nvCxnSpPr>
          <p:spPr>
            <a:xfrm rot="18900000">
              <a:off x="86793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82" name="Rectangle 181">
              <a:extLst>
                <a:ext uri="{FF2B5EF4-FFF2-40B4-BE49-F238E27FC236}">
                  <a16:creationId xmlns:a16="http://schemas.microsoft.com/office/drawing/2014/main" id="{19685195-86C4-48F5-B67F-8D3901C2C3A6}"/>
                </a:ext>
              </a:extLst>
            </p:cNvPr>
            <p:cNvSpPr/>
            <p:nvPr/>
          </p:nvSpPr>
          <p:spPr>
            <a:xfrm>
              <a:off x="115168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3" name="Oval 182">
              <a:extLst>
                <a:ext uri="{FF2B5EF4-FFF2-40B4-BE49-F238E27FC236}">
                  <a16:creationId xmlns:a16="http://schemas.microsoft.com/office/drawing/2014/main" id="{355D990C-22CB-4D7D-882B-05EF526FAE6C}"/>
                </a:ext>
              </a:extLst>
            </p:cNvPr>
            <p:cNvSpPr/>
            <p:nvPr/>
          </p:nvSpPr>
          <p:spPr>
            <a:xfrm>
              <a:off x="160442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84" name="Oval 183">
              <a:extLst>
                <a:ext uri="{FF2B5EF4-FFF2-40B4-BE49-F238E27FC236}">
                  <a16:creationId xmlns:a16="http://schemas.microsoft.com/office/drawing/2014/main" id="{15C9E6F1-4A45-4D38-B80E-32A51FA5EECB}"/>
                </a:ext>
              </a:extLst>
            </p:cNvPr>
            <p:cNvSpPr/>
            <p:nvPr/>
          </p:nvSpPr>
          <p:spPr>
            <a:xfrm>
              <a:off x="161226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5" name="Oval 184">
              <a:extLst>
                <a:ext uri="{FF2B5EF4-FFF2-40B4-BE49-F238E27FC236}">
                  <a16:creationId xmlns:a16="http://schemas.microsoft.com/office/drawing/2014/main" id="{E076E959-DD6F-4E53-AD6C-78FDAC2A7A41}"/>
                </a:ext>
              </a:extLst>
            </p:cNvPr>
            <p:cNvSpPr/>
            <p:nvPr/>
          </p:nvSpPr>
          <p:spPr>
            <a:xfrm>
              <a:off x="97177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6" name="Oval 185">
              <a:extLst>
                <a:ext uri="{FF2B5EF4-FFF2-40B4-BE49-F238E27FC236}">
                  <a16:creationId xmlns:a16="http://schemas.microsoft.com/office/drawing/2014/main" id="{71C9A9EC-8035-409B-B098-94EF33BFE8C7}"/>
                </a:ext>
              </a:extLst>
            </p:cNvPr>
            <p:cNvSpPr/>
            <p:nvPr/>
          </p:nvSpPr>
          <p:spPr>
            <a:xfrm>
              <a:off x="100404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87" name="TextBox 186">
              <a:extLst>
                <a:ext uri="{FF2B5EF4-FFF2-40B4-BE49-F238E27FC236}">
                  <a16:creationId xmlns:a16="http://schemas.microsoft.com/office/drawing/2014/main" id="{F5B944AC-0C72-4320-A7AD-47A95FD90EBD}"/>
                </a:ext>
              </a:extLst>
            </p:cNvPr>
            <p:cNvSpPr txBox="1"/>
            <p:nvPr/>
          </p:nvSpPr>
          <p:spPr>
            <a:xfrm>
              <a:off x="3810618"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88" name="TextBox 187">
              <a:extLst>
                <a:ext uri="{FF2B5EF4-FFF2-40B4-BE49-F238E27FC236}">
                  <a16:creationId xmlns:a16="http://schemas.microsoft.com/office/drawing/2014/main" id="{9C4254C9-6BFB-46B9-9B42-45EDCCC74911}"/>
                </a:ext>
              </a:extLst>
            </p:cNvPr>
            <p:cNvSpPr txBox="1"/>
            <p:nvPr/>
          </p:nvSpPr>
          <p:spPr>
            <a:xfrm>
              <a:off x="2786728" y="3239727"/>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189" name="TextBox 188">
              <a:extLst>
                <a:ext uri="{FF2B5EF4-FFF2-40B4-BE49-F238E27FC236}">
                  <a16:creationId xmlns:a16="http://schemas.microsoft.com/office/drawing/2014/main" id="{50C47102-6313-4C97-8F0D-E92151A75E17}"/>
                </a:ext>
              </a:extLst>
            </p:cNvPr>
            <p:cNvSpPr txBox="1"/>
            <p:nvPr/>
          </p:nvSpPr>
          <p:spPr>
            <a:xfrm>
              <a:off x="47931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90" name="TextBox 189">
              <a:extLst>
                <a:ext uri="{FF2B5EF4-FFF2-40B4-BE49-F238E27FC236}">
                  <a16:creationId xmlns:a16="http://schemas.microsoft.com/office/drawing/2014/main" id="{3CEA99B2-F650-47C0-A75E-A2D170350056}"/>
                </a:ext>
              </a:extLst>
            </p:cNvPr>
            <p:cNvSpPr txBox="1"/>
            <p:nvPr/>
          </p:nvSpPr>
          <p:spPr>
            <a:xfrm>
              <a:off x="1277191" y="3239727"/>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92" name="Straight Arrow Connector 191">
              <a:extLst>
                <a:ext uri="{FF2B5EF4-FFF2-40B4-BE49-F238E27FC236}">
                  <a16:creationId xmlns:a16="http://schemas.microsoft.com/office/drawing/2014/main" id="{DC0EA864-953C-4AFD-9B81-32E3FBC96291}"/>
                </a:ext>
              </a:extLst>
            </p:cNvPr>
            <p:cNvCxnSpPr>
              <a:cxnSpLocks/>
            </p:cNvCxnSpPr>
            <p:nvPr/>
          </p:nvCxnSpPr>
          <p:spPr>
            <a:xfrm rot="16200000" flipV="1">
              <a:off x="86830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3" name="Straight Arrow Connector 192">
              <a:extLst>
                <a:ext uri="{FF2B5EF4-FFF2-40B4-BE49-F238E27FC236}">
                  <a16:creationId xmlns:a16="http://schemas.microsoft.com/office/drawing/2014/main" id="{0606BFA2-FCB5-4F91-803E-C413BCA955F9}"/>
                </a:ext>
              </a:extLst>
            </p:cNvPr>
            <p:cNvCxnSpPr>
              <a:cxnSpLocks/>
            </p:cNvCxnSpPr>
            <p:nvPr/>
          </p:nvCxnSpPr>
          <p:spPr>
            <a:xfrm rot="16200000" flipV="1">
              <a:off x="1475427"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a:extLst>
                <a:ext uri="{FF2B5EF4-FFF2-40B4-BE49-F238E27FC236}">
                  <a16:creationId xmlns:a16="http://schemas.microsoft.com/office/drawing/2014/main" id="{FE41BB42-869F-4B65-ABED-74E5A53DA42B}"/>
                </a:ext>
              </a:extLst>
            </p:cNvPr>
            <p:cNvCxnSpPr>
              <a:cxnSpLocks/>
            </p:cNvCxnSpPr>
            <p:nvPr/>
          </p:nvCxnSpPr>
          <p:spPr>
            <a:xfrm rot="5400000" flipV="1">
              <a:off x="985425"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4B2A0A3D-DF61-4E0B-83E3-A3A7920B4246}"/>
                </a:ext>
              </a:extLst>
            </p:cNvPr>
            <p:cNvCxnSpPr>
              <a:cxnSpLocks/>
            </p:cNvCxnSpPr>
            <p:nvPr/>
          </p:nvCxnSpPr>
          <p:spPr>
            <a:xfrm rot="5400000" flipV="1">
              <a:off x="160513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5A050704-C0B9-40D5-A53F-DE8A6A6994FD}"/>
                </a:ext>
              </a:extLst>
            </p:cNvPr>
            <p:cNvCxnSpPr>
              <a:cxnSpLocks/>
            </p:cNvCxnSpPr>
            <p:nvPr/>
          </p:nvCxnSpPr>
          <p:spPr>
            <a:xfrm flipH="1">
              <a:off x="1306807" y="187994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F96C037C-2357-4680-A79D-2AEECAAD2079}"/>
                </a:ext>
              </a:extLst>
            </p:cNvPr>
            <p:cNvCxnSpPr>
              <a:cxnSpLocks/>
            </p:cNvCxnSpPr>
            <p:nvPr/>
          </p:nvCxnSpPr>
          <p:spPr>
            <a:xfrm rot="10800000" flipH="1">
              <a:off x="140476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TextBox 198">
              <a:extLst>
                <a:ext uri="{FF2B5EF4-FFF2-40B4-BE49-F238E27FC236}">
                  <a16:creationId xmlns:a16="http://schemas.microsoft.com/office/drawing/2014/main" id="{B92C2B89-B259-481E-B8C3-95F672C7506E}"/>
                </a:ext>
              </a:extLst>
            </p:cNvPr>
            <p:cNvSpPr txBox="1"/>
            <p:nvPr/>
          </p:nvSpPr>
          <p:spPr>
            <a:xfrm>
              <a:off x="1069447" y="4446307"/>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p>
          </p:txBody>
        </p:sp>
        <p:sp>
          <p:nvSpPr>
            <p:cNvPr id="202" name="TextBox 201">
              <a:extLst>
                <a:ext uri="{FF2B5EF4-FFF2-40B4-BE49-F238E27FC236}">
                  <a16:creationId xmlns:a16="http://schemas.microsoft.com/office/drawing/2014/main" id="{6724CC0E-4588-42E9-865B-ADAFAE42C61B}"/>
                </a:ext>
              </a:extLst>
            </p:cNvPr>
            <p:cNvSpPr txBox="1"/>
            <p:nvPr/>
          </p:nvSpPr>
          <p:spPr>
            <a:xfrm>
              <a:off x="1186853" y="5680435"/>
              <a:ext cx="2715470"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r>
                <a:rPr lang="en-US" dirty="0">
                  <a:latin typeface="Consolas" panose="020B0609020204030204" pitchFamily="49" charset="0"/>
                </a:rPr>
                <a:t> = collapsed in B.</a:t>
              </a:r>
            </a:p>
          </p:txBody>
        </p:sp>
        <p:sp>
          <p:nvSpPr>
            <p:cNvPr id="203" name="TextBox 202">
              <a:extLst>
                <a:ext uri="{FF2B5EF4-FFF2-40B4-BE49-F238E27FC236}">
                  <a16:creationId xmlns:a16="http://schemas.microsoft.com/office/drawing/2014/main" id="{0A49E61A-C544-4767-9AA1-1FB898C3DBB7}"/>
                </a:ext>
              </a:extLst>
            </p:cNvPr>
            <p:cNvSpPr txBox="1"/>
            <p:nvPr/>
          </p:nvSpPr>
          <p:spPr>
            <a:xfrm>
              <a:off x="128039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204" name="TextBox 203">
              <a:extLst>
                <a:ext uri="{FF2B5EF4-FFF2-40B4-BE49-F238E27FC236}">
                  <a16:creationId xmlns:a16="http://schemas.microsoft.com/office/drawing/2014/main" id="{5F7AE95D-1D29-4E5E-A380-4799CCC37EC8}"/>
                </a:ext>
              </a:extLst>
            </p:cNvPr>
            <p:cNvSpPr txBox="1"/>
            <p:nvPr/>
          </p:nvSpPr>
          <p:spPr>
            <a:xfrm>
              <a:off x="128515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205" name="Straight Arrow Connector 204">
              <a:extLst>
                <a:ext uri="{FF2B5EF4-FFF2-40B4-BE49-F238E27FC236}">
                  <a16:creationId xmlns:a16="http://schemas.microsoft.com/office/drawing/2014/main" id="{D0FBA19F-DB9D-4996-A820-97B67D0DA72B}"/>
                </a:ext>
              </a:extLst>
            </p:cNvPr>
            <p:cNvCxnSpPr>
              <a:cxnSpLocks/>
            </p:cNvCxnSpPr>
            <p:nvPr/>
          </p:nvCxnSpPr>
          <p:spPr>
            <a:xfrm rot="16200000" flipV="1">
              <a:off x="384812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a:extLst>
                <a:ext uri="{FF2B5EF4-FFF2-40B4-BE49-F238E27FC236}">
                  <a16:creationId xmlns:a16="http://schemas.microsoft.com/office/drawing/2014/main" id="{E0927E0A-5460-4E95-9697-61FA55A1C2A6}"/>
                </a:ext>
              </a:extLst>
            </p:cNvPr>
            <p:cNvCxnSpPr>
              <a:cxnSpLocks/>
            </p:cNvCxnSpPr>
            <p:nvPr/>
          </p:nvCxnSpPr>
          <p:spPr>
            <a:xfrm rot="10800000" flipV="1">
              <a:off x="2723269"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a:extLst>
                <a:ext uri="{FF2B5EF4-FFF2-40B4-BE49-F238E27FC236}">
                  <a16:creationId xmlns:a16="http://schemas.microsoft.com/office/drawing/2014/main" id="{B1534679-DF2C-4B3C-82D4-41BF74A08BA4}"/>
                </a:ext>
              </a:extLst>
            </p:cNvPr>
            <p:cNvCxnSpPr>
              <a:cxnSpLocks/>
            </p:cNvCxnSpPr>
            <p:nvPr/>
          </p:nvCxnSpPr>
          <p:spPr>
            <a:xfrm flipV="1">
              <a:off x="2699104" y="4747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8" name="TextBox 207">
              <a:extLst>
                <a:ext uri="{FF2B5EF4-FFF2-40B4-BE49-F238E27FC236}">
                  <a16:creationId xmlns:a16="http://schemas.microsoft.com/office/drawing/2014/main" id="{4CB19072-AAAD-42B9-972E-9D731286A003}"/>
                </a:ext>
              </a:extLst>
            </p:cNvPr>
            <p:cNvSpPr txBox="1"/>
            <p:nvPr/>
          </p:nvSpPr>
          <p:spPr>
            <a:xfrm>
              <a:off x="2780188" y="51346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209" name="Straight Arrow Connector 208">
              <a:extLst>
                <a:ext uri="{FF2B5EF4-FFF2-40B4-BE49-F238E27FC236}">
                  <a16:creationId xmlns:a16="http://schemas.microsoft.com/office/drawing/2014/main" id="{0C842212-2744-408E-86A0-41E40358E4DE}"/>
                </a:ext>
              </a:extLst>
            </p:cNvPr>
            <p:cNvCxnSpPr>
              <a:cxnSpLocks/>
            </p:cNvCxnSpPr>
            <p:nvPr/>
          </p:nvCxnSpPr>
          <p:spPr>
            <a:xfrm rot="10800000" flipV="1">
              <a:off x="2690515" y="498403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0" name="TextBox 209">
              <a:extLst>
                <a:ext uri="{FF2B5EF4-FFF2-40B4-BE49-F238E27FC236}">
                  <a16:creationId xmlns:a16="http://schemas.microsoft.com/office/drawing/2014/main" id="{637A85E2-5BC0-47D1-902E-C21BE3A36987}"/>
                </a:ext>
              </a:extLst>
            </p:cNvPr>
            <p:cNvSpPr txBox="1"/>
            <p:nvPr/>
          </p:nvSpPr>
          <p:spPr>
            <a:xfrm>
              <a:off x="2786728"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211" name="TextBox 210">
              <a:extLst>
                <a:ext uri="{FF2B5EF4-FFF2-40B4-BE49-F238E27FC236}">
                  <a16:creationId xmlns:a16="http://schemas.microsoft.com/office/drawing/2014/main" id="{34E96169-01DC-489F-9529-FA9C737C8426}"/>
                </a:ext>
              </a:extLst>
            </p:cNvPr>
            <p:cNvSpPr txBox="1"/>
            <p:nvPr/>
          </p:nvSpPr>
          <p:spPr>
            <a:xfrm>
              <a:off x="1813413" y="451430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256" name="Oval 255">
              <a:extLst>
                <a:ext uri="{FF2B5EF4-FFF2-40B4-BE49-F238E27FC236}">
                  <a16:creationId xmlns:a16="http://schemas.microsoft.com/office/drawing/2014/main" id="{7343961F-54E5-46ED-9B77-76C1ED7BBE86}"/>
                </a:ext>
              </a:extLst>
            </p:cNvPr>
            <p:cNvSpPr/>
            <p:nvPr/>
          </p:nvSpPr>
          <p:spPr>
            <a:xfrm>
              <a:off x="4007142" y="470886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57" name="Oval 256">
              <a:extLst>
                <a:ext uri="{FF2B5EF4-FFF2-40B4-BE49-F238E27FC236}">
                  <a16:creationId xmlns:a16="http://schemas.microsoft.com/office/drawing/2014/main" id="{8BC90030-D3D6-493E-B861-BA69FD815D1B}"/>
                </a:ext>
              </a:extLst>
            </p:cNvPr>
            <p:cNvSpPr/>
            <p:nvPr/>
          </p:nvSpPr>
          <p:spPr>
            <a:xfrm>
              <a:off x="4026678" y="169836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76" name="TextBox 275">
              <a:extLst>
                <a:ext uri="{FF2B5EF4-FFF2-40B4-BE49-F238E27FC236}">
                  <a16:creationId xmlns:a16="http://schemas.microsoft.com/office/drawing/2014/main" id="{5611857F-EBC7-4E72-A542-773235593A94}"/>
                </a:ext>
              </a:extLst>
            </p:cNvPr>
            <p:cNvSpPr txBox="1"/>
            <p:nvPr/>
          </p:nvSpPr>
          <p:spPr>
            <a:xfrm>
              <a:off x="1413090" y="4313743"/>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grpSp>
      <p:sp>
        <p:nvSpPr>
          <p:cNvPr id="215" name="TextBox 214">
            <a:extLst>
              <a:ext uri="{FF2B5EF4-FFF2-40B4-BE49-F238E27FC236}">
                <a16:creationId xmlns:a16="http://schemas.microsoft.com/office/drawing/2014/main" id="{7DA6009C-1574-47B9-9FBB-05B39A53C3E8}"/>
              </a:ext>
            </a:extLst>
          </p:cNvPr>
          <p:cNvSpPr txBox="1"/>
          <p:nvPr/>
        </p:nvSpPr>
        <p:spPr>
          <a:xfrm>
            <a:off x="409888" y="621637"/>
            <a:ext cx="2552387"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op2(he = he_op(</a:t>
            </a: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cxnSp>
        <p:nvCxnSpPr>
          <p:cNvPr id="219" name="Straight Connector 218">
            <a:extLst>
              <a:ext uri="{FF2B5EF4-FFF2-40B4-BE49-F238E27FC236}">
                <a16:creationId xmlns:a16="http://schemas.microsoft.com/office/drawing/2014/main" id="{5DB76FC3-6A3B-43F3-A648-36537076B2B1}"/>
              </a:ext>
            </a:extLst>
          </p:cNvPr>
          <p:cNvCxnSpPr>
            <a:cxnSpLocks/>
          </p:cNvCxnSpPr>
          <p:nvPr/>
        </p:nvCxnSpPr>
        <p:spPr>
          <a:xfrm rot="2700000">
            <a:off x="6160606"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42" name="TextBox 241">
            <a:extLst>
              <a:ext uri="{FF2B5EF4-FFF2-40B4-BE49-F238E27FC236}">
                <a16:creationId xmlns:a16="http://schemas.microsoft.com/office/drawing/2014/main" id="{10935D6A-138A-4583-A48A-32050D39EC4F}"/>
              </a:ext>
            </a:extLst>
          </p:cNvPr>
          <p:cNvSpPr txBox="1"/>
          <p:nvPr/>
        </p:nvSpPr>
        <p:spPr>
          <a:xfrm>
            <a:off x="6482234" y="5680435"/>
            <a:ext cx="2715470"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collapsed in C.</a:t>
            </a:r>
          </a:p>
        </p:txBody>
      </p:sp>
      <p:sp>
        <p:nvSpPr>
          <p:cNvPr id="243" name="TextBox 242">
            <a:extLst>
              <a:ext uri="{FF2B5EF4-FFF2-40B4-BE49-F238E27FC236}">
                <a16:creationId xmlns:a16="http://schemas.microsoft.com/office/drawing/2014/main" id="{DC52C439-6982-4F67-A513-4963D9875B0A}"/>
              </a:ext>
            </a:extLst>
          </p:cNvPr>
          <p:cNvSpPr txBox="1"/>
          <p:nvPr/>
        </p:nvSpPr>
        <p:spPr>
          <a:xfrm>
            <a:off x="6347173"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cxnSp>
        <p:nvCxnSpPr>
          <p:cNvPr id="272" name="Straight Connector 271">
            <a:extLst>
              <a:ext uri="{FF2B5EF4-FFF2-40B4-BE49-F238E27FC236}">
                <a16:creationId xmlns:a16="http://schemas.microsoft.com/office/drawing/2014/main" id="{2ACEF50B-5913-4695-A997-115B28289DDB}"/>
              </a:ext>
            </a:extLst>
          </p:cNvPr>
          <p:cNvCxnSpPr>
            <a:cxnSpLocks/>
          </p:cNvCxnSpPr>
          <p:nvPr/>
        </p:nvCxnSpPr>
        <p:spPr>
          <a:xfrm rot="18900000">
            <a:off x="6787494"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grpSp>
        <p:nvGrpSpPr>
          <p:cNvPr id="30" name="Group 29">
            <a:extLst>
              <a:ext uri="{FF2B5EF4-FFF2-40B4-BE49-F238E27FC236}">
                <a16:creationId xmlns:a16="http://schemas.microsoft.com/office/drawing/2014/main" id="{03AF1751-31E0-4EBF-BED3-EBF881120542}"/>
              </a:ext>
            </a:extLst>
          </p:cNvPr>
          <p:cNvGrpSpPr/>
          <p:nvPr/>
        </p:nvGrpSpPr>
        <p:grpSpPr>
          <a:xfrm>
            <a:off x="5774695" y="1145220"/>
            <a:ext cx="3810611" cy="4358757"/>
            <a:chOff x="5774695" y="1145220"/>
            <a:chExt cx="3810611" cy="4358757"/>
          </a:xfrm>
        </p:grpSpPr>
        <p:sp>
          <p:nvSpPr>
            <p:cNvPr id="217" name="Rectangle 216">
              <a:extLst>
                <a:ext uri="{FF2B5EF4-FFF2-40B4-BE49-F238E27FC236}">
                  <a16:creationId xmlns:a16="http://schemas.microsoft.com/office/drawing/2014/main" id="{D7911754-CE97-4627-89E0-6053C2583681}"/>
                </a:ext>
              </a:extLst>
            </p:cNvPr>
            <p:cNvSpPr/>
            <p:nvPr/>
          </p:nvSpPr>
          <p:spPr>
            <a:xfrm>
              <a:off x="7042120" y="1832833"/>
              <a:ext cx="2400869" cy="2476977"/>
            </a:xfrm>
            <a:custGeom>
              <a:avLst/>
              <a:gdLst>
                <a:gd name="connsiteX0" fmla="*/ 0 w 2397694"/>
                <a:gd name="connsiteY0" fmla="*/ 0 h 3016727"/>
                <a:gd name="connsiteX1" fmla="*/ 2397694 w 2397694"/>
                <a:gd name="connsiteY1" fmla="*/ 0 h 3016727"/>
                <a:gd name="connsiteX2" fmla="*/ 2397694 w 2397694"/>
                <a:gd name="connsiteY2" fmla="*/ 3016727 h 3016727"/>
                <a:gd name="connsiteX3" fmla="*/ 0 w 2397694"/>
                <a:gd name="connsiteY3" fmla="*/ 3016727 h 3016727"/>
                <a:gd name="connsiteX4" fmla="*/ 0 w 2397694"/>
                <a:gd name="connsiteY4" fmla="*/ 0 h 3016727"/>
                <a:gd name="connsiteX0" fmla="*/ 0 w 2397694"/>
                <a:gd name="connsiteY0" fmla="*/ 0 h 3016727"/>
                <a:gd name="connsiteX1" fmla="*/ 2397694 w 2397694"/>
                <a:gd name="connsiteY1" fmla="*/ 0 h 3016727"/>
                <a:gd name="connsiteX2" fmla="*/ 2397694 w 2397694"/>
                <a:gd name="connsiteY2" fmla="*/ 3016727 h 3016727"/>
                <a:gd name="connsiteX3" fmla="*/ 514350 w 2397694"/>
                <a:gd name="connsiteY3" fmla="*/ 2169002 h 3016727"/>
                <a:gd name="connsiteX4" fmla="*/ 0 w 2397694"/>
                <a:gd name="connsiteY4" fmla="*/ 0 h 3016727"/>
                <a:gd name="connsiteX0" fmla="*/ 0 w 2400869"/>
                <a:gd name="connsiteY0" fmla="*/ 0 h 2476977"/>
                <a:gd name="connsiteX1" fmla="*/ 2397694 w 2400869"/>
                <a:gd name="connsiteY1" fmla="*/ 0 h 2476977"/>
                <a:gd name="connsiteX2" fmla="*/ 2400869 w 2400869"/>
                <a:gd name="connsiteY2" fmla="*/ 2476977 h 2476977"/>
                <a:gd name="connsiteX3" fmla="*/ 514350 w 2400869"/>
                <a:gd name="connsiteY3" fmla="*/ 2169002 h 2476977"/>
                <a:gd name="connsiteX4" fmla="*/ 0 w 2400869"/>
                <a:gd name="connsiteY4" fmla="*/ 0 h 2476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869" h="2476977">
                  <a:moveTo>
                    <a:pt x="0" y="0"/>
                  </a:moveTo>
                  <a:lnTo>
                    <a:pt x="2397694" y="0"/>
                  </a:lnTo>
                  <a:cubicBezTo>
                    <a:pt x="2398752" y="825659"/>
                    <a:pt x="2399811" y="1651318"/>
                    <a:pt x="2400869" y="2476977"/>
                  </a:cubicBezTo>
                  <a:lnTo>
                    <a:pt x="514350" y="2169002"/>
                  </a:lnTo>
                  <a:lnTo>
                    <a:pt x="0" y="0"/>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5" name="Freeform: Shape 4">
              <a:extLst>
                <a:ext uri="{FF2B5EF4-FFF2-40B4-BE49-F238E27FC236}">
                  <a16:creationId xmlns:a16="http://schemas.microsoft.com/office/drawing/2014/main" id="{900E7959-3653-4E19-AF72-2F5A57DC0254}"/>
                </a:ext>
              </a:extLst>
            </p:cNvPr>
            <p:cNvSpPr/>
            <p:nvPr/>
          </p:nvSpPr>
          <p:spPr>
            <a:xfrm>
              <a:off x="6453343" y="4003009"/>
              <a:ext cx="2991296" cy="841376"/>
            </a:xfrm>
            <a:custGeom>
              <a:avLst/>
              <a:gdLst>
                <a:gd name="connsiteX0" fmla="*/ 0 w 3014662"/>
                <a:gd name="connsiteY0" fmla="*/ 842963 h 847725"/>
                <a:gd name="connsiteX1" fmla="*/ 1138237 w 3014662"/>
                <a:gd name="connsiteY1" fmla="*/ 0 h 847725"/>
                <a:gd name="connsiteX2" fmla="*/ 3014662 w 3014662"/>
                <a:gd name="connsiteY2" fmla="*/ 847725 h 847725"/>
                <a:gd name="connsiteX3" fmla="*/ 0 w 3014662"/>
                <a:gd name="connsiteY3" fmla="*/ 842963 h 847725"/>
                <a:gd name="connsiteX0" fmla="*/ 0 w 3000375"/>
                <a:gd name="connsiteY0" fmla="*/ 833438 h 847725"/>
                <a:gd name="connsiteX1" fmla="*/ 1123950 w 3000375"/>
                <a:gd name="connsiteY1" fmla="*/ 0 h 847725"/>
                <a:gd name="connsiteX2" fmla="*/ 3000375 w 3000375"/>
                <a:gd name="connsiteY2" fmla="*/ 847725 h 847725"/>
                <a:gd name="connsiteX3" fmla="*/ 0 w 3000375"/>
                <a:gd name="connsiteY3" fmla="*/ 833438 h 847725"/>
                <a:gd name="connsiteX0" fmla="*/ 0 w 2981325"/>
                <a:gd name="connsiteY0" fmla="*/ 828676 h 847725"/>
                <a:gd name="connsiteX1" fmla="*/ 1104900 w 2981325"/>
                <a:gd name="connsiteY1" fmla="*/ 0 h 847725"/>
                <a:gd name="connsiteX2" fmla="*/ 2981325 w 2981325"/>
                <a:gd name="connsiteY2" fmla="*/ 847725 h 847725"/>
                <a:gd name="connsiteX3" fmla="*/ 0 w 2981325"/>
                <a:gd name="connsiteY3" fmla="*/ 828676 h 847725"/>
                <a:gd name="connsiteX0" fmla="*/ 0 w 2990850"/>
                <a:gd name="connsiteY0" fmla="*/ 841376 h 847725"/>
                <a:gd name="connsiteX1" fmla="*/ 1114425 w 2990850"/>
                <a:gd name="connsiteY1" fmla="*/ 0 h 847725"/>
                <a:gd name="connsiteX2" fmla="*/ 2990850 w 2990850"/>
                <a:gd name="connsiteY2" fmla="*/ 847725 h 847725"/>
                <a:gd name="connsiteX3" fmla="*/ 0 w 2990850"/>
                <a:gd name="connsiteY3" fmla="*/ 841376 h 847725"/>
                <a:gd name="connsiteX0" fmla="*/ 0 w 2962275"/>
                <a:gd name="connsiteY0" fmla="*/ 841376 h 841376"/>
                <a:gd name="connsiteX1" fmla="*/ 1114425 w 2962275"/>
                <a:gd name="connsiteY1" fmla="*/ 0 h 841376"/>
                <a:gd name="connsiteX2" fmla="*/ 2962275 w 2962275"/>
                <a:gd name="connsiteY2" fmla="*/ 841375 h 841376"/>
                <a:gd name="connsiteX3" fmla="*/ 0 w 2962275"/>
                <a:gd name="connsiteY3" fmla="*/ 841376 h 841376"/>
                <a:gd name="connsiteX0" fmla="*/ 0 w 2965450"/>
                <a:gd name="connsiteY0" fmla="*/ 841376 h 860425"/>
                <a:gd name="connsiteX1" fmla="*/ 1114425 w 2965450"/>
                <a:gd name="connsiteY1" fmla="*/ 0 h 860425"/>
                <a:gd name="connsiteX2" fmla="*/ 2965450 w 2965450"/>
                <a:gd name="connsiteY2" fmla="*/ 860425 h 860425"/>
                <a:gd name="connsiteX3" fmla="*/ 0 w 2965450"/>
                <a:gd name="connsiteY3" fmla="*/ 841376 h 860425"/>
                <a:gd name="connsiteX0" fmla="*/ 0 w 2952750"/>
                <a:gd name="connsiteY0" fmla="*/ 841376 h 860425"/>
                <a:gd name="connsiteX1" fmla="*/ 1114425 w 2952750"/>
                <a:gd name="connsiteY1" fmla="*/ 0 h 860425"/>
                <a:gd name="connsiteX2" fmla="*/ 2952750 w 2952750"/>
                <a:gd name="connsiteY2" fmla="*/ 860425 h 860425"/>
                <a:gd name="connsiteX3" fmla="*/ 0 w 2952750"/>
                <a:gd name="connsiteY3" fmla="*/ 841376 h 860425"/>
                <a:gd name="connsiteX0" fmla="*/ 0 w 2959100"/>
                <a:gd name="connsiteY0" fmla="*/ 841376 h 857250"/>
                <a:gd name="connsiteX1" fmla="*/ 1114425 w 2959100"/>
                <a:gd name="connsiteY1" fmla="*/ 0 h 857250"/>
                <a:gd name="connsiteX2" fmla="*/ 2959100 w 2959100"/>
                <a:gd name="connsiteY2" fmla="*/ 857250 h 857250"/>
                <a:gd name="connsiteX3" fmla="*/ 0 w 2959100"/>
                <a:gd name="connsiteY3" fmla="*/ 841376 h 857250"/>
                <a:gd name="connsiteX0" fmla="*/ 0 w 2946400"/>
                <a:gd name="connsiteY0" fmla="*/ 841376 h 857250"/>
                <a:gd name="connsiteX1" fmla="*/ 1114425 w 2946400"/>
                <a:gd name="connsiteY1" fmla="*/ 0 h 857250"/>
                <a:gd name="connsiteX2" fmla="*/ 2946400 w 2946400"/>
                <a:gd name="connsiteY2" fmla="*/ 857250 h 857250"/>
                <a:gd name="connsiteX3" fmla="*/ 0 w 2946400"/>
                <a:gd name="connsiteY3" fmla="*/ 841376 h 857250"/>
                <a:gd name="connsiteX0" fmla="*/ 0 w 2952750"/>
                <a:gd name="connsiteY0" fmla="*/ 841376 h 844550"/>
                <a:gd name="connsiteX1" fmla="*/ 1114425 w 2952750"/>
                <a:gd name="connsiteY1" fmla="*/ 0 h 844550"/>
                <a:gd name="connsiteX2" fmla="*/ 2952750 w 2952750"/>
                <a:gd name="connsiteY2" fmla="*/ 844550 h 844550"/>
                <a:gd name="connsiteX3" fmla="*/ 0 w 2952750"/>
                <a:gd name="connsiteY3" fmla="*/ 841376 h 844550"/>
                <a:gd name="connsiteX0" fmla="*/ 0 w 2971800"/>
                <a:gd name="connsiteY0" fmla="*/ 841376 h 854075"/>
                <a:gd name="connsiteX1" fmla="*/ 1114425 w 2971800"/>
                <a:gd name="connsiteY1" fmla="*/ 0 h 854075"/>
                <a:gd name="connsiteX2" fmla="*/ 2971800 w 2971800"/>
                <a:gd name="connsiteY2" fmla="*/ 854075 h 854075"/>
                <a:gd name="connsiteX3" fmla="*/ 0 w 2971800"/>
                <a:gd name="connsiteY3" fmla="*/ 841376 h 854075"/>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65450"/>
                <a:gd name="connsiteY0" fmla="*/ 841376 h 846137"/>
                <a:gd name="connsiteX1" fmla="*/ 1114425 w 2965450"/>
                <a:gd name="connsiteY1" fmla="*/ 0 h 846137"/>
                <a:gd name="connsiteX2" fmla="*/ 2965450 w 2965450"/>
                <a:gd name="connsiteY2" fmla="*/ 846137 h 846137"/>
                <a:gd name="connsiteX3" fmla="*/ 0 w 2965450"/>
                <a:gd name="connsiteY3" fmla="*/ 841376 h 846137"/>
                <a:gd name="connsiteX0" fmla="*/ 0 w 2958306"/>
                <a:gd name="connsiteY0" fmla="*/ 841376 h 843756"/>
                <a:gd name="connsiteX1" fmla="*/ 1114425 w 2958306"/>
                <a:gd name="connsiteY1" fmla="*/ 0 h 843756"/>
                <a:gd name="connsiteX2" fmla="*/ 2958306 w 2958306"/>
                <a:gd name="connsiteY2" fmla="*/ 843756 h 843756"/>
                <a:gd name="connsiteX3" fmla="*/ 0 w 2958306"/>
                <a:gd name="connsiteY3" fmla="*/ 841376 h 843756"/>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84500"/>
                <a:gd name="connsiteY0" fmla="*/ 841376 h 841376"/>
                <a:gd name="connsiteX1" fmla="*/ 1114425 w 2984500"/>
                <a:gd name="connsiteY1" fmla="*/ 0 h 841376"/>
                <a:gd name="connsiteX2" fmla="*/ 2984500 w 2984500"/>
                <a:gd name="connsiteY2" fmla="*/ 841375 h 841376"/>
                <a:gd name="connsiteX3" fmla="*/ 0 w 2984500"/>
                <a:gd name="connsiteY3"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84500"/>
                <a:gd name="connsiteY0" fmla="*/ 841376 h 841376"/>
                <a:gd name="connsiteX1" fmla="*/ 1114425 w 2984500"/>
                <a:gd name="connsiteY1" fmla="*/ 0 h 841376"/>
                <a:gd name="connsiteX2" fmla="*/ 2982565 w 2984500"/>
                <a:gd name="connsiteY2" fmla="*/ 302333 h 841376"/>
                <a:gd name="connsiteX3" fmla="*/ 2984500 w 2984500"/>
                <a:gd name="connsiteY3" fmla="*/ 841375 h 841376"/>
                <a:gd name="connsiteX4" fmla="*/ 0 w 2984500"/>
                <a:gd name="connsiteY4" fmla="*/ 841376 h 841376"/>
                <a:gd name="connsiteX0" fmla="*/ 0 w 3000375"/>
                <a:gd name="connsiteY0" fmla="*/ 841376 h 841376"/>
                <a:gd name="connsiteX1" fmla="*/ 1114425 w 3000375"/>
                <a:gd name="connsiteY1" fmla="*/ 0 h 841376"/>
                <a:gd name="connsiteX2" fmla="*/ 2982565 w 3000375"/>
                <a:gd name="connsiteY2" fmla="*/ 302333 h 841376"/>
                <a:gd name="connsiteX3" fmla="*/ 3000375 w 3000375"/>
                <a:gd name="connsiteY3" fmla="*/ 838200 h 841376"/>
                <a:gd name="connsiteX4" fmla="*/ 0 w 3000375"/>
                <a:gd name="connsiteY4" fmla="*/ 841376 h 841376"/>
                <a:gd name="connsiteX0" fmla="*/ 0 w 3000375"/>
                <a:gd name="connsiteY0" fmla="*/ 841376 h 841376"/>
                <a:gd name="connsiteX1" fmla="*/ 1114425 w 3000375"/>
                <a:gd name="connsiteY1" fmla="*/ 0 h 841376"/>
                <a:gd name="connsiteX2" fmla="*/ 2992090 w 3000375"/>
                <a:gd name="connsiteY2" fmla="*/ 299158 h 841376"/>
                <a:gd name="connsiteX3" fmla="*/ 3000375 w 3000375"/>
                <a:gd name="connsiteY3" fmla="*/ 838200 h 841376"/>
                <a:gd name="connsiteX4" fmla="*/ 0 w 3000375"/>
                <a:gd name="connsiteY4" fmla="*/ 841376 h 841376"/>
                <a:gd name="connsiteX0" fmla="*/ 0 w 2992090"/>
                <a:gd name="connsiteY0" fmla="*/ 841376 h 841376"/>
                <a:gd name="connsiteX1" fmla="*/ 1114425 w 2992090"/>
                <a:gd name="connsiteY1" fmla="*/ 0 h 841376"/>
                <a:gd name="connsiteX2" fmla="*/ 2992090 w 2992090"/>
                <a:gd name="connsiteY2" fmla="*/ 299158 h 841376"/>
                <a:gd name="connsiteX3" fmla="*/ 2987675 w 2992090"/>
                <a:gd name="connsiteY3" fmla="*/ 838200 h 841376"/>
                <a:gd name="connsiteX4" fmla="*/ 0 w 2992090"/>
                <a:gd name="connsiteY4" fmla="*/ 841376 h 841376"/>
                <a:gd name="connsiteX0" fmla="*/ 0 w 2987808"/>
                <a:gd name="connsiteY0" fmla="*/ 841376 h 841376"/>
                <a:gd name="connsiteX1" fmla="*/ 1114425 w 2987808"/>
                <a:gd name="connsiteY1" fmla="*/ 0 h 841376"/>
                <a:gd name="connsiteX2" fmla="*/ 2979390 w 2987808"/>
                <a:gd name="connsiteY2" fmla="*/ 302333 h 841376"/>
                <a:gd name="connsiteX3" fmla="*/ 2987675 w 2987808"/>
                <a:gd name="connsiteY3" fmla="*/ 838200 h 841376"/>
                <a:gd name="connsiteX4" fmla="*/ 0 w 2987808"/>
                <a:gd name="connsiteY4" fmla="*/ 841376 h 841376"/>
                <a:gd name="connsiteX0" fmla="*/ 0 w 2988915"/>
                <a:gd name="connsiteY0" fmla="*/ 841376 h 841376"/>
                <a:gd name="connsiteX1" fmla="*/ 1114425 w 2988915"/>
                <a:gd name="connsiteY1" fmla="*/ 0 h 841376"/>
                <a:gd name="connsiteX2" fmla="*/ 2988915 w 2988915"/>
                <a:gd name="connsiteY2" fmla="*/ 299158 h 841376"/>
                <a:gd name="connsiteX3" fmla="*/ 2987675 w 2988915"/>
                <a:gd name="connsiteY3" fmla="*/ 838200 h 841376"/>
                <a:gd name="connsiteX4" fmla="*/ 0 w 2988915"/>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91296"/>
                <a:gd name="connsiteY0" fmla="*/ 841376 h 841376"/>
                <a:gd name="connsiteX1" fmla="*/ 1114425 w 2991296"/>
                <a:gd name="connsiteY1" fmla="*/ 0 h 841376"/>
                <a:gd name="connsiteX2" fmla="*/ 2991296 w 2991296"/>
                <a:gd name="connsiteY2" fmla="*/ 294396 h 841376"/>
                <a:gd name="connsiteX3" fmla="*/ 2987675 w 2991296"/>
                <a:gd name="connsiteY3" fmla="*/ 838200 h 841376"/>
                <a:gd name="connsiteX4" fmla="*/ 0 w 2991296"/>
                <a:gd name="connsiteY4" fmla="*/ 841376 h 8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296" h="841376">
                  <a:moveTo>
                    <a:pt x="0" y="841376"/>
                  </a:moveTo>
                  <a:lnTo>
                    <a:pt x="1114425" y="0"/>
                  </a:lnTo>
                  <a:lnTo>
                    <a:pt x="2991296" y="294396"/>
                  </a:lnTo>
                  <a:cubicBezTo>
                    <a:pt x="2989824" y="474077"/>
                    <a:pt x="2989147" y="658519"/>
                    <a:pt x="2987675" y="838200"/>
                  </a:cubicBezTo>
                  <a:lnTo>
                    <a:pt x="0" y="841376"/>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220" name="Straight Connector 219">
              <a:extLst>
                <a:ext uri="{FF2B5EF4-FFF2-40B4-BE49-F238E27FC236}">
                  <a16:creationId xmlns:a16="http://schemas.microsoft.com/office/drawing/2014/main" id="{4A806A83-5C7E-4294-8725-9055393C0689}"/>
                </a:ext>
              </a:extLst>
            </p:cNvPr>
            <p:cNvCxnSpPr>
              <a:cxnSpLocks/>
            </p:cNvCxnSpPr>
            <p:nvPr/>
          </p:nvCxnSpPr>
          <p:spPr>
            <a:xfrm rot="2700000">
              <a:off x="732386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C959F2B1-6877-4C26-BF28-6BB797ED4FA9}"/>
                </a:ext>
              </a:extLst>
            </p:cNvPr>
            <p:cNvCxnSpPr>
              <a:cxnSpLocks/>
            </p:cNvCxnSpPr>
            <p:nvPr/>
          </p:nvCxnSpPr>
          <p:spPr>
            <a:xfrm rot="18900000">
              <a:off x="616332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22" name="Rectangle 221">
              <a:extLst>
                <a:ext uri="{FF2B5EF4-FFF2-40B4-BE49-F238E27FC236}">
                  <a16:creationId xmlns:a16="http://schemas.microsoft.com/office/drawing/2014/main" id="{5733DCF3-5BDC-4E35-8476-45E5C1A8EC70}"/>
                </a:ext>
              </a:extLst>
            </p:cNvPr>
            <p:cNvSpPr/>
            <p:nvPr/>
          </p:nvSpPr>
          <p:spPr>
            <a:xfrm>
              <a:off x="6447071" y="1822728"/>
              <a:ext cx="1128451" cy="3026833"/>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1099876"/>
                <a:gd name="connsiteY0" fmla="*/ 0 h 3026833"/>
                <a:gd name="connsiteX1" fmla="*/ 595051 w 1099876"/>
                <a:gd name="connsiteY1" fmla="*/ 0 h 3026833"/>
                <a:gd name="connsiteX2" fmla="*/ 1099876 w 1099876"/>
                <a:gd name="connsiteY2" fmla="*/ 2188633 h 3026833"/>
                <a:gd name="connsiteX3" fmla="*/ 0 w 1099876"/>
                <a:gd name="connsiteY3" fmla="*/ 3026833 h 3026833"/>
                <a:gd name="connsiteX4" fmla="*/ 0 w 1099876"/>
                <a:gd name="connsiteY4" fmla="*/ 0 h 3026833"/>
                <a:gd name="connsiteX0" fmla="*/ 0 w 1109401"/>
                <a:gd name="connsiteY0" fmla="*/ 0 h 3026833"/>
                <a:gd name="connsiteX1" fmla="*/ 595051 w 1109401"/>
                <a:gd name="connsiteY1" fmla="*/ 0 h 3026833"/>
                <a:gd name="connsiteX2" fmla="*/ 1109401 w 1109401"/>
                <a:gd name="connsiteY2" fmla="*/ 2188633 h 3026833"/>
                <a:gd name="connsiteX3" fmla="*/ 0 w 1109401"/>
                <a:gd name="connsiteY3" fmla="*/ 3026833 h 3026833"/>
                <a:gd name="connsiteX4" fmla="*/ 0 w 1109401"/>
                <a:gd name="connsiteY4" fmla="*/ 0 h 3026833"/>
                <a:gd name="connsiteX0" fmla="*/ 0 w 1128451"/>
                <a:gd name="connsiteY0" fmla="*/ 0 h 3026833"/>
                <a:gd name="connsiteX1" fmla="*/ 595051 w 1128451"/>
                <a:gd name="connsiteY1" fmla="*/ 0 h 3026833"/>
                <a:gd name="connsiteX2" fmla="*/ 1128451 w 1128451"/>
                <a:gd name="connsiteY2" fmla="*/ 2179108 h 3026833"/>
                <a:gd name="connsiteX3" fmla="*/ 0 w 1128451"/>
                <a:gd name="connsiteY3" fmla="*/ 3026833 h 3026833"/>
                <a:gd name="connsiteX4" fmla="*/ 0 w 1128451"/>
                <a:gd name="connsiteY4" fmla="*/ 0 h 302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51" h="3026833">
                  <a:moveTo>
                    <a:pt x="0" y="0"/>
                  </a:moveTo>
                  <a:lnTo>
                    <a:pt x="595051" y="0"/>
                  </a:lnTo>
                  <a:lnTo>
                    <a:pt x="1128451" y="2179108"/>
                  </a:lnTo>
                  <a:lnTo>
                    <a:pt x="0" y="3026833"/>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3" name="Oval 222">
              <a:extLst>
                <a:ext uri="{FF2B5EF4-FFF2-40B4-BE49-F238E27FC236}">
                  <a16:creationId xmlns:a16="http://schemas.microsoft.com/office/drawing/2014/main" id="{6297FDB7-5E7B-4A45-9164-39C834D14FA6}"/>
                </a:ext>
              </a:extLst>
            </p:cNvPr>
            <p:cNvSpPr/>
            <p:nvPr/>
          </p:nvSpPr>
          <p:spPr>
            <a:xfrm>
              <a:off x="689980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24" name="Oval 223">
              <a:extLst>
                <a:ext uri="{FF2B5EF4-FFF2-40B4-BE49-F238E27FC236}">
                  <a16:creationId xmlns:a16="http://schemas.microsoft.com/office/drawing/2014/main" id="{96CC2A5D-1538-49FC-AE64-AE2865FD4C19}"/>
                </a:ext>
              </a:extLst>
            </p:cNvPr>
            <p:cNvSpPr/>
            <p:nvPr/>
          </p:nvSpPr>
          <p:spPr>
            <a:xfrm>
              <a:off x="7436152" y="387252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26" name="Oval 225">
              <a:extLst>
                <a:ext uri="{FF2B5EF4-FFF2-40B4-BE49-F238E27FC236}">
                  <a16:creationId xmlns:a16="http://schemas.microsoft.com/office/drawing/2014/main" id="{DDD87A55-F5C3-4666-98D4-49C2A082987E}"/>
                </a:ext>
              </a:extLst>
            </p:cNvPr>
            <p:cNvSpPr/>
            <p:nvPr/>
          </p:nvSpPr>
          <p:spPr>
            <a:xfrm>
              <a:off x="629942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27" name="TextBox 226">
              <a:extLst>
                <a:ext uri="{FF2B5EF4-FFF2-40B4-BE49-F238E27FC236}">
                  <a16:creationId xmlns:a16="http://schemas.microsoft.com/office/drawing/2014/main" id="{249B8084-55B8-4EE0-8967-8BE744161E2A}"/>
                </a:ext>
              </a:extLst>
            </p:cNvPr>
            <p:cNvSpPr txBox="1"/>
            <p:nvPr/>
          </p:nvSpPr>
          <p:spPr>
            <a:xfrm>
              <a:off x="9105999"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28" name="TextBox 227">
              <a:extLst>
                <a:ext uri="{FF2B5EF4-FFF2-40B4-BE49-F238E27FC236}">
                  <a16:creationId xmlns:a16="http://schemas.microsoft.com/office/drawing/2014/main" id="{2096BEB9-4EAB-48BC-8F7F-3C105302918E}"/>
                </a:ext>
              </a:extLst>
            </p:cNvPr>
            <p:cNvSpPr txBox="1"/>
            <p:nvPr/>
          </p:nvSpPr>
          <p:spPr>
            <a:xfrm>
              <a:off x="8267042" y="2952832"/>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229" name="TextBox 228">
              <a:extLst>
                <a:ext uri="{FF2B5EF4-FFF2-40B4-BE49-F238E27FC236}">
                  <a16:creationId xmlns:a16="http://schemas.microsoft.com/office/drawing/2014/main" id="{FC53B930-13B4-4F10-8D9C-465E90224DFA}"/>
                </a:ext>
              </a:extLst>
            </p:cNvPr>
            <p:cNvSpPr txBox="1"/>
            <p:nvPr/>
          </p:nvSpPr>
          <p:spPr>
            <a:xfrm>
              <a:off x="5774695"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230" name="TextBox 229">
              <a:extLst>
                <a:ext uri="{FF2B5EF4-FFF2-40B4-BE49-F238E27FC236}">
                  <a16:creationId xmlns:a16="http://schemas.microsoft.com/office/drawing/2014/main" id="{5538639C-97B7-459C-B5BE-6BC7F8BE2769}"/>
                </a:ext>
              </a:extLst>
            </p:cNvPr>
            <p:cNvSpPr txBox="1"/>
            <p:nvPr/>
          </p:nvSpPr>
          <p:spPr>
            <a:xfrm>
              <a:off x="6734631" y="3249114"/>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sp>
          <p:nvSpPr>
            <p:cNvPr id="231" name="TextBox 230">
              <a:extLst>
                <a:ext uri="{FF2B5EF4-FFF2-40B4-BE49-F238E27FC236}">
                  <a16:creationId xmlns:a16="http://schemas.microsoft.com/office/drawing/2014/main" id="{57C7AA0F-C302-4806-81C1-14564152D8A7}"/>
                </a:ext>
              </a:extLst>
            </p:cNvPr>
            <p:cNvSpPr txBox="1"/>
            <p:nvPr/>
          </p:nvSpPr>
          <p:spPr>
            <a:xfrm>
              <a:off x="605314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232" name="Straight Arrow Connector 231">
              <a:extLst>
                <a:ext uri="{FF2B5EF4-FFF2-40B4-BE49-F238E27FC236}">
                  <a16:creationId xmlns:a16="http://schemas.microsoft.com/office/drawing/2014/main" id="{F4FFE885-3F1B-451C-A5C2-16F1A73D56A4}"/>
                </a:ext>
              </a:extLst>
            </p:cNvPr>
            <p:cNvCxnSpPr>
              <a:cxnSpLocks/>
            </p:cNvCxnSpPr>
            <p:nvPr/>
          </p:nvCxnSpPr>
          <p:spPr>
            <a:xfrm rot="16200000" flipV="1">
              <a:off x="616368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4" name="Straight Arrow Connector 233">
              <a:extLst>
                <a:ext uri="{FF2B5EF4-FFF2-40B4-BE49-F238E27FC236}">
                  <a16:creationId xmlns:a16="http://schemas.microsoft.com/office/drawing/2014/main" id="{1E8ADACC-ECB4-4C43-981A-BF2C948BF457}"/>
                </a:ext>
              </a:extLst>
            </p:cNvPr>
            <p:cNvCxnSpPr>
              <a:cxnSpLocks/>
            </p:cNvCxnSpPr>
            <p:nvPr/>
          </p:nvCxnSpPr>
          <p:spPr>
            <a:xfrm rot="5400000" flipV="1">
              <a:off x="62960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5" name="Straight Arrow Connector 234">
              <a:extLst>
                <a:ext uri="{FF2B5EF4-FFF2-40B4-BE49-F238E27FC236}">
                  <a16:creationId xmlns:a16="http://schemas.microsoft.com/office/drawing/2014/main" id="{3DC04E10-1231-4B6E-AAED-AB5ABCCAEA16}"/>
                </a:ext>
              </a:extLst>
            </p:cNvPr>
            <p:cNvCxnSpPr>
              <a:cxnSpLocks/>
            </p:cNvCxnSpPr>
            <p:nvPr/>
          </p:nvCxnSpPr>
          <p:spPr>
            <a:xfrm rot="4620000" flipV="1">
              <a:off x="7199947" y="29772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8" name="TextBox 237">
              <a:extLst>
                <a:ext uri="{FF2B5EF4-FFF2-40B4-BE49-F238E27FC236}">
                  <a16:creationId xmlns:a16="http://schemas.microsoft.com/office/drawing/2014/main" id="{DB231E44-9F75-43F8-AF8F-BD0F13343CBA}"/>
                </a:ext>
              </a:extLst>
            </p:cNvPr>
            <p:cNvSpPr txBox="1"/>
            <p:nvPr/>
          </p:nvSpPr>
          <p:spPr>
            <a:xfrm>
              <a:off x="6394450" y="4285102"/>
              <a:ext cx="403983" cy="369332"/>
            </a:xfrm>
            <a:prstGeom prst="rect">
              <a:avLst/>
            </a:prstGeom>
            <a:noFill/>
          </p:spPr>
          <p:txBody>
            <a:bodyPr wrap="square">
              <a:spAutoFit/>
            </a:bodyPr>
            <a:lstStyle/>
            <a:p>
              <a:pPr algn="ctr"/>
              <a:r>
                <a:rPr lang="en-US" dirty="0">
                  <a:latin typeface="Consolas" panose="020B0609020204030204" pitchFamily="49" charset="0"/>
                </a:rPr>
                <a:t>i</a:t>
              </a:r>
              <a:r>
                <a:rPr lang="en-US" baseline="-25000" dirty="0">
                  <a:latin typeface="Consolas" panose="020B0609020204030204" pitchFamily="49" charset="0"/>
                </a:rPr>
                <a:t>1</a:t>
              </a:r>
            </a:p>
          </p:txBody>
        </p:sp>
        <p:sp>
          <p:nvSpPr>
            <p:cNvPr id="239" name="TextBox 238">
              <a:extLst>
                <a:ext uri="{FF2B5EF4-FFF2-40B4-BE49-F238E27FC236}">
                  <a16:creationId xmlns:a16="http://schemas.microsoft.com/office/drawing/2014/main" id="{7AB87B24-6BE2-479D-9C26-64EBB8DB9E5C}"/>
                </a:ext>
              </a:extLst>
            </p:cNvPr>
            <p:cNvSpPr txBox="1"/>
            <p:nvPr/>
          </p:nvSpPr>
          <p:spPr>
            <a:xfrm>
              <a:off x="6688296" y="45055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0</a:t>
              </a:r>
            </a:p>
          </p:txBody>
        </p:sp>
        <p:sp>
          <p:nvSpPr>
            <p:cNvPr id="240" name="TextBox 239">
              <a:extLst>
                <a:ext uri="{FF2B5EF4-FFF2-40B4-BE49-F238E27FC236}">
                  <a16:creationId xmlns:a16="http://schemas.microsoft.com/office/drawing/2014/main" id="{8640C1A8-7C2A-46A0-843B-76A8913E4B92}"/>
                </a:ext>
              </a:extLst>
            </p:cNvPr>
            <p:cNvSpPr txBox="1"/>
            <p:nvPr/>
          </p:nvSpPr>
          <p:spPr>
            <a:xfrm>
              <a:off x="8965487" y="4468102"/>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1</a:t>
              </a:r>
            </a:p>
          </p:txBody>
        </p:sp>
        <p:sp>
          <p:nvSpPr>
            <p:cNvPr id="244" name="TextBox 243">
              <a:extLst>
                <a:ext uri="{FF2B5EF4-FFF2-40B4-BE49-F238E27FC236}">
                  <a16:creationId xmlns:a16="http://schemas.microsoft.com/office/drawing/2014/main" id="{6E7FF6CD-8DE5-44E0-A135-4DDDF82B8FA0}"/>
                </a:ext>
              </a:extLst>
            </p:cNvPr>
            <p:cNvSpPr txBox="1"/>
            <p:nvPr/>
          </p:nvSpPr>
          <p:spPr>
            <a:xfrm>
              <a:off x="6580536"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245" name="Straight Arrow Connector 244">
              <a:extLst>
                <a:ext uri="{FF2B5EF4-FFF2-40B4-BE49-F238E27FC236}">
                  <a16:creationId xmlns:a16="http://schemas.microsoft.com/office/drawing/2014/main" id="{31D8A263-3175-4628-98AF-C6AB656874F5}"/>
                </a:ext>
              </a:extLst>
            </p:cNvPr>
            <p:cNvCxnSpPr>
              <a:cxnSpLocks/>
            </p:cNvCxnSpPr>
            <p:nvPr/>
          </p:nvCxnSpPr>
          <p:spPr>
            <a:xfrm rot="16200000" flipV="1">
              <a:off x="9143503"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E142770F-DFC2-4F2B-A391-5CAA7C0511B8}"/>
                </a:ext>
              </a:extLst>
            </p:cNvPr>
            <p:cNvCxnSpPr>
              <a:cxnSpLocks/>
            </p:cNvCxnSpPr>
            <p:nvPr/>
          </p:nvCxnSpPr>
          <p:spPr>
            <a:xfrm rot="10800000" flipV="1">
              <a:off x="8018650"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7" name="Straight Arrow Connector 246">
              <a:extLst>
                <a:ext uri="{FF2B5EF4-FFF2-40B4-BE49-F238E27FC236}">
                  <a16:creationId xmlns:a16="http://schemas.microsoft.com/office/drawing/2014/main" id="{893B6A6E-8D4A-489C-9F26-0E80BDFD51E2}"/>
                </a:ext>
              </a:extLst>
            </p:cNvPr>
            <p:cNvCxnSpPr>
              <a:cxnSpLocks/>
            </p:cNvCxnSpPr>
            <p:nvPr/>
          </p:nvCxnSpPr>
          <p:spPr>
            <a:xfrm flipV="1">
              <a:off x="7594435" y="4747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8" name="TextBox 247">
              <a:extLst>
                <a:ext uri="{FF2B5EF4-FFF2-40B4-BE49-F238E27FC236}">
                  <a16:creationId xmlns:a16="http://schemas.microsoft.com/office/drawing/2014/main" id="{08CCB352-04BF-4B96-B0F3-04BE5FD20E57}"/>
                </a:ext>
              </a:extLst>
            </p:cNvPr>
            <p:cNvSpPr txBox="1"/>
            <p:nvPr/>
          </p:nvSpPr>
          <p:spPr>
            <a:xfrm>
              <a:off x="8075569" y="51346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249" name="Straight Arrow Connector 248">
              <a:extLst>
                <a:ext uri="{FF2B5EF4-FFF2-40B4-BE49-F238E27FC236}">
                  <a16:creationId xmlns:a16="http://schemas.microsoft.com/office/drawing/2014/main" id="{BAB4715E-E98A-4A13-9B17-13A28EA799E7}"/>
                </a:ext>
              </a:extLst>
            </p:cNvPr>
            <p:cNvCxnSpPr>
              <a:cxnSpLocks/>
            </p:cNvCxnSpPr>
            <p:nvPr/>
          </p:nvCxnSpPr>
          <p:spPr>
            <a:xfrm rot="10800000" flipV="1">
              <a:off x="7585846" y="498403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0" name="TextBox 249">
              <a:extLst>
                <a:ext uri="{FF2B5EF4-FFF2-40B4-BE49-F238E27FC236}">
                  <a16:creationId xmlns:a16="http://schemas.microsoft.com/office/drawing/2014/main" id="{8AB9366E-96B4-4A06-99F0-3D1C0B551D52}"/>
                </a:ext>
              </a:extLst>
            </p:cNvPr>
            <p:cNvSpPr txBox="1"/>
            <p:nvPr/>
          </p:nvSpPr>
          <p:spPr>
            <a:xfrm>
              <a:off x="8082109"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251" name="TextBox 250">
              <a:extLst>
                <a:ext uri="{FF2B5EF4-FFF2-40B4-BE49-F238E27FC236}">
                  <a16:creationId xmlns:a16="http://schemas.microsoft.com/office/drawing/2014/main" id="{C2285165-EAF3-4065-86AF-162E916227CD}"/>
                </a:ext>
              </a:extLst>
            </p:cNvPr>
            <p:cNvSpPr txBox="1"/>
            <p:nvPr/>
          </p:nvSpPr>
          <p:spPr>
            <a:xfrm>
              <a:off x="7549236" y="360148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258" name="TextBox 257">
              <a:extLst>
                <a:ext uri="{FF2B5EF4-FFF2-40B4-BE49-F238E27FC236}">
                  <a16:creationId xmlns:a16="http://schemas.microsoft.com/office/drawing/2014/main" id="{8958BA7D-81C5-42C7-8B15-2DF2DA7C83E0}"/>
                </a:ext>
              </a:extLst>
            </p:cNvPr>
            <p:cNvSpPr txBox="1"/>
            <p:nvPr/>
          </p:nvSpPr>
          <p:spPr>
            <a:xfrm>
              <a:off x="7686202" y="4307163"/>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cxnSp>
          <p:nvCxnSpPr>
            <p:cNvPr id="261" name="Straight Arrow Connector 260">
              <a:extLst>
                <a:ext uri="{FF2B5EF4-FFF2-40B4-BE49-F238E27FC236}">
                  <a16:creationId xmlns:a16="http://schemas.microsoft.com/office/drawing/2014/main" id="{D94472AC-8CA7-454C-9A5C-3596235783AA}"/>
                </a:ext>
              </a:extLst>
            </p:cNvPr>
            <p:cNvCxnSpPr>
              <a:cxnSpLocks/>
            </p:cNvCxnSpPr>
            <p:nvPr/>
          </p:nvCxnSpPr>
          <p:spPr>
            <a:xfrm rot="15420000" flipV="1">
              <a:off x="7028274" y="300857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2" name="Oval 261">
              <a:extLst>
                <a:ext uri="{FF2B5EF4-FFF2-40B4-BE49-F238E27FC236}">
                  <a16:creationId xmlns:a16="http://schemas.microsoft.com/office/drawing/2014/main" id="{12ED25A3-C927-4F74-9F04-0D67CCC78CC8}"/>
                </a:ext>
              </a:extLst>
            </p:cNvPr>
            <p:cNvSpPr/>
            <p:nvPr/>
          </p:nvSpPr>
          <p:spPr>
            <a:xfrm>
              <a:off x="9305161" y="169836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63" name="Oval 262">
              <a:extLst>
                <a:ext uri="{FF2B5EF4-FFF2-40B4-BE49-F238E27FC236}">
                  <a16:creationId xmlns:a16="http://schemas.microsoft.com/office/drawing/2014/main" id="{13F43693-8D5F-480B-B3C6-334E8AFFAB02}"/>
                </a:ext>
              </a:extLst>
            </p:cNvPr>
            <p:cNvSpPr/>
            <p:nvPr/>
          </p:nvSpPr>
          <p:spPr>
            <a:xfrm>
              <a:off x="9286136" y="4706152"/>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64" name="Straight Arrow Connector 263">
              <a:extLst>
                <a:ext uri="{FF2B5EF4-FFF2-40B4-BE49-F238E27FC236}">
                  <a16:creationId xmlns:a16="http://schemas.microsoft.com/office/drawing/2014/main" id="{C4BA667E-68A3-4866-B333-308CFF4078E7}"/>
                </a:ext>
              </a:extLst>
            </p:cNvPr>
            <p:cNvCxnSpPr>
              <a:cxnSpLocks/>
            </p:cNvCxnSpPr>
            <p:nvPr/>
          </p:nvCxnSpPr>
          <p:spPr>
            <a:xfrm flipH="1">
              <a:off x="6622559" y="1879409"/>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7" name="TextBox 266">
              <a:extLst>
                <a:ext uri="{FF2B5EF4-FFF2-40B4-BE49-F238E27FC236}">
                  <a16:creationId xmlns:a16="http://schemas.microsoft.com/office/drawing/2014/main" id="{A4156CF5-BA56-486B-872E-67FD601DC7CE}"/>
                </a:ext>
              </a:extLst>
            </p:cNvPr>
            <p:cNvSpPr txBox="1"/>
            <p:nvPr/>
          </p:nvSpPr>
          <p:spPr>
            <a:xfrm>
              <a:off x="7288632" y="404833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268" name="Straight Arrow Connector 267">
              <a:extLst>
                <a:ext uri="{FF2B5EF4-FFF2-40B4-BE49-F238E27FC236}">
                  <a16:creationId xmlns:a16="http://schemas.microsoft.com/office/drawing/2014/main" id="{16E87D5C-1EC3-45AE-A18A-8903F43E8875}"/>
                </a:ext>
              </a:extLst>
            </p:cNvPr>
            <p:cNvCxnSpPr>
              <a:cxnSpLocks/>
            </p:cNvCxnSpPr>
            <p:nvPr/>
          </p:nvCxnSpPr>
          <p:spPr>
            <a:xfrm rot="600000" flipV="1">
              <a:off x="8177507" y="405603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A3B73A9F-A301-43A5-B6CB-697C0EF7650B}"/>
                </a:ext>
              </a:extLst>
            </p:cNvPr>
            <p:cNvCxnSpPr>
              <a:cxnSpLocks/>
            </p:cNvCxnSpPr>
            <p:nvPr/>
          </p:nvCxnSpPr>
          <p:spPr>
            <a:xfrm rot="11400000" flipV="1">
              <a:off x="8155187" y="418797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0" name="Straight Arrow Connector 269">
              <a:extLst>
                <a:ext uri="{FF2B5EF4-FFF2-40B4-BE49-F238E27FC236}">
                  <a16:creationId xmlns:a16="http://schemas.microsoft.com/office/drawing/2014/main" id="{15653459-F5CB-4AC4-BD55-04D483E83A2F}"/>
                </a:ext>
              </a:extLst>
            </p:cNvPr>
            <p:cNvCxnSpPr>
              <a:cxnSpLocks/>
            </p:cNvCxnSpPr>
            <p:nvPr/>
          </p:nvCxnSpPr>
          <p:spPr>
            <a:xfrm rot="8520000" flipV="1">
              <a:off x="6920070" y="44240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1" name="Straight Arrow Connector 270">
              <a:extLst>
                <a:ext uri="{FF2B5EF4-FFF2-40B4-BE49-F238E27FC236}">
                  <a16:creationId xmlns:a16="http://schemas.microsoft.com/office/drawing/2014/main" id="{A679052F-D486-4747-AFAD-65E8E7791B44}"/>
                </a:ext>
              </a:extLst>
            </p:cNvPr>
            <p:cNvCxnSpPr>
              <a:cxnSpLocks/>
            </p:cNvCxnSpPr>
            <p:nvPr/>
          </p:nvCxnSpPr>
          <p:spPr>
            <a:xfrm rot="-2280000" flipV="1">
              <a:off x="6845324" y="431346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5" name="Oval 224">
              <a:extLst>
                <a:ext uri="{FF2B5EF4-FFF2-40B4-BE49-F238E27FC236}">
                  <a16:creationId xmlns:a16="http://schemas.microsoft.com/office/drawing/2014/main" id="{A6354ABA-9B6E-427D-A922-5466390BE5EF}"/>
                </a:ext>
              </a:extLst>
            </p:cNvPr>
            <p:cNvSpPr/>
            <p:nvPr/>
          </p:nvSpPr>
          <p:spPr>
            <a:xfrm>
              <a:off x="6335763" y="46964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3" name="Oval 272">
              <a:extLst>
                <a:ext uri="{FF2B5EF4-FFF2-40B4-BE49-F238E27FC236}">
                  <a16:creationId xmlns:a16="http://schemas.microsoft.com/office/drawing/2014/main" id="{B7BADF65-FA82-4862-95B6-A2AC3A96EF40}"/>
                </a:ext>
              </a:extLst>
            </p:cNvPr>
            <p:cNvSpPr/>
            <p:nvPr/>
          </p:nvSpPr>
          <p:spPr>
            <a:xfrm>
              <a:off x="9316365" y="41705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74" name="Straight Arrow Connector 273">
              <a:extLst>
                <a:ext uri="{FF2B5EF4-FFF2-40B4-BE49-F238E27FC236}">
                  <a16:creationId xmlns:a16="http://schemas.microsoft.com/office/drawing/2014/main" id="{46E3EE17-13B3-48B1-8DE0-F6947A6F9BA3}"/>
                </a:ext>
              </a:extLst>
            </p:cNvPr>
            <p:cNvCxnSpPr>
              <a:cxnSpLocks/>
            </p:cNvCxnSpPr>
            <p:nvPr/>
          </p:nvCxnSpPr>
          <p:spPr>
            <a:xfrm rot="5400000" flipH="1">
              <a:off x="9290899" y="456727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5" name="TextBox 274">
              <a:extLst>
                <a:ext uri="{FF2B5EF4-FFF2-40B4-BE49-F238E27FC236}">
                  <a16:creationId xmlns:a16="http://schemas.microsoft.com/office/drawing/2014/main" id="{598BC0EB-DD02-4ABA-BD85-7056D0EC7573}"/>
                </a:ext>
              </a:extLst>
            </p:cNvPr>
            <p:cNvSpPr txBox="1"/>
            <p:nvPr/>
          </p:nvSpPr>
          <p:spPr>
            <a:xfrm>
              <a:off x="8943415" y="4154198"/>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2</a:t>
              </a:r>
            </a:p>
          </p:txBody>
        </p:sp>
        <p:sp>
          <p:nvSpPr>
            <p:cNvPr id="279" name="TextBox 278">
              <a:extLst>
                <a:ext uri="{FF2B5EF4-FFF2-40B4-BE49-F238E27FC236}">
                  <a16:creationId xmlns:a16="http://schemas.microsoft.com/office/drawing/2014/main" id="{50436301-6EF9-4AA8-809D-86CCFB898FC2}"/>
                </a:ext>
              </a:extLst>
            </p:cNvPr>
            <p:cNvSpPr txBox="1"/>
            <p:nvPr/>
          </p:nvSpPr>
          <p:spPr>
            <a:xfrm>
              <a:off x="7165193" y="356247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grpSp>
      <p:sp>
        <p:nvSpPr>
          <p:cNvPr id="280" name="TextBox 279">
            <a:extLst>
              <a:ext uri="{FF2B5EF4-FFF2-40B4-BE49-F238E27FC236}">
                <a16:creationId xmlns:a16="http://schemas.microsoft.com/office/drawing/2014/main" id="{D0E5190E-3776-4218-9500-F6682FE7E804}"/>
              </a:ext>
            </a:extLst>
          </p:cNvPr>
          <p:cNvSpPr txBox="1"/>
          <p:nvPr/>
        </p:nvSpPr>
        <p:spPr>
          <a:xfrm>
            <a:off x="5774695" y="384062"/>
            <a:ext cx="421912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r>
              <a:rPr lang="en-US" dirty="0">
                <a:latin typeface="Consolas" panose="020B0609020204030204" pitchFamily="49" charset="0"/>
              </a:rPr>
              <a:t> = he selected to reindex the element I with the new vertex E.</a:t>
            </a:r>
          </a:p>
        </p:txBody>
      </p:sp>
      <p:sp>
        <p:nvSpPr>
          <p:cNvPr id="281" name="TextBox 280">
            <a:extLst>
              <a:ext uri="{FF2B5EF4-FFF2-40B4-BE49-F238E27FC236}">
                <a16:creationId xmlns:a16="http://schemas.microsoft.com/office/drawing/2014/main" id="{AFED8388-226D-4EBC-8FE1-B73303734ADB}"/>
              </a:ext>
            </a:extLst>
          </p:cNvPr>
          <p:cNvSpPr txBox="1"/>
          <p:nvPr/>
        </p:nvSpPr>
        <p:spPr>
          <a:xfrm>
            <a:off x="10389542" y="1824312"/>
            <a:ext cx="3822676" cy="4524315"/>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This operation is only valid if a collapsed vertex* shares an outcome half-edge with one of the faces shared by the edge being split.</a:t>
            </a:r>
          </a:p>
          <a:p>
            <a:pPr algn="just"/>
            <a:endParaRPr lang="en-US" dirty="0">
              <a:latin typeface="Consolas" panose="020B0609020204030204" pitchFamily="49" charset="0"/>
            </a:endParaRPr>
          </a:p>
          <a:p>
            <a:pPr algn="just"/>
            <a:r>
              <a:rPr lang="en-US" dirty="0">
                <a:latin typeface="Consolas" panose="020B0609020204030204" pitchFamily="49" charset="0"/>
              </a:rPr>
              <a:t>i</a:t>
            </a:r>
            <a:r>
              <a:rPr lang="en-US" baseline="-25000" dirty="0">
                <a:latin typeface="Consolas" panose="020B0609020204030204" pitchFamily="49" charset="0"/>
              </a:rPr>
              <a:t>2 </a:t>
            </a:r>
            <a:r>
              <a:rPr lang="en-US" dirty="0">
                <a:latin typeface="Consolas" panose="020B0609020204030204" pitchFamily="49" charset="0"/>
              </a:rPr>
              <a:t>is a half-edge from a collapsed vertex representing an edge shared with the face G. G has the edge represented by g</a:t>
            </a:r>
            <a:r>
              <a:rPr lang="en-US" baseline="-25000" dirty="0">
                <a:latin typeface="Consolas" panose="020B0609020204030204" pitchFamily="49" charset="0"/>
              </a:rPr>
              <a:t>0</a:t>
            </a:r>
            <a:r>
              <a:rPr lang="en-US" dirty="0">
                <a:latin typeface="Consolas" panose="020B0609020204030204" pitchFamily="49" charset="0"/>
              </a:rPr>
              <a:t> and a</a:t>
            </a:r>
            <a:r>
              <a:rPr lang="en-US" baseline="-25000" dirty="0">
                <a:latin typeface="Consolas" panose="020B0609020204030204" pitchFamily="49" charset="0"/>
              </a:rPr>
              <a:t>0</a:t>
            </a:r>
            <a:r>
              <a:rPr lang="en-US" dirty="0">
                <a:latin typeface="Consolas" panose="020B0609020204030204" pitchFamily="49" charset="0"/>
              </a:rPr>
              <a:t>, so i</a:t>
            </a:r>
            <a:r>
              <a:rPr lang="en-US" baseline="-25000" dirty="0">
                <a:latin typeface="Consolas" panose="020B0609020204030204" pitchFamily="49" charset="0"/>
              </a:rPr>
              <a:t>2</a:t>
            </a:r>
            <a:r>
              <a:rPr lang="en-US" dirty="0">
                <a:latin typeface="Consolas" panose="020B0609020204030204" pitchFamily="49" charset="0"/>
              </a:rPr>
              <a:t> can be used as the new vertex E to build the new element.</a:t>
            </a:r>
          </a:p>
          <a:p>
            <a:pPr algn="just"/>
            <a:endParaRPr lang="en-US" dirty="0">
              <a:latin typeface="Consolas" panose="020B0609020204030204" pitchFamily="49" charset="0"/>
            </a:endParaRPr>
          </a:p>
          <a:p>
            <a:pPr algn="just"/>
            <a:r>
              <a:rPr lang="en-US" dirty="0">
                <a:latin typeface="Consolas" panose="020B0609020204030204" pitchFamily="49" charset="0"/>
              </a:rPr>
              <a:t>* Collapsed vertex: a vertex from a collapsed edge. </a:t>
            </a:r>
            <a:endParaRPr lang="en-US" baseline="-25000" dirty="0">
              <a:latin typeface="Consolas" panose="020B0609020204030204" pitchFamily="49" charset="0"/>
            </a:endParaRPr>
          </a:p>
        </p:txBody>
      </p:sp>
    </p:spTree>
    <p:extLst>
      <p:ext uri="{BB962C8B-B14F-4D97-AF65-F5344CB8AC3E}">
        <p14:creationId xmlns:p14="http://schemas.microsoft.com/office/powerpoint/2010/main" val="2135604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7CA6DB-04B7-4B7E-AFC4-DDD1BB5E0693}"/>
              </a:ext>
            </a:extLst>
          </p:cNvPr>
          <p:cNvSpPr txBox="1"/>
          <p:nvPr/>
        </p:nvSpPr>
        <p:spPr>
          <a:xfrm>
            <a:off x="409888" y="97804"/>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op2(he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3" name="Group 2">
            <a:extLst>
              <a:ext uri="{FF2B5EF4-FFF2-40B4-BE49-F238E27FC236}">
                <a16:creationId xmlns:a16="http://schemas.microsoft.com/office/drawing/2014/main" id="{933DB386-6DEC-45D9-B4DA-11F936DA915D}"/>
              </a:ext>
            </a:extLst>
          </p:cNvPr>
          <p:cNvGrpSpPr/>
          <p:nvPr/>
        </p:nvGrpSpPr>
        <p:grpSpPr>
          <a:xfrm>
            <a:off x="468350" y="1136610"/>
            <a:ext cx="4967587" cy="5467155"/>
            <a:chOff x="468350" y="1136610"/>
            <a:chExt cx="4967587" cy="5467155"/>
          </a:xfrm>
        </p:grpSpPr>
        <p:cxnSp>
          <p:nvCxnSpPr>
            <p:cNvPr id="97" name="Straight Connector 96">
              <a:extLst>
                <a:ext uri="{FF2B5EF4-FFF2-40B4-BE49-F238E27FC236}">
                  <a16:creationId xmlns:a16="http://schemas.microsoft.com/office/drawing/2014/main" id="{6BB96111-72DF-4DAE-987E-69FB9A026D76}"/>
                </a:ext>
              </a:extLst>
            </p:cNvPr>
            <p:cNvCxnSpPr>
              <a:cxnSpLocks/>
            </p:cNvCxnSpPr>
            <p:nvPr/>
          </p:nvCxnSpPr>
          <p:spPr>
            <a:xfrm rot="2700000">
              <a:off x="5039062" y="113660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A1D9928B-B1C4-4032-B1C5-EE25F6ADF693}"/>
                </a:ext>
              </a:extLst>
            </p:cNvPr>
            <p:cNvCxnSpPr>
              <a:cxnSpLocks/>
            </p:cNvCxnSpPr>
            <p:nvPr/>
          </p:nvCxnSpPr>
          <p:spPr>
            <a:xfrm rot="18900000">
              <a:off x="3878516" y="113661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6AD27E00-9D41-410F-BD73-9EFF5DFCFCB6}"/>
                </a:ext>
              </a:extLst>
            </p:cNvPr>
            <p:cNvCxnSpPr>
              <a:cxnSpLocks/>
            </p:cNvCxnSpPr>
            <p:nvPr/>
          </p:nvCxnSpPr>
          <p:spPr>
            <a:xfrm rot="2700000">
              <a:off x="3888775" y="473777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0729E0B0-2F84-4F22-8B35-24AE9DE7F482}"/>
                </a:ext>
              </a:extLst>
            </p:cNvPr>
            <p:cNvCxnSpPr>
              <a:cxnSpLocks/>
            </p:cNvCxnSpPr>
            <p:nvPr/>
          </p:nvCxnSpPr>
          <p:spPr>
            <a:xfrm rot="18900000">
              <a:off x="4999908" y="4747884"/>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8" name="Rectangle 87">
              <a:extLst>
                <a:ext uri="{FF2B5EF4-FFF2-40B4-BE49-F238E27FC236}">
                  <a16:creationId xmlns:a16="http://schemas.microsoft.com/office/drawing/2014/main" id="{DDB854CA-DE94-438B-B1C7-BB94D6632DBB}"/>
                </a:ext>
              </a:extLst>
            </p:cNvPr>
            <p:cNvSpPr/>
            <p:nvPr/>
          </p:nvSpPr>
          <p:spPr>
            <a:xfrm>
              <a:off x="4127043" y="1841339"/>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E2798932-2B80-4897-A33D-3C8BE24EF7A6}"/>
                </a:ext>
              </a:extLst>
            </p:cNvPr>
            <p:cNvSpPr/>
            <p:nvPr/>
          </p:nvSpPr>
          <p:spPr>
            <a:xfrm>
              <a:off x="1746739" y="1832833"/>
              <a:ext cx="2397694" cy="3016727"/>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73" name="Straight Connector 172">
              <a:extLst>
                <a:ext uri="{FF2B5EF4-FFF2-40B4-BE49-F238E27FC236}">
                  <a16:creationId xmlns:a16="http://schemas.microsoft.com/office/drawing/2014/main" id="{3D4E9717-E5FC-4C7F-B809-73CDE996FBA3}"/>
                </a:ext>
              </a:extLst>
            </p:cNvPr>
            <p:cNvCxnSpPr>
              <a:cxnSpLocks/>
            </p:cNvCxnSpPr>
            <p:nvPr/>
          </p:nvCxnSpPr>
          <p:spPr>
            <a:xfrm rot="18900000">
              <a:off x="202848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E18407C9-9E03-4A03-BC45-1047154FDBBC}"/>
                </a:ext>
              </a:extLst>
            </p:cNvPr>
            <p:cNvCxnSpPr>
              <a:cxnSpLocks/>
            </p:cNvCxnSpPr>
            <p:nvPr/>
          </p:nvCxnSpPr>
          <p:spPr>
            <a:xfrm rot="2700000">
              <a:off x="86522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005E686D-2A9E-4448-B428-03F3C7F1C29C}"/>
                </a:ext>
              </a:extLst>
            </p:cNvPr>
            <p:cNvCxnSpPr>
              <a:cxnSpLocks/>
            </p:cNvCxnSpPr>
            <p:nvPr/>
          </p:nvCxnSpPr>
          <p:spPr>
            <a:xfrm rot="2700000">
              <a:off x="202848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9" name="Straight Connector 178">
              <a:extLst>
                <a:ext uri="{FF2B5EF4-FFF2-40B4-BE49-F238E27FC236}">
                  <a16:creationId xmlns:a16="http://schemas.microsoft.com/office/drawing/2014/main" id="{31E50B93-7986-4F39-A429-01F0E02EBFCD}"/>
                </a:ext>
              </a:extLst>
            </p:cNvPr>
            <p:cNvCxnSpPr>
              <a:cxnSpLocks/>
            </p:cNvCxnSpPr>
            <p:nvPr/>
          </p:nvCxnSpPr>
          <p:spPr>
            <a:xfrm rot="18900000">
              <a:off x="86793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82" name="Rectangle 181">
              <a:extLst>
                <a:ext uri="{FF2B5EF4-FFF2-40B4-BE49-F238E27FC236}">
                  <a16:creationId xmlns:a16="http://schemas.microsoft.com/office/drawing/2014/main" id="{19685195-86C4-48F5-B67F-8D3901C2C3A6}"/>
                </a:ext>
              </a:extLst>
            </p:cNvPr>
            <p:cNvSpPr/>
            <p:nvPr/>
          </p:nvSpPr>
          <p:spPr>
            <a:xfrm>
              <a:off x="115168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3" name="Oval 182">
              <a:extLst>
                <a:ext uri="{FF2B5EF4-FFF2-40B4-BE49-F238E27FC236}">
                  <a16:creationId xmlns:a16="http://schemas.microsoft.com/office/drawing/2014/main" id="{355D990C-22CB-4D7D-882B-05EF526FAE6C}"/>
                </a:ext>
              </a:extLst>
            </p:cNvPr>
            <p:cNvSpPr/>
            <p:nvPr/>
          </p:nvSpPr>
          <p:spPr>
            <a:xfrm>
              <a:off x="160442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84" name="Oval 183">
              <a:extLst>
                <a:ext uri="{FF2B5EF4-FFF2-40B4-BE49-F238E27FC236}">
                  <a16:creationId xmlns:a16="http://schemas.microsoft.com/office/drawing/2014/main" id="{15C9E6F1-4A45-4D38-B80E-32A51FA5EECB}"/>
                </a:ext>
              </a:extLst>
            </p:cNvPr>
            <p:cNvSpPr/>
            <p:nvPr/>
          </p:nvSpPr>
          <p:spPr>
            <a:xfrm>
              <a:off x="161226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5" name="Oval 184">
              <a:extLst>
                <a:ext uri="{FF2B5EF4-FFF2-40B4-BE49-F238E27FC236}">
                  <a16:creationId xmlns:a16="http://schemas.microsoft.com/office/drawing/2014/main" id="{E076E959-DD6F-4E53-AD6C-78FDAC2A7A41}"/>
                </a:ext>
              </a:extLst>
            </p:cNvPr>
            <p:cNvSpPr/>
            <p:nvPr/>
          </p:nvSpPr>
          <p:spPr>
            <a:xfrm>
              <a:off x="97177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6" name="Oval 185">
              <a:extLst>
                <a:ext uri="{FF2B5EF4-FFF2-40B4-BE49-F238E27FC236}">
                  <a16:creationId xmlns:a16="http://schemas.microsoft.com/office/drawing/2014/main" id="{71C9A9EC-8035-409B-B098-94EF33BFE8C7}"/>
                </a:ext>
              </a:extLst>
            </p:cNvPr>
            <p:cNvSpPr/>
            <p:nvPr/>
          </p:nvSpPr>
          <p:spPr>
            <a:xfrm>
              <a:off x="100404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87" name="TextBox 186">
              <a:extLst>
                <a:ext uri="{FF2B5EF4-FFF2-40B4-BE49-F238E27FC236}">
                  <a16:creationId xmlns:a16="http://schemas.microsoft.com/office/drawing/2014/main" id="{F5B944AC-0C72-4320-A7AD-47A95FD90EBD}"/>
                </a:ext>
              </a:extLst>
            </p:cNvPr>
            <p:cNvSpPr txBox="1"/>
            <p:nvPr/>
          </p:nvSpPr>
          <p:spPr>
            <a:xfrm>
              <a:off x="3643923" y="4737446"/>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88" name="TextBox 187">
              <a:extLst>
                <a:ext uri="{FF2B5EF4-FFF2-40B4-BE49-F238E27FC236}">
                  <a16:creationId xmlns:a16="http://schemas.microsoft.com/office/drawing/2014/main" id="{9C4254C9-6BFB-46B9-9B42-45EDCCC74911}"/>
                </a:ext>
              </a:extLst>
            </p:cNvPr>
            <p:cNvSpPr txBox="1"/>
            <p:nvPr/>
          </p:nvSpPr>
          <p:spPr>
            <a:xfrm>
              <a:off x="2786728" y="3239727"/>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189" name="TextBox 188">
              <a:extLst>
                <a:ext uri="{FF2B5EF4-FFF2-40B4-BE49-F238E27FC236}">
                  <a16:creationId xmlns:a16="http://schemas.microsoft.com/office/drawing/2014/main" id="{50C47102-6313-4C97-8F0D-E92151A75E17}"/>
                </a:ext>
              </a:extLst>
            </p:cNvPr>
            <p:cNvSpPr txBox="1"/>
            <p:nvPr/>
          </p:nvSpPr>
          <p:spPr>
            <a:xfrm>
              <a:off x="47931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90" name="TextBox 189">
              <a:extLst>
                <a:ext uri="{FF2B5EF4-FFF2-40B4-BE49-F238E27FC236}">
                  <a16:creationId xmlns:a16="http://schemas.microsoft.com/office/drawing/2014/main" id="{3CEA99B2-F650-47C0-A75E-A2D170350056}"/>
                </a:ext>
              </a:extLst>
            </p:cNvPr>
            <p:cNvSpPr txBox="1"/>
            <p:nvPr/>
          </p:nvSpPr>
          <p:spPr>
            <a:xfrm>
              <a:off x="1277191" y="3239727"/>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92" name="Straight Arrow Connector 191">
              <a:extLst>
                <a:ext uri="{FF2B5EF4-FFF2-40B4-BE49-F238E27FC236}">
                  <a16:creationId xmlns:a16="http://schemas.microsoft.com/office/drawing/2014/main" id="{DC0EA864-953C-4AFD-9B81-32E3FBC96291}"/>
                </a:ext>
              </a:extLst>
            </p:cNvPr>
            <p:cNvCxnSpPr>
              <a:cxnSpLocks/>
            </p:cNvCxnSpPr>
            <p:nvPr/>
          </p:nvCxnSpPr>
          <p:spPr>
            <a:xfrm rot="16200000" flipV="1">
              <a:off x="86830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3" name="Straight Arrow Connector 192">
              <a:extLst>
                <a:ext uri="{FF2B5EF4-FFF2-40B4-BE49-F238E27FC236}">
                  <a16:creationId xmlns:a16="http://schemas.microsoft.com/office/drawing/2014/main" id="{0606BFA2-FCB5-4F91-803E-C413BCA955F9}"/>
                </a:ext>
              </a:extLst>
            </p:cNvPr>
            <p:cNvCxnSpPr>
              <a:cxnSpLocks/>
            </p:cNvCxnSpPr>
            <p:nvPr/>
          </p:nvCxnSpPr>
          <p:spPr>
            <a:xfrm rot="16200000" flipV="1">
              <a:off x="4448472" y="3433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a:extLst>
                <a:ext uri="{FF2B5EF4-FFF2-40B4-BE49-F238E27FC236}">
                  <a16:creationId xmlns:a16="http://schemas.microsoft.com/office/drawing/2014/main" id="{FE41BB42-869F-4B65-ABED-74E5A53DA42B}"/>
                </a:ext>
              </a:extLst>
            </p:cNvPr>
            <p:cNvCxnSpPr>
              <a:cxnSpLocks/>
            </p:cNvCxnSpPr>
            <p:nvPr/>
          </p:nvCxnSpPr>
          <p:spPr>
            <a:xfrm rot="5400000" flipV="1">
              <a:off x="3977522" y="34742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4B2A0A3D-DF61-4E0B-83E3-A3A7920B4246}"/>
                </a:ext>
              </a:extLst>
            </p:cNvPr>
            <p:cNvCxnSpPr>
              <a:cxnSpLocks/>
            </p:cNvCxnSpPr>
            <p:nvPr/>
          </p:nvCxnSpPr>
          <p:spPr>
            <a:xfrm rot="5400000" flipV="1">
              <a:off x="160513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5A050704-C0B9-40D5-A53F-DE8A6A6994FD}"/>
                </a:ext>
              </a:extLst>
            </p:cNvPr>
            <p:cNvCxnSpPr>
              <a:cxnSpLocks/>
            </p:cNvCxnSpPr>
            <p:nvPr/>
          </p:nvCxnSpPr>
          <p:spPr>
            <a:xfrm flipH="1">
              <a:off x="1306807" y="187994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F96C037C-2357-4680-A79D-2AEECAAD2079}"/>
                </a:ext>
              </a:extLst>
            </p:cNvPr>
            <p:cNvCxnSpPr>
              <a:cxnSpLocks/>
            </p:cNvCxnSpPr>
            <p:nvPr/>
          </p:nvCxnSpPr>
          <p:spPr>
            <a:xfrm rot="10800000" flipH="1">
              <a:off x="140476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TextBox 198">
              <a:extLst>
                <a:ext uri="{FF2B5EF4-FFF2-40B4-BE49-F238E27FC236}">
                  <a16:creationId xmlns:a16="http://schemas.microsoft.com/office/drawing/2014/main" id="{B92C2B89-B259-481E-B8C3-95F672C7506E}"/>
                </a:ext>
              </a:extLst>
            </p:cNvPr>
            <p:cNvSpPr txBox="1"/>
            <p:nvPr/>
          </p:nvSpPr>
          <p:spPr>
            <a:xfrm>
              <a:off x="1069447" y="4446307"/>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p>
          </p:txBody>
        </p:sp>
        <p:sp>
          <p:nvSpPr>
            <p:cNvPr id="202" name="TextBox 201">
              <a:extLst>
                <a:ext uri="{FF2B5EF4-FFF2-40B4-BE49-F238E27FC236}">
                  <a16:creationId xmlns:a16="http://schemas.microsoft.com/office/drawing/2014/main" id="{6724CC0E-4588-42E9-865B-ADAFAE42C61B}"/>
                </a:ext>
              </a:extLst>
            </p:cNvPr>
            <p:cNvSpPr txBox="1"/>
            <p:nvPr/>
          </p:nvSpPr>
          <p:spPr>
            <a:xfrm>
              <a:off x="1186853" y="5680435"/>
              <a:ext cx="3477396" cy="923330"/>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r>
                <a:rPr lang="en-US" dirty="0">
                  <a:latin typeface="Consolas" panose="020B0609020204030204" pitchFamily="49" charset="0"/>
                </a:rPr>
                <a:t> = collapsed in B.</a:t>
              </a:r>
            </a:p>
            <a:p>
              <a:r>
                <a:rPr lang="en-US" dirty="0">
                  <a:latin typeface="Consolas" panose="020B0609020204030204" pitchFamily="49" charset="0"/>
                </a:rPr>
                <a:t>l</a:t>
              </a:r>
              <a:r>
                <a:rPr lang="en-US" baseline="-25000" dirty="0">
                  <a:latin typeface="Consolas" panose="020B0609020204030204" pitchFamily="49" charset="0"/>
                </a:rPr>
                <a:t>1</a:t>
              </a:r>
              <a:r>
                <a:rPr lang="en-US" dirty="0">
                  <a:latin typeface="Consolas" panose="020B0609020204030204" pitchFamily="49" charset="0"/>
                </a:rPr>
                <a:t> = collapsed in C</a:t>
              </a:r>
            </a:p>
            <a:p>
              <a:r>
                <a:rPr lang="en-US" dirty="0">
                  <a:latin typeface="Consolas" panose="020B0609020204030204" pitchFamily="49" charset="0"/>
                </a:rPr>
                <a:t>Also collapsed in A and D</a:t>
              </a:r>
            </a:p>
          </p:txBody>
        </p:sp>
        <p:sp>
          <p:nvSpPr>
            <p:cNvPr id="203" name="TextBox 202">
              <a:extLst>
                <a:ext uri="{FF2B5EF4-FFF2-40B4-BE49-F238E27FC236}">
                  <a16:creationId xmlns:a16="http://schemas.microsoft.com/office/drawing/2014/main" id="{0A49E61A-C544-4767-9AA1-1FB898C3DBB7}"/>
                </a:ext>
              </a:extLst>
            </p:cNvPr>
            <p:cNvSpPr txBox="1"/>
            <p:nvPr/>
          </p:nvSpPr>
          <p:spPr>
            <a:xfrm>
              <a:off x="128039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204" name="TextBox 203">
              <a:extLst>
                <a:ext uri="{FF2B5EF4-FFF2-40B4-BE49-F238E27FC236}">
                  <a16:creationId xmlns:a16="http://schemas.microsoft.com/office/drawing/2014/main" id="{5F7AE95D-1D29-4E5E-A380-4799CCC37EC8}"/>
                </a:ext>
              </a:extLst>
            </p:cNvPr>
            <p:cNvSpPr txBox="1"/>
            <p:nvPr/>
          </p:nvSpPr>
          <p:spPr>
            <a:xfrm>
              <a:off x="128515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205" name="Straight Arrow Connector 204">
              <a:extLst>
                <a:ext uri="{FF2B5EF4-FFF2-40B4-BE49-F238E27FC236}">
                  <a16:creationId xmlns:a16="http://schemas.microsoft.com/office/drawing/2014/main" id="{D0FBA19F-DB9D-4996-A820-97B67D0DA72B}"/>
                </a:ext>
              </a:extLst>
            </p:cNvPr>
            <p:cNvCxnSpPr>
              <a:cxnSpLocks/>
            </p:cNvCxnSpPr>
            <p:nvPr/>
          </p:nvCxnSpPr>
          <p:spPr>
            <a:xfrm rot="16200000" flipV="1">
              <a:off x="384812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a:extLst>
                <a:ext uri="{FF2B5EF4-FFF2-40B4-BE49-F238E27FC236}">
                  <a16:creationId xmlns:a16="http://schemas.microsoft.com/office/drawing/2014/main" id="{E0927E0A-5460-4E95-9697-61FA55A1C2A6}"/>
                </a:ext>
              </a:extLst>
            </p:cNvPr>
            <p:cNvCxnSpPr>
              <a:cxnSpLocks/>
            </p:cNvCxnSpPr>
            <p:nvPr/>
          </p:nvCxnSpPr>
          <p:spPr>
            <a:xfrm rot="10800000" flipV="1">
              <a:off x="2723269"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a:extLst>
                <a:ext uri="{FF2B5EF4-FFF2-40B4-BE49-F238E27FC236}">
                  <a16:creationId xmlns:a16="http://schemas.microsoft.com/office/drawing/2014/main" id="{B1534679-DF2C-4B3C-82D4-41BF74A08BA4}"/>
                </a:ext>
              </a:extLst>
            </p:cNvPr>
            <p:cNvCxnSpPr>
              <a:cxnSpLocks/>
            </p:cNvCxnSpPr>
            <p:nvPr/>
          </p:nvCxnSpPr>
          <p:spPr>
            <a:xfrm flipV="1">
              <a:off x="2699104" y="4747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8" name="TextBox 207">
              <a:extLst>
                <a:ext uri="{FF2B5EF4-FFF2-40B4-BE49-F238E27FC236}">
                  <a16:creationId xmlns:a16="http://schemas.microsoft.com/office/drawing/2014/main" id="{4CB19072-AAAD-42B9-972E-9D731286A003}"/>
                </a:ext>
              </a:extLst>
            </p:cNvPr>
            <p:cNvSpPr txBox="1"/>
            <p:nvPr/>
          </p:nvSpPr>
          <p:spPr>
            <a:xfrm>
              <a:off x="2780188" y="51346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209" name="Straight Arrow Connector 208">
              <a:extLst>
                <a:ext uri="{FF2B5EF4-FFF2-40B4-BE49-F238E27FC236}">
                  <a16:creationId xmlns:a16="http://schemas.microsoft.com/office/drawing/2014/main" id="{0C842212-2744-408E-86A0-41E40358E4DE}"/>
                </a:ext>
              </a:extLst>
            </p:cNvPr>
            <p:cNvCxnSpPr>
              <a:cxnSpLocks/>
            </p:cNvCxnSpPr>
            <p:nvPr/>
          </p:nvCxnSpPr>
          <p:spPr>
            <a:xfrm rot="10800000" flipV="1">
              <a:off x="2690515" y="498403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0" name="TextBox 209">
              <a:extLst>
                <a:ext uri="{FF2B5EF4-FFF2-40B4-BE49-F238E27FC236}">
                  <a16:creationId xmlns:a16="http://schemas.microsoft.com/office/drawing/2014/main" id="{637A85E2-5BC0-47D1-902E-C21BE3A36987}"/>
                </a:ext>
              </a:extLst>
            </p:cNvPr>
            <p:cNvSpPr txBox="1"/>
            <p:nvPr/>
          </p:nvSpPr>
          <p:spPr>
            <a:xfrm>
              <a:off x="2786728"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211" name="TextBox 210">
              <a:extLst>
                <a:ext uri="{FF2B5EF4-FFF2-40B4-BE49-F238E27FC236}">
                  <a16:creationId xmlns:a16="http://schemas.microsoft.com/office/drawing/2014/main" id="{34E96169-01DC-489F-9529-FA9C737C8426}"/>
                </a:ext>
              </a:extLst>
            </p:cNvPr>
            <p:cNvSpPr txBox="1"/>
            <p:nvPr/>
          </p:nvSpPr>
          <p:spPr>
            <a:xfrm>
              <a:off x="1813413" y="451430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257" name="Oval 256">
              <a:extLst>
                <a:ext uri="{FF2B5EF4-FFF2-40B4-BE49-F238E27FC236}">
                  <a16:creationId xmlns:a16="http://schemas.microsoft.com/office/drawing/2014/main" id="{8BC90030-D3D6-493E-B861-BA69FD815D1B}"/>
                </a:ext>
              </a:extLst>
            </p:cNvPr>
            <p:cNvSpPr/>
            <p:nvPr/>
          </p:nvSpPr>
          <p:spPr>
            <a:xfrm>
              <a:off x="4026678" y="169836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76" name="TextBox 275">
              <a:extLst>
                <a:ext uri="{FF2B5EF4-FFF2-40B4-BE49-F238E27FC236}">
                  <a16:creationId xmlns:a16="http://schemas.microsoft.com/office/drawing/2014/main" id="{5611857F-EBC7-4E72-A542-773235593A94}"/>
                </a:ext>
              </a:extLst>
            </p:cNvPr>
            <p:cNvSpPr txBox="1"/>
            <p:nvPr/>
          </p:nvSpPr>
          <p:spPr>
            <a:xfrm>
              <a:off x="1413090" y="4313743"/>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sp>
          <p:nvSpPr>
            <p:cNvPr id="89" name="TextBox 88">
              <a:extLst>
                <a:ext uri="{FF2B5EF4-FFF2-40B4-BE49-F238E27FC236}">
                  <a16:creationId xmlns:a16="http://schemas.microsoft.com/office/drawing/2014/main" id="{F318B75B-3B72-47C5-9893-FCC57272B4A0}"/>
                </a:ext>
              </a:extLst>
            </p:cNvPr>
            <p:cNvSpPr txBox="1"/>
            <p:nvPr/>
          </p:nvSpPr>
          <p:spPr>
            <a:xfrm>
              <a:off x="4272269" y="3282253"/>
              <a:ext cx="320040" cy="320040"/>
            </a:xfrm>
            <a:prstGeom prst="rect">
              <a:avLst/>
            </a:prstGeom>
            <a:noFill/>
            <a:ln w="19050">
              <a:solidFill>
                <a:schemeClr val="bg1"/>
              </a:solidFill>
            </a:ln>
          </p:spPr>
          <p:txBody>
            <a:bodyPr wrap="square" rtlCol="0">
              <a:spAutoFit/>
            </a:bodyPr>
            <a:lstStyle/>
            <a:p>
              <a:pPr algn="ctr"/>
              <a:r>
                <a:rPr lang="pt-BR" dirty="0"/>
                <a:t>L</a:t>
              </a:r>
              <a:endParaRPr lang="en-US" dirty="0"/>
            </a:p>
          </p:txBody>
        </p:sp>
        <p:sp>
          <p:nvSpPr>
            <p:cNvPr id="91" name="Oval 90">
              <a:extLst>
                <a:ext uri="{FF2B5EF4-FFF2-40B4-BE49-F238E27FC236}">
                  <a16:creationId xmlns:a16="http://schemas.microsoft.com/office/drawing/2014/main" id="{1C5CA59E-A51B-4DA7-B5D8-461CE766A6D7}"/>
                </a:ext>
              </a:extLst>
            </p:cNvPr>
            <p:cNvSpPr/>
            <p:nvPr/>
          </p:nvSpPr>
          <p:spPr>
            <a:xfrm>
              <a:off x="4584346" y="171674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56" name="Oval 255">
              <a:extLst>
                <a:ext uri="{FF2B5EF4-FFF2-40B4-BE49-F238E27FC236}">
                  <a16:creationId xmlns:a16="http://schemas.microsoft.com/office/drawing/2014/main" id="{7343961F-54E5-46ED-9B77-76C1ED7BBE86}"/>
                </a:ext>
              </a:extLst>
            </p:cNvPr>
            <p:cNvSpPr/>
            <p:nvPr/>
          </p:nvSpPr>
          <p:spPr>
            <a:xfrm>
              <a:off x="4007142" y="4708862"/>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90" name="Oval 89">
              <a:extLst>
                <a:ext uri="{FF2B5EF4-FFF2-40B4-BE49-F238E27FC236}">
                  <a16:creationId xmlns:a16="http://schemas.microsoft.com/office/drawing/2014/main" id="{91E88F52-4021-41F1-9D30-F43C8C52F5DF}"/>
                </a:ext>
              </a:extLst>
            </p:cNvPr>
            <p:cNvSpPr/>
            <p:nvPr/>
          </p:nvSpPr>
          <p:spPr>
            <a:xfrm>
              <a:off x="4579604" y="470015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94" name="Straight Arrow Connector 93">
              <a:extLst>
                <a:ext uri="{FF2B5EF4-FFF2-40B4-BE49-F238E27FC236}">
                  <a16:creationId xmlns:a16="http://schemas.microsoft.com/office/drawing/2014/main" id="{17D37BBA-2664-4512-A888-4FFFC25E756B}"/>
                </a:ext>
              </a:extLst>
            </p:cNvPr>
            <p:cNvCxnSpPr>
              <a:cxnSpLocks/>
            </p:cNvCxnSpPr>
            <p:nvPr/>
          </p:nvCxnSpPr>
          <p:spPr>
            <a:xfrm rot="10800000" flipH="1">
              <a:off x="4401816" y="469906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089F0C92-F8DB-408D-A0CF-68E275C4A4D3}"/>
                </a:ext>
              </a:extLst>
            </p:cNvPr>
            <p:cNvSpPr txBox="1"/>
            <p:nvPr/>
          </p:nvSpPr>
          <p:spPr>
            <a:xfrm>
              <a:off x="4066496" y="4420172"/>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1</a:t>
              </a:r>
            </a:p>
          </p:txBody>
        </p:sp>
        <p:sp>
          <p:nvSpPr>
            <p:cNvPr id="96" name="TextBox 95">
              <a:extLst>
                <a:ext uri="{FF2B5EF4-FFF2-40B4-BE49-F238E27FC236}">
                  <a16:creationId xmlns:a16="http://schemas.microsoft.com/office/drawing/2014/main" id="{C0C4F0CB-B576-471E-BA97-CBED0BD50789}"/>
                </a:ext>
              </a:extLst>
            </p:cNvPr>
            <p:cNvSpPr txBox="1"/>
            <p:nvPr/>
          </p:nvSpPr>
          <p:spPr>
            <a:xfrm>
              <a:off x="4410139" y="4287608"/>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2</a:t>
              </a:r>
            </a:p>
          </p:txBody>
        </p:sp>
        <p:cxnSp>
          <p:nvCxnSpPr>
            <p:cNvPr id="120" name="Straight Arrow Connector 119">
              <a:extLst>
                <a:ext uri="{FF2B5EF4-FFF2-40B4-BE49-F238E27FC236}">
                  <a16:creationId xmlns:a16="http://schemas.microsoft.com/office/drawing/2014/main" id="{943F4E26-4FF1-4D21-BCA2-29A72DA30DE7}"/>
                </a:ext>
              </a:extLst>
            </p:cNvPr>
            <p:cNvCxnSpPr>
              <a:cxnSpLocks/>
            </p:cNvCxnSpPr>
            <p:nvPr/>
          </p:nvCxnSpPr>
          <p:spPr>
            <a:xfrm flipH="1">
              <a:off x="4329786" y="189995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a:extLst>
                <a:ext uri="{FF2B5EF4-FFF2-40B4-BE49-F238E27FC236}">
                  <a16:creationId xmlns:a16="http://schemas.microsoft.com/office/drawing/2014/main" id="{31DC537A-7534-4603-A915-507D55103984}"/>
                </a:ext>
              </a:extLst>
            </p:cNvPr>
            <p:cNvCxnSpPr>
              <a:cxnSpLocks/>
            </p:cNvCxnSpPr>
            <p:nvPr/>
          </p:nvCxnSpPr>
          <p:spPr>
            <a:xfrm rot="16200000" flipV="1">
              <a:off x="1463166" y="341675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a:extLst>
                <a:ext uri="{FF2B5EF4-FFF2-40B4-BE49-F238E27FC236}">
                  <a16:creationId xmlns:a16="http://schemas.microsoft.com/office/drawing/2014/main" id="{37E9A8DD-49E5-4584-A45B-A96F99D6D09D}"/>
                </a:ext>
              </a:extLst>
            </p:cNvPr>
            <p:cNvCxnSpPr>
              <a:cxnSpLocks/>
            </p:cNvCxnSpPr>
            <p:nvPr/>
          </p:nvCxnSpPr>
          <p:spPr>
            <a:xfrm rot="5400000" flipV="1">
              <a:off x="992216" y="34572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15" name="TextBox 214">
            <a:extLst>
              <a:ext uri="{FF2B5EF4-FFF2-40B4-BE49-F238E27FC236}">
                <a16:creationId xmlns:a16="http://schemas.microsoft.com/office/drawing/2014/main" id="{7DA6009C-1574-47B9-9FBB-05B39A53C3E8}"/>
              </a:ext>
            </a:extLst>
          </p:cNvPr>
          <p:cNvSpPr txBox="1"/>
          <p:nvPr/>
        </p:nvSpPr>
        <p:spPr>
          <a:xfrm>
            <a:off x="409888" y="621637"/>
            <a:ext cx="2552387"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op2(he = he_op(</a:t>
            </a: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280" name="TextBox 279">
            <a:extLst>
              <a:ext uri="{FF2B5EF4-FFF2-40B4-BE49-F238E27FC236}">
                <a16:creationId xmlns:a16="http://schemas.microsoft.com/office/drawing/2014/main" id="{D0E5190E-3776-4218-9500-F6682FE7E804}"/>
              </a:ext>
            </a:extLst>
          </p:cNvPr>
          <p:cNvSpPr txBox="1"/>
          <p:nvPr/>
        </p:nvSpPr>
        <p:spPr>
          <a:xfrm>
            <a:off x="4999908" y="50630"/>
            <a:ext cx="5806253" cy="923330"/>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r>
              <a:rPr lang="en-US" dirty="0">
                <a:latin typeface="Consolas" panose="020B0609020204030204" pitchFamily="49" charset="0"/>
              </a:rPr>
              <a:t>, l</a:t>
            </a:r>
            <a:r>
              <a:rPr lang="en-US" baseline="-25000" dirty="0">
                <a:latin typeface="Consolas" panose="020B0609020204030204" pitchFamily="49" charset="0"/>
              </a:rPr>
              <a:t>1 </a:t>
            </a:r>
            <a:r>
              <a:rPr lang="en-US" dirty="0">
                <a:latin typeface="Consolas" panose="020B0609020204030204" pitchFamily="49" charset="0"/>
              </a:rPr>
              <a:t>= half-edges selected to reindex the element I with the new vertex E and element L with the new vertex F.</a:t>
            </a:r>
          </a:p>
        </p:txBody>
      </p:sp>
      <p:grpSp>
        <p:nvGrpSpPr>
          <p:cNvPr id="6" name="Group 5">
            <a:extLst>
              <a:ext uri="{FF2B5EF4-FFF2-40B4-BE49-F238E27FC236}">
                <a16:creationId xmlns:a16="http://schemas.microsoft.com/office/drawing/2014/main" id="{BEB34463-8A7F-47FC-9A15-363ED80FD575}"/>
              </a:ext>
            </a:extLst>
          </p:cNvPr>
          <p:cNvGrpSpPr/>
          <p:nvPr/>
        </p:nvGrpSpPr>
        <p:grpSpPr>
          <a:xfrm>
            <a:off x="6228016" y="1167480"/>
            <a:ext cx="5002991" cy="4426804"/>
            <a:chOff x="7630631" y="1136431"/>
            <a:chExt cx="5002991" cy="4426804"/>
          </a:xfrm>
        </p:grpSpPr>
        <p:cxnSp>
          <p:nvCxnSpPr>
            <p:cNvPr id="111" name="Straight Connector 110">
              <a:extLst>
                <a:ext uri="{FF2B5EF4-FFF2-40B4-BE49-F238E27FC236}">
                  <a16:creationId xmlns:a16="http://schemas.microsoft.com/office/drawing/2014/main" id="{71C4BF99-758C-405B-8CFC-6308C9CF1CD4}"/>
                </a:ext>
              </a:extLst>
            </p:cNvPr>
            <p:cNvCxnSpPr>
              <a:cxnSpLocks/>
            </p:cNvCxnSpPr>
            <p:nvPr/>
          </p:nvCxnSpPr>
          <p:spPr>
            <a:xfrm rot="2700000">
              <a:off x="12236747" y="113643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a16="http://schemas.microsoft.com/office/drawing/2014/main" id="{99511583-C287-42B2-BFAD-83787068A4A1}"/>
                </a:ext>
              </a:extLst>
            </p:cNvPr>
            <p:cNvCxnSpPr>
              <a:cxnSpLocks/>
            </p:cNvCxnSpPr>
            <p:nvPr/>
          </p:nvCxnSpPr>
          <p:spPr>
            <a:xfrm rot="18900000">
              <a:off x="11076201" y="113643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043C33AC-9657-4EF2-B11E-0928198D2012}"/>
                </a:ext>
              </a:extLst>
            </p:cNvPr>
            <p:cNvCxnSpPr>
              <a:cxnSpLocks/>
            </p:cNvCxnSpPr>
            <p:nvPr/>
          </p:nvCxnSpPr>
          <p:spPr>
            <a:xfrm rot="2700000">
              <a:off x="11579140" y="4733318"/>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E743A03E-DAD3-4080-9450-51650586DA51}"/>
                </a:ext>
              </a:extLst>
            </p:cNvPr>
            <p:cNvCxnSpPr>
              <a:cxnSpLocks/>
            </p:cNvCxnSpPr>
            <p:nvPr/>
          </p:nvCxnSpPr>
          <p:spPr>
            <a:xfrm rot="18900000">
              <a:off x="12206028" y="4733318"/>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99" name="Rectangle 98">
              <a:extLst>
                <a:ext uri="{FF2B5EF4-FFF2-40B4-BE49-F238E27FC236}">
                  <a16:creationId xmlns:a16="http://schemas.microsoft.com/office/drawing/2014/main" id="{74BB07E5-5109-4F1A-A8C1-2FEBBFB74233}"/>
                </a:ext>
              </a:extLst>
            </p:cNvPr>
            <p:cNvSpPr/>
            <p:nvPr/>
          </p:nvSpPr>
          <p:spPr>
            <a:xfrm>
              <a:off x="10743402" y="1837015"/>
              <a:ext cx="1166234" cy="3012546"/>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595051"/>
                <a:gd name="connsiteY0" fmla="*/ 0 h 3026833"/>
                <a:gd name="connsiteX1" fmla="*/ 595051 w 595051"/>
                <a:gd name="connsiteY1" fmla="*/ 0 h 3026833"/>
                <a:gd name="connsiteX2" fmla="*/ 595051 w 595051"/>
                <a:gd name="connsiteY2" fmla="*/ 3026833 h 3026833"/>
                <a:gd name="connsiteX3" fmla="*/ 12700 w 595051"/>
                <a:gd name="connsiteY3" fmla="*/ 2214033 h 3026833"/>
                <a:gd name="connsiteX4" fmla="*/ 0 w 595051"/>
                <a:gd name="connsiteY4" fmla="*/ 0 h 3026833"/>
                <a:gd name="connsiteX0" fmla="*/ 543584 w 1138635"/>
                <a:gd name="connsiteY0" fmla="*/ 0 h 3026833"/>
                <a:gd name="connsiteX1" fmla="*/ 1138635 w 1138635"/>
                <a:gd name="connsiteY1" fmla="*/ 0 h 3026833"/>
                <a:gd name="connsiteX2" fmla="*/ 1138635 w 1138635"/>
                <a:gd name="connsiteY2" fmla="*/ 3026833 h 3026833"/>
                <a:gd name="connsiteX3" fmla="*/ 24 w 1138635"/>
                <a:gd name="connsiteY3" fmla="*/ 2214033 h 3026833"/>
                <a:gd name="connsiteX4" fmla="*/ 543584 w 1138635"/>
                <a:gd name="connsiteY4" fmla="*/ 0 h 3026833"/>
                <a:gd name="connsiteX0" fmla="*/ 543560 w 1138611"/>
                <a:gd name="connsiteY0" fmla="*/ 0 h 3026833"/>
                <a:gd name="connsiteX1" fmla="*/ 1138611 w 1138611"/>
                <a:gd name="connsiteY1" fmla="*/ 0 h 3026833"/>
                <a:gd name="connsiteX2" fmla="*/ 1138611 w 1138611"/>
                <a:gd name="connsiteY2" fmla="*/ 3026833 h 3026833"/>
                <a:gd name="connsiteX3" fmla="*/ 0 w 1138611"/>
                <a:gd name="connsiteY3" fmla="*/ 2214033 h 3026833"/>
                <a:gd name="connsiteX4" fmla="*/ 543560 w 1138611"/>
                <a:gd name="connsiteY4" fmla="*/ 0 h 3026833"/>
                <a:gd name="connsiteX0" fmla="*/ 543560 w 1138611"/>
                <a:gd name="connsiteY0" fmla="*/ 0 h 3026833"/>
                <a:gd name="connsiteX1" fmla="*/ 1138611 w 1138611"/>
                <a:gd name="connsiteY1" fmla="*/ 0 h 3026833"/>
                <a:gd name="connsiteX2" fmla="*/ 1138611 w 1138611"/>
                <a:gd name="connsiteY2" fmla="*/ 3026833 h 3026833"/>
                <a:gd name="connsiteX3" fmla="*/ 0 w 1138611"/>
                <a:gd name="connsiteY3" fmla="*/ 2214033 h 3026833"/>
                <a:gd name="connsiteX4" fmla="*/ 543560 w 1138611"/>
                <a:gd name="connsiteY4" fmla="*/ 0 h 3026833"/>
                <a:gd name="connsiteX0" fmla="*/ 551180 w 1146231"/>
                <a:gd name="connsiteY0" fmla="*/ 0 h 3026833"/>
                <a:gd name="connsiteX1" fmla="*/ 1146231 w 1146231"/>
                <a:gd name="connsiteY1" fmla="*/ 0 h 3026833"/>
                <a:gd name="connsiteX2" fmla="*/ 1146231 w 1146231"/>
                <a:gd name="connsiteY2" fmla="*/ 3026833 h 3026833"/>
                <a:gd name="connsiteX3" fmla="*/ 0 w 1146231"/>
                <a:gd name="connsiteY3" fmla="*/ 2183553 h 3026833"/>
                <a:gd name="connsiteX4" fmla="*/ 551180 w 1146231"/>
                <a:gd name="connsiteY4" fmla="*/ 0 h 3026833"/>
                <a:gd name="connsiteX0" fmla="*/ 551180 w 1146231"/>
                <a:gd name="connsiteY0" fmla="*/ 0 h 3026833"/>
                <a:gd name="connsiteX1" fmla="*/ 1146231 w 1146231"/>
                <a:gd name="connsiteY1" fmla="*/ 0 h 3026833"/>
                <a:gd name="connsiteX2" fmla="*/ 1146231 w 1146231"/>
                <a:gd name="connsiteY2" fmla="*/ 3026833 h 3026833"/>
                <a:gd name="connsiteX3" fmla="*/ 0 w 1146231"/>
                <a:gd name="connsiteY3" fmla="*/ 2206413 h 3026833"/>
                <a:gd name="connsiteX4" fmla="*/ 551180 w 1146231"/>
                <a:gd name="connsiteY4" fmla="*/ 0 h 3026833"/>
                <a:gd name="connsiteX0" fmla="*/ 566420 w 1161471"/>
                <a:gd name="connsiteY0" fmla="*/ 0 h 3026833"/>
                <a:gd name="connsiteX1" fmla="*/ 1161471 w 1161471"/>
                <a:gd name="connsiteY1" fmla="*/ 0 h 3026833"/>
                <a:gd name="connsiteX2" fmla="*/ 1161471 w 1161471"/>
                <a:gd name="connsiteY2" fmla="*/ 3026833 h 3026833"/>
                <a:gd name="connsiteX3" fmla="*/ 0 w 1161471"/>
                <a:gd name="connsiteY3" fmla="*/ 2214033 h 3026833"/>
                <a:gd name="connsiteX4" fmla="*/ 566420 w 1161471"/>
                <a:gd name="connsiteY4" fmla="*/ 0 h 3026833"/>
                <a:gd name="connsiteX0" fmla="*/ 566420 w 1161471"/>
                <a:gd name="connsiteY0" fmla="*/ 0 h 3026833"/>
                <a:gd name="connsiteX1" fmla="*/ 1161471 w 1161471"/>
                <a:gd name="connsiteY1" fmla="*/ 0 h 3026833"/>
                <a:gd name="connsiteX2" fmla="*/ 1161471 w 1161471"/>
                <a:gd name="connsiteY2" fmla="*/ 3026833 h 3026833"/>
                <a:gd name="connsiteX3" fmla="*/ 0 w 1161471"/>
                <a:gd name="connsiteY3" fmla="*/ 2214033 h 3026833"/>
                <a:gd name="connsiteX4" fmla="*/ 566420 w 1161471"/>
                <a:gd name="connsiteY4" fmla="*/ 0 h 3026833"/>
                <a:gd name="connsiteX0" fmla="*/ 556895 w 1161471"/>
                <a:gd name="connsiteY0" fmla="*/ 14287 h 3026833"/>
                <a:gd name="connsiteX1" fmla="*/ 1161471 w 1161471"/>
                <a:gd name="connsiteY1" fmla="*/ 0 h 3026833"/>
                <a:gd name="connsiteX2" fmla="*/ 1161471 w 1161471"/>
                <a:gd name="connsiteY2" fmla="*/ 3026833 h 3026833"/>
                <a:gd name="connsiteX3" fmla="*/ 0 w 1161471"/>
                <a:gd name="connsiteY3" fmla="*/ 2214033 h 3026833"/>
                <a:gd name="connsiteX4" fmla="*/ 556895 w 1161471"/>
                <a:gd name="connsiteY4" fmla="*/ 14287 h 3026833"/>
                <a:gd name="connsiteX0" fmla="*/ 556895 w 1166234"/>
                <a:gd name="connsiteY0" fmla="*/ 0 h 3012546"/>
                <a:gd name="connsiteX1" fmla="*/ 1166234 w 1166234"/>
                <a:gd name="connsiteY1" fmla="*/ 0 h 3012546"/>
                <a:gd name="connsiteX2" fmla="*/ 1161471 w 1166234"/>
                <a:gd name="connsiteY2" fmla="*/ 3012546 h 3012546"/>
                <a:gd name="connsiteX3" fmla="*/ 0 w 1166234"/>
                <a:gd name="connsiteY3" fmla="*/ 2199746 h 3012546"/>
                <a:gd name="connsiteX4" fmla="*/ 556895 w 1166234"/>
                <a:gd name="connsiteY4" fmla="*/ 0 h 3012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6234" h="3012546">
                  <a:moveTo>
                    <a:pt x="556895" y="0"/>
                  </a:moveTo>
                  <a:lnTo>
                    <a:pt x="1166234" y="0"/>
                  </a:lnTo>
                  <a:cubicBezTo>
                    <a:pt x="1164646" y="1004182"/>
                    <a:pt x="1163059" y="2008364"/>
                    <a:pt x="1161471" y="3012546"/>
                  </a:cubicBezTo>
                  <a:lnTo>
                    <a:pt x="0" y="2199746"/>
                  </a:lnTo>
                  <a:cubicBezTo>
                    <a:pt x="186267" y="1507455"/>
                    <a:pt x="393488" y="753251"/>
                    <a:pt x="556895"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219" name="Straight Connector 218">
              <a:extLst>
                <a:ext uri="{FF2B5EF4-FFF2-40B4-BE49-F238E27FC236}">
                  <a16:creationId xmlns:a16="http://schemas.microsoft.com/office/drawing/2014/main" id="{5DB76FC3-6A3B-43F3-A648-36537076B2B1}"/>
                </a:ext>
              </a:extLst>
            </p:cNvPr>
            <p:cNvCxnSpPr>
              <a:cxnSpLocks/>
            </p:cNvCxnSpPr>
            <p:nvPr/>
          </p:nvCxnSpPr>
          <p:spPr>
            <a:xfrm rot="2700000">
              <a:off x="8027506"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43" name="TextBox 242">
              <a:extLst>
                <a:ext uri="{FF2B5EF4-FFF2-40B4-BE49-F238E27FC236}">
                  <a16:creationId xmlns:a16="http://schemas.microsoft.com/office/drawing/2014/main" id="{DC52C439-6982-4F67-A513-4963D9875B0A}"/>
                </a:ext>
              </a:extLst>
            </p:cNvPr>
            <p:cNvSpPr txBox="1"/>
            <p:nvPr/>
          </p:nvSpPr>
          <p:spPr>
            <a:xfrm>
              <a:off x="8214073"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cxnSp>
          <p:nvCxnSpPr>
            <p:cNvPr id="272" name="Straight Connector 271">
              <a:extLst>
                <a:ext uri="{FF2B5EF4-FFF2-40B4-BE49-F238E27FC236}">
                  <a16:creationId xmlns:a16="http://schemas.microsoft.com/office/drawing/2014/main" id="{2ACEF50B-5913-4695-A997-115B28289DDB}"/>
                </a:ext>
              </a:extLst>
            </p:cNvPr>
            <p:cNvCxnSpPr>
              <a:cxnSpLocks/>
            </p:cNvCxnSpPr>
            <p:nvPr/>
          </p:nvCxnSpPr>
          <p:spPr>
            <a:xfrm rot="18900000">
              <a:off x="8654394"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17" name="Rectangle 216">
              <a:extLst>
                <a:ext uri="{FF2B5EF4-FFF2-40B4-BE49-F238E27FC236}">
                  <a16:creationId xmlns:a16="http://schemas.microsoft.com/office/drawing/2014/main" id="{D7911754-CE97-4627-89E0-6053C2583681}"/>
                </a:ext>
              </a:extLst>
            </p:cNvPr>
            <p:cNvSpPr/>
            <p:nvPr/>
          </p:nvSpPr>
          <p:spPr>
            <a:xfrm>
              <a:off x="8909021" y="1832833"/>
              <a:ext cx="2397694" cy="2197577"/>
            </a:xfrm>
            <a:custGeom>
              <a:avLst/>
              <a:gdLst>
                <a:gd name="connsiteX0" fmla="*/ 0 w 2397694"/>
                <a:gd name="connsiteY0" fmla="*/ 0 h 3016727"/>
                <a:gd name="connsiteX1" fmla="*/ 2397694 w 2397694"/>
                <a:gd name="connsiteY1" fmla="*/ 0 h 3016727"/>
                <a:gd name="connsiteX2" fmla="*/ 2397694 w 2397694"/>
                <a:gd name="connsiteY2" fmla="*/ 3016727 h 3016727"/>
                <a:gd name="connsiteX3" fmla="*/ 0 w 2397694"/>
                <a:gd name="connsiteY3" fmla="*/ 3016727 h 3016727"/>
                <a:gd name="connsiteX4" fmla="*/ 0 w 2397694"/>
                <a:gd name="connsiteY4" fmla="*/ 0 h 3016727"/>
                <a:gd name="connsiteX0" fmla="*/ 0 w 2397694"/>
                <a:gd name="connsiteY0" fmla="*/ 0 h 3016727"/>
                <a:gd name="connsiteX1" fmla="*/ 2397694 w 2397694"/>
                <a:gd name="connsiteY1" fmla="*/ 0 h 3016727"/>
                <a:gd name="connsiteX2" fmla="*/ 2397694 w 2397694"/>
                <a:gd name="connsiteY2" fmla="*/ 3016727 h 3016727"/>
                <a:gd name="connsiteX3" fmla="*/ 514350 w 2397694"/>
                <a:gd name="connsiteY3" fmla="*/ 2169002 h 3016727"/>
                <a:gd name="connsiteX4" fmla="*/ 0 w 2397694"/>
                <a:gd name="connsiteY4" fmla="*/ 0 h 3016727"/>
                <a:gd name="connsiteX0" fmla="*/ 0 w 2400869"/>
                <a:gd name="connsiteY0" fmla="*/ 0 h 2476977"/>
                <a:gd name="connsiteX1" fmla="*/ 2397694 w 2400869"/>
                <a:gd name="connsiteY1" fmla="*/ 0 h 2476977"/>
                <a:gd name="connsiteX2" fmla="*/ 2400869 w 2400869"/>
                <a:gd name="connsiteY2" fmla="*/ 2476977 h 2476977"/>
                <a:gd name="connsiteX3" fmla="*/ 514350 w 2400869"/>
                <a:gd name="connsiteY3" fmla="*/ 2169002 h 2476977"/>
                <a:gd name="connsiteX4" fmla="*/ 0 w 2400869"/>
                <a:gd name="connsiteY4" fmla="*/ 0 h 2476977"/>
                <a:gd name="connsiteX0" fmla="*/ 0 w 2397738"/>
                <a:gd name="connsiteY0" fmla="*/ 0 h 2210277"/>
                <a:gd name="connsiteX1" fmla="*/ 2397694 w 2397738"/>
                <a:gd name="connsiteY1" fmla="*/ 0 h 2210277"/>
                <a:gd name="connsiteX2" fmla="*/ 2381819 w 2397738"/>
                <a:gd name="connsiteY2" fmla="*/ 2210277 h 2210277"/>
                <a:gd name="connsiteX3" fmla="*/ 514350 w 2397738"/>
                <a:gd name="connsiteY3" fmla="*/ 2169002 h 2210277"/>
                <a:gd name="connsiteX4" fmla="*/ 0 w 2397738"/>
                <a:gd name="connsiteY4" fmla="*/ 0 h 2210277"/>
                <a:gd name="connsiteX0" fmla="*/ 0 w 2407219"/>
                <a:gd name="connsiteY0" fmla="*/ 0 h 2197577"/>
                <a:gd name="connsiteX1" fmla="*/ 2397694 w 2407219"/>
                <a:gd name="connsiteY1" fmla="*/ 0 h 2197577"/>
                <a:gd name="connsiteX2" fmla="*/ 2407219 w 2407219"/>
                <a:gd name="connsiteY2" fmla="*/ 2197577 h 2197577"/>
                <a:gd name="connsiteX3" fmla="*/ 514350 w 2407219"/>
                <a:gd name="connsiteY3" fmla="*/ 2169002 h 2197577"/>
                <a:gd name="connsiteX4" fmla="*/ 0 w 2407219"/>
                <a:gd name="connsiteY4" fmla="*/ 0 h 2197577"/>
                <a:gd name="connsiteX0" fmla="*/ 0 w 2397695"/>
                <a:gd name="connsiteY0" fmla="*/ 0 h 2197577"/>
                <a:gd name="connsiteX1" fmla="*/ 2397694 w 2397695"/>
                <a:gd name="connsiteY1" fmla="*/ 0 h 2197577"/>
                <a:gd name="connsiteX2" fmla="*/ 1835719 w 2397695"/>
                <a:gd name="connsiteY2" fmla="*/ 2197577 h 2197577"/>
                <a:gd name="connsiteX3" fmla="*/ 514350 w 2397695"/>
                <a:gd name="connsiteY3" fmla="*/ 2169002 h 2197577"/>
                <a:gd name="connsiteX4" fmla="*/ 0 w 2397695"/>
                <a:gd name="connsiteY4" fmla="*/ 0 h 2197577"/>
                <a:gd name="connsiteX0" fmla="*/ 0 w 2397696"/>
                <a:gd name="connsiteY0" fmla="*/ 0 h 2197577"/>
                <a:gd name="connsiteX1" fmla="*/ 2397694 w 2397696"/>
                <a:gd name="connsiteY1" fmla="*/ 0 h 2197577"/>
                <a:gd name="connsiteX2" fmla="*/ 1835719 w 2397696"/>
                <a:gd name="connsiteY2" fmla="*/ 2197577 h 2197577"/>
                <a:gd name="connsiteX3" fmla="*/ 514350 w 2397696"/>
                <a:gd name="connsiteY3" fmla="*/ 2169002 h 2197577"/>
                <a:gd name="connsiteX4" fmla="*/ 0 w 2397696"/>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694" h="2197577">
                  <a:moveTo>
                    <a:pt x="0" y="0"/>
                  </a:moveTo>
                  <a:lnTo>
                    <a:pt x="2397694" y="0"/>
                  </a:lnTo>
                  <a:cubicBezTo>
                    <a:pt x="2193012" y="818039"/>
                    <a:pt x="2070881" y="1326198"/>
                    <a:pt x="1835719" y="2197577"/>
                  </a:cubicBezTo>
                  <a:lnTo>
                    <a:pt x="514350" y="2169002"/>
                  </a:lnTo>
                  <a:lnTo>
                    <a:pt x="0" y="0"/>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5" name="Freeform: Shape 4">
              <a:extLst>
                <a:ext uri="{FF2B5EF4-FFF2-40B4-BE49-F238E27FC236}">
                  <a16:creationId xmlns:a16="http://schemas.microsoft.com/office/drawing/2014/main" id="{900E7959-3653-4E19-AF72-2F5A57DC0254}"/>
                </a:ext>
              </a:extLst>
            </p:cNvPr>
            <p:cNvSpPr/>
            <p:nvPr/>
          </p:nvSpPr>
          <p:spPr>
            <a:xfrm>
              <a:off x="8320244" y="3999273"/>
              <a:ext cx="3587750" cy="854636"/>
            </a:xfrm>
            <a:custGeom>
              <a:avLst/>
              <a:gdLst>
                <a:gd name="connsiteX0" fmla="*/ 0 w 3014662"/>
                <a:gd name="connsiteY0" fmla="*/ 842963 h 847725"/>
                <a:gd name="connsiteX1" fmla="*/ 1138237 w 3014662"/>
                <a:gd name="connsiteY1" fmla="*/ 0 h 847725"/>
                <a:gd name="connsiteX2" fmla="*/ 3014662 w 3014662"/>
                <a:gd name="connsiteY2" fmla="*/ 847725 h 847725"/>
                <a:gd name="connsiteX3" fmla="*/ 0 w 3014662"/>
                <a:gd name="connsiteY3" fmla="*/ 842963 h 847725"/>
                <a:gd name="connsiteX0" fmla="*/ 0 w 3000375"/>
                <a:gd name="connsiteY0" fmla="*/ 833438 h 847725"/>
                <a:gd name="connsiteX1" fmla="*/ 1123950 w 3000375"/>
                <a:gd name="connsiteY1" fmla="*/ 0 h 847725"/>
                <a:gd name="connsiteX2" fmla="*/ 3000375 w 3000375"/>
                <a:gd name="connsiteY2" fmla="*/ 847725 h 847725"/>
                <a:gd name="connsiteX3" fmla="*/ 0 w 3000375"/>
                <a:gd name="connsiteY3" fmla="*/ 833438 h 847725"/>
                <a:gd name="connsiteX0" fmla="*/ 0 w 2981325"/>
                <a:gd name="connsiteY0" fmla="*/ 828676 h 847725"/>
                <a:gd name="connsiteX1" fmla="*/ 1104900 w 2981325"/>
                <a:gd name="connsiteY1" fmla="*/ 0 h 847725"/>
                <a:gd name="connsiteX2" fmla="*/ 2981325 w 2981325"/>
                <a:gd name="connsiteY2" fmla="*/ 847725 h 847725"/>
                <a:gd name="connsiteX3" fmla="*/ 0 w 2981325"/>
                <a:gd name="connsiteY3" fmla="*/ 828676 h 847725"/>
                <a:gd name="connsiteX0" fmla="*/ 0 w 2990850"/>
                <a:gd name="connsiteY0" fmla="*/ 841376 h 847725"/>
                <a:gd name="connsiteX1" fmla="*/ 1114425 w 2990850"/>
                <a:gd name="connsiteY1" fmla="*/ 0 h 847725"/>
                <a:gd name="connsiteX2" fmla="*/ 2990850 w 2990850"/>
                <a:gd name="connsiteY2" fmla="*/ 847725 h 847725"/>
                <a:gd name="connsiteX3" fmla="*/ 0 w 2990850"/>
                <a:gd name="connsiteY3" fmla="*/ 841376 h 847725"/>
                <a:gd name="connsiteX0" fmla="*/ 0 w 2962275"/>
                <a:gd name="connsiteY0" fmla="*/ 841376 h 841376"/>
                <a:gd name="connsiteX1" fmla="*/ 1114425 w 2962275"/>
                <a:gd name="connsiteY1" fmla="*/ 0 h 841376"/>
                <a:gd name="connsiteX2" fmla="*/ 2962275 w 2962275"/>
                <a:gd name="connsiteY2" fmla="*/ 841375 h 841376"/>
                <a:gd name="connsiteX3" fmla="*/ 0 w 2962275"/>
                <a:gd name="connsiteY3" fmla="*/ 841376 h 841376"/>
                <a:gd name="connsiteX0" fmla="*/ 0 w 2965450"/>
                <a:gd name="connsiteY0" fmla="*/ 841376 h 860425"/>
                <a:gd name="connsiteX1" fmla="*/ 1114425 w 2965450"/>
                <a:gd name="connsiteY1" fmla="*/ 0 h 860425"/>
                <a:gd name="connsiteX2" fmla="*/ 2965450 w 2965450"/>
                <a:gd name="connsiteY2" fmla="*/ 860425 h 860425"/>
                <a:gd name="connsiteX3" fmla="*/ 0 w 2965450"/>
                <a:gd name="connsiteY3" fmla="*/ 841376 h 860425"/>
                <a:gd name="connsiteX0" fmla="*/ 0 w 2952750"/>
                <a:gd name="connsiteY0" fmla="*/ 841376 h 860425"/>
                <a:gd name="connsiteX1" fmla="*/ 1114425 w 2952750"/>
                <a:gd name="connsiteY1" fmla="*/ 0 h 860425"/>
                <a:gd name="connsiteX2" fmla="*/ 2952750 w 2952750"/>
                <a:gd name="connsiteY2" fmla="*/ 860425 h 860425"/>
                <a:gd name="connsiteX3" fmla="*/ 0 w 2952750"/>
                <a:gd name="connsiteY3" fmla="*/ 841376 h 860425"/>
                <a:gd name="connsiteX0" fmla="*/ 0 w 2959100"/>
                <a:gd name="connsiteY0" fmla="*/ 841376 h 857250"/>
                <a:gd name="connsiteX1" fmla="*/ 1114425 w 2959100"/>
                <a:gd name="connsiteY1" fmla="*/ 0 h 857250"/>
                <a:gd name="connsiteX2" fmla="*/ 2959100 w 2959100"/>
                <a:gd name="connsiteY2" fmla="*/ 857250 h 857250"/>
                <a:gd name="connsiteX3" fmla="*/ 0 w 2959100"/>
                <a:gd name="connsiteY3" fmla="*/ 841376 h 857250"/>
                <a:gd name="connsiteX0" fmla="*/ 0 w 2946400"/>
                <a:gd name="connsiteY0" fmla="*/ 841376 h 857250"/>
                <a:gd name="connsiteX1" fmla="*/ 1114425 w 2946400"/>
                <a:gd name="connsiteY1" fmla="*/ 0 h 857250"/>
                <a:gd name="connsiteX2" fmla="*/ 2946400 w 2946400"/>
                <a:gd name="connsiteY2" fmla="*/ 857250 h 857250"/>
                <a:gd name="connsiteX3" fmla="*/ 0 w 2946400"/>
                <a:gd name="connsiteY3" fmla="*/ 841376 h 857250"/>
                <a:gd name="connsiteX0" fmla="*/ 0 w 2952750"/>
                <a:gd name="connsiteY0" fmla="*/ 841376 h 844550"/>
                <a:gd name="connsiteX1" fmla="*/ 1114425 w 2952750"/>
                <a:gd name="connsiteY1" fmla="*/ 0 h 844550"/>
                <a:gd name="connsiteX2" fmla="*/ 2952750 w 2952750"/>
                <a:gd name="connsiteY2" fmla="*/ 844550 h 844550"/>
                <a:gd name="connsiteX3" fmla="*/ 0 w 2952750"/>
                <a:gd name="connsiteY3" fmla="*/ 841376 h 844550"/>
                <a:gd name="connsiteX0" fmla="*/ 0 w 2971800"/>
                <a:gd name="connsiteY0" fmla="*/ 841376 h 854075"/>
                <a:gd name="connsiteX1" fmla="*/ 1114425 w 2971800"/>
                <a:gd name="connsiteY1" fmla="*/ 0 h 854075"/>
                <a:gd name="connsiteX2" fmla="*/ 2971800 w 2971800"/>
                <a:gd name="connsiteY2" fmla="*/ 854075 h 854075"/>
                <a:gd name="connsiteX3" fmla="*/ 0 w 2971800"/>
                <a:gd name="connsiteY3" fmla="*/ 841376 h 854075"/>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65450"/>
                <a:gd name="connsiteY0" fmla="*/ 841376 h 846137"/>
                <a:gd name="connsiteX1" fmla="*/ 1114425 w 2965450"/>
                <a:gd name="connsiteY1" fmla="*/ 0 h 846137"/>
                <a:gd name="connsiteX2" fmla="*/ 2965450 w 2965450"/>
                <a:gd name="connsiteY2" fmla="*/ 846137 h 846137"/>
                <a:gd name="connsiteX3" fmla="*/ 0 w 2965450"/>
                <a:gd name="connsiteY3" fmla="*/ 841376 h 846137"/>
                <a:gd name="connsiteX0" fmla="*/ 0 w 2958306"/>
                <a:gd name="connsiteY0" fmla="*/ 841376 h 843756"/>
                <a:gd name="connsiteX1" fmla="*/ 1114425 w 2958306"/>
                <a:gd name="connsiteY1" fmla="*/ 0 h 843756"/>
                <a:gd name="connsiteX2" fmla="*/ 2958306 w 2958306"/>
                <a:gd name="connsiteY2" fmla="*/ 843756 h 843756"/>
                <a:gd name="connsiteX3" fmla="*/ 0 w 2958306"/>
                <a:gd name="connsiteY3" fmla="*/ 841376 h 843756"/>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84500"/>
                <a:gd name="connsiteY0" fmla="*/ 841376 h 841376"/>
                <a:gd name="connsiteX1" fmla="*/ 1114425 w 2984500"/>
                <a:gd name="connsiteY1" fmla="*/ 0 h 841376"/>
                <a:gd name="connsiteX2" fmla="*/ 2984500 w 2984500"/>
                <a:gd name="connsiteY2" fmla="*/ 841375 h 841376"/>
                <a:gd name="connsiteX3" fmla="*/ 0 w 2984500"/>
                <a:gd name="connsiteY3"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84500"/>
                <a:gd name="connsiteY0" fmla="*/ 841376 h 841376"/>
                <a:gd name="connsiteX1" fmla="*/ 1114425 w 2984500"/>
                <a:gd name="connsiteY1" fmla="*/ 0 h 841376"/>
                <a:gd name="connsiteX2" fmla="*/ 2982565 w 2984500"/>
                <a:gd name="connsiteY2" fmla="*/ 302333 h 841376"/>
                <a:gd name="connsiteX3" fmla="*/ 2984500 w 2984500"/>
                <a:gd name="connsiteY3" fmla="*/ 841375 h 841376"/>
                <a:gd name="connsiteX4" fmla="*/ 0 w 2984500"/>
                <a:gd name="connsiteY4" fmla="*/ 841376 h 841376"/>
                <a:gd name="connsiteX0" fmla="*/ 0 w 3000375"/>
                <a:gd name="connsiteY0" fmla="*/ 841376 h 841376"/>
                <a:gd name="connsiteX1" fmla="*/ 1114425 w 3000375"/>
                <a:gd name="connsiteY1" fmla="*/ 0 h 841376"/>
                <a:gd name="connsiteX2" fmla="*/ 2982565 w 3000375"/>
                <a:gd name="connsiteY2" fmla="*/ 302333 h 841376"/>
                <a:gd name="connsiteX3" fmla="*/ 3000375 w 3000375"/>
                <a:gd name="connsiteY3" fmla="*/ 838200 h 841376"/>
                <a:gd name="connsiteX4" fmla="*/ 0 w 3000375"/>
                <a:gd name="connsiteY4" fmla="*/ 841376 h 841376"/>
                <a:gd name="connsiteX0" fmla="*/ 0 w 3000375"/>
                <a:gd name="connsiteY0" fmla="*/ 841376 h 841376"/>
                <a:gd name="connsiteX1" fmla="*/ 1114425 w 3000375"/>
                <a:gd name="connsiteY1" fmla="*/ 0 h 841376"/>
                <a:gd name="connsiteX2" fmla="*/ 2992090 w 3000375"/>
                <a:gd name="connsiteY2" fmla="*/ 299158 h 841376"/>
                <a:gd name="connsiteX3" fmla="*/ 3000375 w 3000375"/>
                <a:gd name="connsiteY3" fmla="*/ 838200 h 841376"/>
                <a:gd name="connsiteX4" fmla="*/ 0 w 3000375"/>
                <a:gd name="connsiteY4" fmla="*/ 841376 h 841376"/>
                <a:gd name="connsiteX0" fmla="*/ 0 w 2992090"/>
                <a:gd name="connsiteY0" fmla="*/ 841376 h 841376"/>
                <a:gd name="connsiteX1" fmla="*/ 1114425 w 2992090"/>
                <a:gd name="connsiteY1" fmla="*/ 0 h 841376"/>
                <a:gd name="connsiteX2" fmla="*/ 2992090 w 2992090"/>
                <a:gd name="connsiteY2" fmla="*/ 299158 h 841376"/>
                <a:gd name="connsiteX3" fmla="*/ 2987675 w 2992090"/>
                <a:gd name="connsiteY3" fmla="*/ 838200 h 841376"/>
                <a:gd name="connsiteX4" fmla="*/ 0 w 2992090"/>
                <a:gd name="connsiteY4" fmla="*/ 841376 h 841376"/>
                <a:gd name="connsiteX0" fmla="*/ 0 w 2987808"/>
                <a:gd name="connsiteY0" fmla="*/ 841376 h 841376"/>
                <a:gd name="connsiteX1" fmla="*/ 1114425 w 2987808"/>
                <a:gd name="connsiteY1" fmla="*/ 0 h 841376"/>
                <a:gd name="connsiteX2" fmla="*/ 2979390 w 2987808"/>
                <a:gd name="connsiteY2" fmla="*/ 302333 h 841376"/>
                <a:gd name="connsiteX3" fmla="*/ 2987675 w 2987808"/>
                <a:gd name="connsiteY3" fmla="*/ 838200 h 841376"/>
                <a:gd name="connsiteX4" fmla="*/ 0 w 2987808"/>
                <a:gd name="connsiteY4" fmla="*/ 841376 h 841376"/>
                <a:gd name="connsiteX0" fmla="*/ 0 w 2988915"/>
                <a:gd name="connsiteY0" fmla="*/ 841376 h 841376"/>
                <a:gd name="connsiteX1" fmla="*/ 1114425 w 2988915"/>
                <a:gd name="connsiteY1" fmla="*/ 0 h 841376"/>
                <a:gd name="connsiteX2" fmla="*/ 2988915 w 2988915"/>
                <a:gd name="connsiteY2" fmla="*/ 299158 h 841376"/>
                <a:gd name="connsiteX3" fmla="*/ 2987675 w 2988915"/>
                <a:gd name="connsiteY3" fmla="*/ 838200 h 841376"/>
                <a:gd name="connsiteX4" fmla="*/ 0 w 2988915"/>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91296"/>
                <a:gd name="connsiteY0" fmla="*/ 841376 h 841376"/>
                <a:gd name="connsiteX1" fmla="*/ 1114425 w 2991296"/>
                <a:gd name="connsiteY1" fmla="*/ 0 h 841376"/>
                <a:gd name="connsiteX2" fmla="*/ 2991296 w 2991296"/>
                <a:gd name="connsiteY2" fmla="*/ 294396 h 841376"/>
                <a:gd name="connsiteX3" fmla="*/ 2987675 w 2991296"/>
                <a:gd name="connsiteY3" fmla="*/ 838200 h 841376"/>
                <a:gd name="connsiteX4" fmla="*/ 0 w 2991296"/>
                <a:gd name="connsiteY4" fmla="*/ 841376 h 841376"/>
                <a:gd name="connsiteX0" fmla="*/ 0 w 2991296"/>
                <a:gd name="connsiteY0" fmla="*/ 845626 h 845626"/>
                <a:gd name="connsiteX1" fmla="*/ 1114425 w 2991296"/>
                <a:gd name="connsiteY1" fmla="*/ 4250 h 845626"/>
                <a:gd name="connsiteX2" fmla="*/ 2991296 w 2991296"/>
                <a:gd name="connsiteY2" fmla="*/ 31946 h 845626"/>
                <a:gd name="connsiteX3" fmla="*/ 2987675 w 2991296"/>
                <a:gd name="connsiteY3" fmla="*/ 842450 h 845626"/>
                <a:gd name="connsiteX4" fmla="*/ 0 w 2991296"/>
                <a:gd name="connsiteY4" fmla="*/ 845626 h 845626"/>
                <a:gd name="connsiteX0" fmla="*/ 0 w 2991296"/>
                <a:gd name="connsiteY0" fmla="*/ 841376 h 841376"/>
                <a:gd name="connsiteX1" fmla="*/ 1114425 w 2991296"/>
                <a:gd name="connsiteY1" fmla="*/ 0 h 841376"/>
                <a:gd name="connsiteX2" fmla="*/ 2991296 w 2991296"/>
                <a:gd name="connsiteY2" fmla="*/ 27696 h 841376"/>
                <a:gd name="connsiteX3" fmla="*/ 2987675 w 2991296"/>
                <a:gd name="connsiteY3" fmla="*/ 838200 h 841376"/>
                <a:gd name="connsiteX4" fmla="*/ 0 w 2991296"/>
                <a:gd name="connsiteY4" fmla="*/ 841376 h 841376"/>
                <a:gd name="connsiteX0" fmla="*/ 0 w 2991296"/>
                <a:gd name="connsiteY0" fmla="*/ 841376 h 841376"/>
                <a:gd name="connsiteX1" fmla="*/ 1114425 w 2991296"/>
                <a:gd name="connsiteY1" fmla="*/ 0 h 841376"/>
                <a:gd name="connsiteX2" fmla="*/ 2991296 w 2991296"/>
                <a:gd name="connsiteY2" fmla="*/ 27696 h 841376"/>
                <a:gd name="connsiteX3" fmla="*/ 2987675 w 2991296"/>
                <a:gd name="connsiteY3" fmla="*/ 838200 h 841376"/>
                <a:gd name="connsiteX4" fmla="*/ 0 w 2991296"/>
                <a:gd name="connsiteY4" fmla="*/ 841376 h 841376"/>
                <a:gd name="connsiteX0" fmla="*/ 0 w 3578227"/>
                <a:gd name="connsiteY0" fmla="*/ 841376 h 850900"/>
                <a:gd name="connsiteX1" fmla="*/ 1114425 w 3578227"/>
                <a:gd name="connsiteY1" fmla="*/ 0 h 850900"/>
                <a:gd name="connsiteX2" fmla="*/ 2991296 w 3578227"/>
                <a:gd name="connsiteY2" fmla="*/ 27696 h 850900"/>
                <a:gd name="connsiteX3" fmla="*/ 3578225 w 3578227"/>
                <a:gd name="connsiteY3" fmla="*/ 850900 h 850900"/>
                <a:gd name="connsiteX4" fmla="*/ 0 w 3578227"/>
                <a:gd name="connsiteY4" fmla="*/ 841376 h 850900"/>
                <a:gd name="connsiteX0" fmla="*/ 0 w 3578225"/>
                <a:gd name="connsiteY0" fmla="*/ 841376 h 850900"/>
                <a:gd name="connsiteX1" fmla="*/ 1114425 w 3578225"/>
                <a:gd name="connsiteY1" fmla="*/ 0 h 850900"/>
                <a:gd name="connsiteX2" fmla="*/ 2991296 w 3578225"/>
                <a:gd name="connsiteY2" fmla="*/ 27696 h 850900"/>
                <a:gd name="connsiteX3" fmla="*/ 3578225 w 3578225"/>
                <a:gd name="connsiteY3" fmla="*/ 850900 h 850900"/>
                <a:gd name="connsiteX4" fmla="*/ 0 w 3578225"/>
                <a:gd name="connsiteY4" fmla="*/ 841376 h 850900"/>
                <a:gd name="connsiteX0" fmla="*/ 0 w 3578225"/>
                <a:gd name="connsiteY0" fmla="*/ 841376 h 850900"/>
                <a:gd name="connsiteX1" fmla="*/ 1114425 w 3578225"/>
                <a:gd name="connsiteY1" fmla="*/ 0 h 850900"/>
                <a:gd name="connsiteX2" fmla="*/ 2991296 w 3578225"/>
                <a:gd name="connsiteY2" fmla="*/ 27696 h 850900"/>
                <a:gd name="connsiteX3" fmla="*/ 3578225 w 3578225"/>
                <a:gd name="connsiteY3" fmla="*/ 850900 h 850900"/>
                <a:gd name="connsiteX4" fmla="*/ 0 w 3578225"/>
                <a:gd name="connsiteY4" fmla="*/ 841376 h 850900"/>
                <a:gd name="connsiteX0" fmla="*/ 0 w 3587750"/>
                <a:gd name="connsiteY0" fmla="*/ 841376 h 850900"/>
                <a:gd name="connsiteX1" fmla="*/ 1114425 w 3587750"/>
                <a:gd name="connsiteY1" fmla="*/ 0 h 850900"/>
                <a:gd name="connsiteX2" fmla="*/ 2991296 w 3587750"/>
                <a:gd name="connsiteY2" fmla="*/ 2769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24839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10551 h 850900"/>
                <a:gd name="connsiteX3" fmla="*/ 3587750 w 3587750"/>
                <a:gd name="connsiteY3" fmla="*/ 850900 h 850900"/>
                <a:gd name="connsiteX4" fmla="*/ 0 w 3587750"/>
                <a:gd name="connsiteY4" fmla="*/ 841376 h 850900"/>
                <a:gd name="connsiteX0" fmla="*/ 0 w 3587750"/>
                <a:gd name="connsiteY0" fmla="*/ 845282 h 854806"/>
                <a:gd name="connsiteX1" fmla="*/ 1114425 w 3587750"/>
                <a:gd name="connsiteY1" fmla="*/ 3906 h 854806"/>
                <a:gd name="connsiteX2" fmla="*/ 2400746 w 3587750"/>
                <a:gd name="connsiteY2" fmla="*/ 170 h 854806"/>
                <a:gd name="connsiteX3" fmla="*/ 3587750 w 3587750"/>
                <a:gd name="connsiteY3" fmla="*/ 854806 h 854806"/>
                <a:gd name="connsiteX4" fmla="*/ 0 w 3587750"/>
                <a:gd name="connsiteY4" fmla="*/ 845282 h 854806"/>
                <a:gd name="connsiteX0" fmla="*/ 0 w 3587750"/>
                <a:gd name="connsiteY0" fmla="*/ 841376 h 850900"/>
                <a:gd name="connsiteX1" fmla="*/ 1114425 w 3587750"/>
                <a:gd name="connsiteY1" fmla="*/ 0 h 850900"/>
                <a:gd name="connsiteX2" fmla="*/ 2395983 w 3587750"/>
                <a:gd name="connsiteY2" fmla="*/ 15314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395983 w 3587750"/>
                <a:gd name="connsiteY2" fmla="*/ 15314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24558 w 3587750"/>
                <a:gd name="connsiteY2" fmla="*/ 5789 h 850900"/>
                <a:gd name="connsiteX3" fmla="*/ 3587750 w 3587750"/>
                <a:gd name="connsiteY3" fmla="*/ 850900 h 850900"/>
                <a:gd name="connsiteX4" fmla="*/ 0 w 3587750"/>
                <a:gd name="connsiteY4" fmla="*/ 841376 h 850900"/>
                <a:gd name="connsiteX0" fmla="*/ 0 w 3587750"/>
                <a:gd name="connsiteY0" fmla="*/ 845282 h 854806"/>
                <a:gd name="connsiteX1" fmla="*/ 1114425 w 3587750"/>
                <a:gd name="connsiteY1" fmla="*/ 3906 h 854806"/>
                <a:gd name="connsiteX2" fmla="*/ 2422177 w 3587750"/>
                <a:gd name="connsiteY2" fmla="*/ 170 h 854806"/>
                <a:gd name="connsiteX3" fmla="*/ 3587750 w 3587750"/>
                <a:gd name="connsiteY3" fmla="*/ 854806 h 854806"/>
                <a:gd name="connsiteX4" fmla="*/ 0 w 3587750"/>
                <a:gd name="connsiteY4" fmla="*/ 845282 h 85480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7750" h="854636">
                  <a:moveTo>
                    <a:pt x="0" y="845112"/>
                  </a:moveTo>
                  <a:lnTo>
                    <a:pt x="1114425" y="3736"/>
                  </a:lnTo>
                  <a:lnTo>
                    <a:pt x="2422177" y="0"/>
                  </a:lnTo>
                  <a:lnTo>
                    <a:pt x="3587750" y="854636"/>
                  </a:lnTo>
                  <a:lnTo>
                    <a:pt x="0" y="845112"/>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220" name="Straight Connector 219">
              <a:extLst>
                <a:ext uri="{FF2B5EF4-FFF2-40B4-BE49-F238E27FC236}">
                  <a16:creationId xmlns:a16="http://schemas.microsoft.com/office/drawing/2014/main" id="{4A806A83-5C7E-4294-8725-9055393C0689}"/>
                </a:ext>
              </a:extLst>
            </p:cNvPr>
            <p:cNvCxnSpPr>
              <a:cxnSpLocks/>
            </p:cNvCxnSpPr>
            <p:nvPr/>
          </p:nvCxnSpPr>
          <p:spPr>
            <a:xfrm rot="2700000">
              <a:off x="919076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C959F2B1-6877-4C26-BF28-6BB797ED4FA9}"/>
                </a:ext>
              </a:extLst>
            </p:cNvPr>
            <p:cNvCxnSpPr>
              <a:cxnSpLocks/>
            </p:cNvCxnSpPr>
            <p:nvPr/>
          </p:nvCxnSpPr>
          <p:spPr>
            <a:xfrm rot="18900000">
              <a:off x="803022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22" name="Rectangle 221">
              <a:extLst>
                <a:ext uri="{FF2B5EF4-FFF2-40B4-BE49-F238E27FC236}">
                  <a16:creationId xmlns:a16="http://schemas.microsoft.com/office/drawing/2014/main" id="{5733DCF3-5BDC-4E35-8476-45E5C1A8EC70}"/>
                </a:ext>
              </a:extLst>
            </p:cNvPr>
            <p:cNvSpPr/>
            <p:nvPr/>
          </p:nvSpPr>
          <p:spPr>
            <a:xfrm>
              <a:off x="8313971" y="1822728"/>
              <a:ext cx="1128451" cy="3026833"/>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1099876"/>
                <a:gd name="connsiteY0" fmla="*/ 0 h 3026833"/>
                <a:gd name="connsiteX1" fmla="*/ 595051 w 1099876"/>
                <a:gd name="connsiteY1" fmla="*/ 0 h 3026833"/>
                <a:gd name="connsiteX2" fmla="*/ 1099876 w 1099876"/>
                <a:gd name="connsiteY2" fmla="*/ 2188633 h 3026833"/>
                <a:gd name="connsiteX3" fmla="*/ 0 w 1099876"/>
                <a:gd name="connsiteY3" fmla="*/ 3026833 h 3026833"/>
                <a:gd name="connsiteX4" fmla="*/ 0 w 1099876"/>
                <a:gd name="connsiteY4" fmla="*/ 0 h 3026833"/>
                <a:gd name="connsiteX0" fmla="*/ 0 w 1109401"/>
                <a:gd name="connsiteY0" fmla="*/ 0 h 3026833"/>
                <a:gd name="connsiteX1" fmla="*/ 595051 w 1109401"/>
                <a:gd name="connsiteY1" fmla="*/ 0 h 3026833"/>
                <a:gd name="connsiteX2" fmla="*/ 1109401 w 1109401"/>
                <a:gd name="connsiteY2" fmla="*/ 2188633 h 3026833"/>
                <a:gd name="connsiteX3" fmla="*/ 0 w 1109401"/>
                <a:gd name="connsiteY3" fmla="*/ 3026833 h 3026833"/>
                <a:gd name="connsiteX4" fmla="*/ 0 w 1109401"/>
                <a:gd name="connsiteY4" fmla="*/ 0 h 3026833"/>
                <a:gd name="connsiteX0" fmla="*/ 0 w 1128451"/>
                <a:gd name="connsiteY0" fmla="*/ 0 h 3026833"/>
                <a:gd name="connsiteX1" fmla="*/ 595051 w 1128451"/>
                <a:gd name="connsiteY1" fmla="*/ 0 h 3026833"/>
                <a:gd name="connsiteX2" fmla="*/ 1128451 w 1128451"/>
                <a:gd name="connsiteY2" fmla="*/ 2179108 h 3026833"/>
                <a:gd name="connsiteX3" fmla="*/ 0 w 1128451"/>
                <a:gd name="connsiteY3" fmla="*/ 3026833 h 3026833"/>
                <a:gd name="connsiteX4" fmla="*/ 0 w 1128451"/>
                <a:gd name="connsiteY4" fmla="*/ 0 h 302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51" h="3026833">
                  <a:moveTo>
                    <a:pt x="0" y="0"/>
                  </a:moveTo>
                  <a:lnTo>
                    <a:pt x="595051" y="0"/>
                  </a:lnTo>
                  <a:lnTo>
                    <a:pt x="1128451" y="2179108"/>
                  </a:lnTo>
                  <a:lnTo>
                    <a:pt x="0" y="3026833"/>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3" name="Oval 222">
              <a:extLst>
                <a:ext uri="{FF2B5EF4-FFF2-40B4-BE49-F238E27FC236}">
                  <a16:creationId xmlns:a16="http://schemas.microsoft.com/office/drawing/2014/main" id="{6297FDB7-5E7B-4A45-9164-39C834D14FA6}"/>
                </a:ext>
              </a:extLst>
            </p:cNvPr>
            <p:cNvSpPr/>
            <p:nvPr/>
          </p:nvSpPr>
          <p:spPr>
            <a:xfrm>
              <a:off x="876670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24" name="Oval 223">
              <a:extLst>
                <a:ext uri="{FF2B5EF4-FFF2-40B4-BE49-F238E27FC236}">
                  <a16:creationId xmlns:a16="http://schemas.microsoft.com/office/drawing/2014/main" id="{96CC2A5D-1538-49FC-AE64-AE2865FD4C19}"/>
                </a:ext>
              </a:extLst>
            </p:cNvPr>
            <p:cNvSpPr/>
            <p:nvPr/>
          </p:nvSpPr>
          <p:spPr>
            <a:xfrm>
              <a:off x="9303052" y="387252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26" name="Oval 225">
              <a:extLst>
                <a:ext uri="{FF2B5EF4-FFF2-40B4-BE49-F238E27FC236}">
                  <a16:creationId xmlns:a16="http://schemas.microsoft.com/office/drawing/2014/main" id="{DDD87A55-F5C3-4666-98D4-49C2A082987E}"/>
                </a:ext>
              </a:extLst>
            </p:cNvPr>
            <p:cNvSpPr/>
            <p:nvPr/>
          </p:nvSpPr>
          <p:spPr>
            <a:xfrm>
              <a:off x="816632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27" name="TextBox 226">
              <a:extLst>
                <a:ext uri="{FF2B5EF4-FFF2-40B4-BE49-F238E27FC236}">
                  <a16:creationId xmlns:a16="http://schemas.microsoft.com/office/drawing/2014/main" id="{249B8084-55B8-4EE0-8967-8BE744161E2A}"/>
                </a:ext>
              </a:extLst>
            </p:cNvPr>
            <p:cNvSpPr txBox="1"/>
            <p:nvPr/>
          </p:nvSpPr>
          <p:spPr>
            <a:xfrm>
              <a:off x="10972899"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28" name="TextBox 227">
              <a:extLst>
                <a:ext uri="{FF2B5EF4-FFF2-40B4-BE49-F238E27FC236}">
                  <a16:creationId xmlns:a16="http://schemas.microsoft.com/office/drawing/2014/main" id="{2096BEB9-4EAB-48BC-8F7F-3C105302918E}"/>
                </a:ext>
              </a:extLst>
            </p:cNvPr>
            <p:cNvSpPr txBox="1"/>
            <p:nvPr/>
          </p:nvSpPr>
          <p:spPr>
            <a:xfrm>
              <a:off x="9936584" y="2489395"/>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229" name="TextBox 228">
              <a:extLst>
                <a:ext uri="{FF2B5EF4-FFF2-40B4-BE49-F238E27FC236}">
                  <a16:creationId xmlns:a16="http://schemas.microsoft.com/office/drawing/2014/main" id="{FC53B930-13B4-4F10-8D9C-465E90224DFA}"/>
                </a:ext>
              </a:extLst>
            </p:cNvPr>
            <p:cNvSpPr txBox="1"/>
            <p:nvPr/>
          </p:nvSpPr>
          <p:spPr>
            <a:xfrm>
              <a:off x="7641595"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230" name="TextBox 229">
              <a:extLst>
                <a:ext uri="{FF2B5EF4-FFF2-40B4-BE49-F238E27FC236}">
                  <a16:creationId xmlns:a16="http://schemas.microsoft.com/office/drawing/2014/main" id="{5538639C-97B7-459C-B5BE-6BC7F8BE2769}"/>
                </a:ext>
              </a:extLst>
            </p:cNvPr>
            <p:cNvSpPr txBox="1"/>
            <p:nvPr/>
          </p:nvSpPr>
          <p:spPr>
            <a:xfrm>
              <a:off x="8601531" y="3249114"/>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sp>
          <p:nvSpPr>
            <p:cNvPr id="231" name="TextBox 230">
              <a:extLst>
                <a:ext uri="{FF2B5EF4-FFF2-40B4-BE49-F238E27FC236}">
                  <a16:creationId xmlns:a16="http://schemas.microsoft.com/office/drawing/2014/main" id="{57C7AA0F-C302-4806-81C1-14564152D8A7}"/>
                </a:ext>
              </a:extLst>
            </p:cNvPr>
            <p:cNvSpPr txBox="1"/>
            <p:nvPr/>
          </p:nvSpPr>
          <p:spPr>
            <a:xfrm>
              <a:off x="792004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232" name="Straight Arrow Connector 231">
              <a:extLst>
                <a:ext uri="{FF2B5EF4-FFF2-40B4-BE49-F238E27FC236}">
                  <a16:creationId xmlns:a16="http://schemas.microsoft.com/office/drawing/2014/main" id="{F4FFE885-3F1B-451C-A5C2-16F1A73D56A4}"/>
                </a:ext>
              </a:extLst>
            </p:cNvPr>
            <p:cNvCxnSpPr>
              <a:cxnSpLocks/>
            </p:cNvCxnSpPr>
            <p:nvPr/>
          </p:nvCxnSpPr>
          <p:spPr>
            <a:xfrm rot="16200000" flipV="1">
              <a:off x="803058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4" name="Straight Arrow Connector 233">
              <a:extLst>
                <a:ext uri="{FF2B5EF4-FFF2-40B4-BE49-F238E27FC236}">
                  <a16:creationId xmlns:a16="http://schemas.microsoft.com/office/drawing/2014/main" id="{1E8ADACC-ECB4-4C43-981A-BF2C948BF457}"/>
                </a:ext>
              </a:extLst>
            </p:cNvPr>
            <p:cNvCxnSpPr>
              <a:cxnSpLocks/>
            </p:cNvCxnSpPr>
            <p:nvPr/>
          </p:nvCxnSpPr>
          <p:spPr>
            <a:xfrm rot="5400000" flipV="1">
              <a:off x="81629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5" name="Straight Arrow Connector 234">
              <a:extLst>
                <a:ext uri="{FF2B5EF4-FFF2-40B4-BE49-F238E27FC236}">
                  <a16:creationId xmlns:a16="http://schemas.microsoft.com/office/drawing/2014/main" id="{3DC04E10-1231-4B6E-AAED-AB5ABCCAEA16}"/>
                </a:ext>
              </a:extLst>
            </p:cNvPr>
            <p:cNvCxnSpPr>
              <a:cxnSpLocks/>
            </p:cNvCxnSpPr>
            <p:nvPr/>
          </p:nvCxnSpPr>
          <p:spPr>
            <a:xfrm rot="4620000" flipV="1">
              <a:off x="9066847" y="29772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8" name="TextBox 237">
              <a:extLst>
                <a:ext uri="{FF2B5EF4-FFF2-40B4-BE49-F238E27FC236}">
                  <a16:creationId xmlns:a16="http://schemas.microsoft.com/office/drawing/2014/main" id="{DB231E44-9F75-43F8-AF8F-BD0F13343CBA}"/>
                </a:ext>
              </a:extLst>
            </p:cNvPr>
            <p:cNvSpPr txBox="1"/>
            <p:nvPr/>
          </p:nvSpPr>
          <p:spPr>
            <a:xfrm>
              <a:off x="8261350" y="4285102"/>
              <a:ext cx="403983" cy="369332"/>
            </a:xfrm>
            <a:prstGeom prst="rect">
              <a:avLst/>
            </a:prstGeom>
            <a:noFill/>
          </p:spPr>
          <p:txBody>
            <a:bodyPr wrap="square">
              <a:spAutoFit/>
            </a:bodyPr>
            <a:lstStyle/>
            <a:p>
              <a:pPr algn="ctr"/>
              <a:r>
                <a:rPr lang="en-US" dirty="0">
                  <a:latin typeface="Consolas" panose="020B0609020204030204" pitchFamily="49" charset="0"/>
                </a:rPr>
                <a:t>i</a:t>
              </a:r>
              <a:r>
                <a:rPr lang="en-US" baseline="-25000" dirty="0">
                  <a:latin typeface="Consolas" panose="020B0609020204030204" pitchFamily="49" charset="0"/>
                </a:rPr>
                <a:t>1</a:t>
              </a:r>
            </a:p>
          </p:txBody>
        </p:sp>
        <p:sp>
          <p:nvSpPr>
            <p:cNvPr id="239" name="TextBox 238">
              <a:extLst>
                <a:ext uri="{FF2B5EF4-FFF2-40B4-BE49-F238E27FC236}">
                  <a16:creationId xmlns:a16="http://schemas.microsoft.com/office/drawing/2014/main" id="{7AB87B24-6BE2-479D-9C26-64EBB8DB9E5C}"/>
                </a:ext>
              </a:extLst>
            </p:cNvPr>
            <p:cNvSpPr txBox="1"/>
            <p:nvPr/>
          </p:nvSpPr>
          <p:spPr>
            <a:xfrm>
              <a:off x="8555196" y="45055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0</a:t>
              </a:r>
            </a:p>
          </p:txBody>
        </p:sp>
        <p:sp>
          <p:nvSpPr>
            <p:cNvPr id="240" name="TextBox 239">
              <a:extLst>
                <a:ext uri="{FF2B5EF4-FFF2-40B4-BE49-F238E27FC236}">
                  <a16:creationId xmlns:a16="http://schemas.microsoft.com/office/drawing/2014/main" id="{8640C1A8-7C2A-46A0-843B-76A8913E4B92}"/>
                </a:ext>
              </a:extLst>
            </p:cNvPr>
            <p:cNvSpPr txBox="1"/>
            <p:nvPr/>
          </p:nvSpPr>
          <p:spPr>
            <a:xfrm>
              <a:off x="11246498" y="44844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1</a:t>
              </a:r>
            </a:p>
          </p:txBody>
        </p:sp>
        <p:sp>
          <p:nvSpPr>
            <p:cNvPr id="244" name="TextBox 243">
              <a:extLst>
                <a:ext uri="{FF2B5EF4-FFF2-40B4-BE49-F238E27FC236}">
                  <a16:creationId xmlns:a16="http://schemas.microsoft.com/office/drawing/2014/main" id="{6E7FF6CD-8DE5-44E0-A135-4DDDF82B8FA0}"/>
                </a:ext>
              </a:extLst>
            </p:cNvPr>
            <p:cNvSpPr txBox="1"/>
            <p:nvPr/>
          </p:nvSpPr>
          <p:spPr>
            <a:xfrm>
              <a:off x="8447436"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245" name="Straight Arrow Connector 244">
              <a:extLst>
                <a:ext uri="{FF2B5EF4-FFF2-40B4-BE49-F238E27FC236}">
                  <a16:creationId xmlns:a16="http://schemas.microsoft.com/office/drawing/2014/main" id="{31D8A263-3175-4628-98AF-C6AB656874F5}"/>
                </a:ext>
              </a:extLst>
            </p:cNvPr>
            <p:cNvCxnSpPr>
              <a:cxnSpLocks/>
            </p:cNvCxnSpPr>
            <p:nvPr/>
          </p:nvCxnSpPr>
          <p:spPr>
            <a:xfrm rot="16200000" flipV="1">
              <a:off x="11629815" y="321322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E142770F-DFC2-4F2B-A391-5CAA7C0511B8}"/>
                </a:ext>
              </a:extLst>
            </p:cNvPr>
            <p:cNvCxnSpPr>
              <a:cxnSpLocks/>
            </p:cNvCxnSpPr>
            <p:nvPr/>
          </p:nvCxnSpPr>
          <p:spPr>
            <a:xfrm rot="10800000" flipV="1">
              <a:off x="9885550"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7" name="Straight Arrow Connector 246">
              <a:extLst>
                <a:ext uri="{FF2B5EF4-FFF2-40B4-BE49-F238E27FC236}">
                  <a16:creationId xmlns:a16="http://schemas.microsoft.com/office/drawing/2014/main" id="{893B6A6E-8D4A-489C-9F26-0E80BDFD51E2}"/>
                </a:ext>
              </a:extLst>
            </p:cNvPr>
            <p:cNvCxnSpPr>
              <a:cxnSpLocks/>
            </p:cNvCxnSpPr>
            <p:nvPr/>
          </p:nvCxnSpPr>
          <p:spPr>
            <a:xfrm flipV="1">
              <a:off x="10020103" y="4770558"/>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8" name="TextBox 247">
              <a:extLst>
                <a:ext uri="{FF2B5EF4-FFF2-40B4-BE49-F238E27FC236}">
                  <a16:creationId xmlns:a16="http://schemas.microsoft.com/office/drawing/2014/main" id="{08CCB352-04BF-4B96-B0F3-04BE5FD20E57}"/>
                </a:ext>
              </a:extLst>
            </p:cNvPr>
            <p:cNvSpPr txBox="1"/>
            <p:nvPr/>
          </p:nvSpPr>
          <p:spPr>
            <a:xfrm>
              <a:off x="9999389" y="5193903"/>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249" name="Straight Arrow Connector 248">
              <a:extLst>
                <a:ext uri="{FF2B5EF4-FFF2-40B4-BE49-F238E27FC236}">
                  <a16:creationId xmlns:a16="http://schemas.microsoft.com/office/drawing/2014/main" id="{BAB4715E-E98A-4A13-9B17-13A28EA799E7}"/>
                </a:ext>
              </a:extLst>
            </p:cNvPr>
            <p:cNvCxnSpPr>
              <a:cxnSpLocks/>
            </p:cNvCxnSpPr>
            <p:nvPr/>
          </p:nvCxnSpPr>
          <p:spPr>
            <a:xfrm rot="10800000" flipV="1">
              <a:off x="10028540" y="4930691"/>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0" name="TextBox 249">
              <a:extLst>
                <a:ext uri="{FF2B5EF4-FFF2-40B4-BE49-F238E27FC236}">
                  <a16:creationId xmlns:a16="http://schemas.microsoft.com/office/drawing/2014/main" id="{8AB9366E-96B4-4A06-99F0-3D1C0B551D52}"/>
                </a:ext>
              </a:extLst>
            </p:cNvPr>
            <p:cNvSpPr txBox="1"/>
            <p:nvPr/>
          </p:nvSpPr>
          <p:spPr>
            <a:xfrm>
              <a:off x="9949009"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251" name="TextBox 250">
              <a:extLst>
                <a:ext uri="{FF2B5EF4-FFF2-40B4-BE49-F238E27FC236}">
                  <a16:creationId xmlns:a16="http://schemas.microsoft.com/office/drawing/2014/main" id="{C2285165-EAF3-4065-86AF-162E916227CD}"/>
                </a:ext>
              </a:extLst>
            </p:cNvPr>
            <p:cNvSpPr txBox="1"/>
            <p:nvPr/>
          </p:nvSpPr>
          <p:spPr>
            <a:xfrm>
              <a:off x="9416136" y="360148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258" name="TextBox 257">
              <a:extLst>
                <a:ext uri="{FF2B5EF4-FFF2-40B4-BE49-F238E27FC236}">
                  <a16:creationId xmlns:a16="http://schemas.microsoft.com/office/drawing/2014/main" id="{8958BA7D-81C5-42C7-8B15-2DF2DA7C83E0}"/>
                </a:ext>
              </a:extLst>
            </p:cNvPr>
            <p:cNvSpPr txBox="1"/>
            <p:nvPr/>
          </p:nvSpPr>
          <p:spPr>
            <a:xfrm>
              <a:off x="9907369" y="4239373"/>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cxnSp>
          <p:nvCxnSpPr>
            <p:cNvPr id="261" name="Straight Arrow Connector 260">
              <a:extLst>
                <a:ext uri="{FF2B5EF4-FFF2-40B4-BE49-F238E27FC236}">
                  <a16:creationId xmlns:a16="http://schemas.microsoft.com/office/drawing/2014/main" id="{D94472AC-8CA7-454C-9A5C-3596235783AA}"/>
                </a:ext>
              </a:extLst>
            </p:cNvPr>
            <p:cNvCxnSpPr>
              <a:cxnSpLocks/>
            </p:cNvCxnSpPr>
            <p:nvPr/>
          </p:nvCxnSpPr>
          <p:spPr>
            <a:xfrm rot="15420000" flipV="1">
              <a:off x="8895174" y="300857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2" name="Oval 261">
              <a:extLst>
                <a:ext uri="{FF2B5EF4-FFF2-40B4-BE49-F238E27FC236}">
                  <a16:creationId xmlns:a16="http://schemas.microsoft.com/office/drawing/2014/main" id="{12ED25A3-C927-4F74-9F04-0D67CCC78CC8}"/>
                </a:ext>
              </a:extLst>
            </p:cNvPr>
            <p:cNvSpPr/>
            <p:nvPr/>
          </p:nvSpPr>
          <p:spPr>
            <a:xfrm>
              <a:off x="11776817" y="168825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63" name="Oval 262">
              <a:extLst>
                <a:ext uri="{FF2B5EF4-FFF2-40B4-BE49-F238E27FC236}">
                  <a16:creationId xmlns:a16="http://schemas.microsoft.com/office/drawing/2014/main" id="{13F43693-8D5F-480B-B3C6-334E8AFFAB02}"/>
                </a:ext>
              </a:extLst>
            </p:cNvPr>
            <p:cNvSpPr/>
            <p:nvPr/>
          </p:nvSpPr>
          <p:spPr>
            <a:xfrm>
              <a:off x="11768824" y="46901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64" name="Straight Arrow Connector 263">
              <a:extLst>
                <a:ext uri="{FF2B5EF4-FFF2-40B4-BE49-F238E27FC236}">
                  <a16:creationId xmlns:a16="http://schemas.microsoft.com/office/drawing/2014/main" id="{C4BA667E-68A3-4866-B333-308CFF4078E7}"/>
                </a:ext>
              </a:extLst>
            </p:cNvPr>
            <p:cNvCxnSpPr>
              <a:cxnSpLocks/>
            </p:cNvCxnSpPr>
            <p:nvPr/>
          </p:nvCxnSpPr>
          <p:spPr>
            <a:xfrm flipH="1">
              <a:off x="8489459" y="1879409"/>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7" name="TextBox 266">
              <a:extLst>
                <a:ext uri="{FF2B5EF4-FFF2-40B4-BE49-F238E27FC236}">
                  <a16:creationId xmlns:a16="http://schemas.microsoft.com/office/drawing/2014/main" id="{A4156CF5-BA56-486B-872E-67FD601DC7CE}"/>
                </a:ext>
              </a:extLst>
            </p:cNvPr>
            <p:cNvSpPr txBox="1"/>
            <p:nvPr/>
          </p:nvSpPr>
          <p:spPr>
            <a:xfrm>
              <a:off x="9155532" y="404833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270" name="Straight Arrow Connector 269">
              <a:extLst>
                <a:ext uri="{FF2B5EF4-FFF2-40B4-BE49-F238E27FC236}">
                  <a16:creationId xmlns:a16="http://schemas.microsoft.com/office/drawing/2014/main" id="{15653459-F5CB-4AC4-BD55-04D483E83A2F}"/>
                </a:ext>
              </a:extLst>
            </p:cNvPr>
            <p:cNvCxnSpPr>
              <a:cxnSpLocks/>
            </p:cNvCxnSpPr>
            <p:nvPr/>
          </p:nvCxnSpPr>
          <p:spPr>
            <a:xfrm rot="8520000" flipV="1">
              <a:off x="8786970" y="44240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1" name="Straight Arrow Connector 270">
              <a:extLst>
                <a:ext uri="{FF2B5EF4-FFF2-40B4-BE49-F238E27FC236}">
                  <a16:creationId xmlns:a16="http://schemas.microsoft.com/office/drawing/2014/main" id="{A679052F-D486-4747-AFAD-65E8E7791B44}"/>
                </a:ext>
              </a:extLst>
            </p:cNvPr>
            <p:cNvCxnSpPr>
              <a:cxnSpLocks/>
            </p:cNvCxnSpPr>
            <p:nvPr/>
          </p:nvCxnSpPr>
          <p:spPr>
            <a:xfrm rot="19320000" flipV="1">
              <a:off x="8712224" y="431346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5" name="Oval 224">
              <a:extLst>
                <a:ext uri="{FF2B5EF4-FFF2-40B4-BE49-F238E27FC236}">
                  <a16:creationId xmlns:a16="http://schemas.microsoft.com/office/drawing/2014/main" id="{A6354ABA-9B6E-427D-A922-5466390BE5EF}"/>
                </a:ext>
              </a:extLst>
            </p:cNvPr>
            <p:cNvSpPr/>
            <p:nvPr/>
          </p:nvSpPr>
          <p:spPr>
            <a:xfrm>
              <a:off x="8202663" y="46964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5" name="TextBox 274">
              <a:extLst>
                <a:ext uri="{FF2B5EF4-FFF2-40B4-BE49-F238E27FC236}">
                  <a16:creationId xmlns:a16="http://schemas.microsoft.com/office/drawing/2014/main" id="{598BC0EB-DD02-4ABA-BD85-7056D0EC7573}"/>
                </a:ext>
              </a:extLst>
            </p:cNvPr>
            <p:cNvSpPr txBox="1"/>
            <p:nvPr/>
          </p:nvSpPr>
          <p:spPr>
            <a:xfrm>
              <a:off x="10260476" y="394125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2</a:t>
              </a:r>
            </a:p>
          </p:txBody>
        </p:sp>
        <p:sp>
          <p:nvSpPr>
            <p:cNvPr id="279" name="TextBox 278">
              <a:extLst>
                <a:ext uri="{FF2B5EF4-FFF2-40B4-BE49-F238E27FC236}">
                  <a16:creationId xmlns:a16="http://schemas.microsoft.com/office/drawing/2014/main" id="{50436301-6EF9-4AA8-809D-86CCFB898FC2}"/>
                </a:ext>
              </a:extLst>
            </p:cNvPr>
            <p:cNvSpPr txBox="1"/>
            <p:nvPr/>
          </p:nvSpPr>
          <p:spPr>
            <a:xfrm>
              <a:off x="9032093" y="356247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sp>
          <p:nvSpPr>
            <p:cNvPr id="100" name="TextBox 99">
              <a:extLst>
                <a:ext uri="{FF2B5EF4-FFF2-40B4-BE49-F238E27FC236}">
                  <a16:creationId xmlns:a16="http://schemas.microsoft.com/office/drawing/2014/main" id="{1B41D177-E1DA-468B-AC24-D3BA670E3666}"/>
                </a:ext>
              </a:extLst>
            </p:cNvPr>
            <p:cNvSpPr txBox="1"/>
            <p:nvPr/>
          </p:nvSpPr>
          <p:spPr>
            <a:xfrm>
              <a:off x="11341673" y="2909641"/>
              <a:ext cx="377234" cy="369332"/>
            </a:xfrm>
            <a:prstGeom prst="rect">
              <a:avLst/>
            </a:prstGeom>
            <a:noFill/>
            <a:ln w="19050">
              <a:solidFill>
                <a:schemeClr val="bg1"/>
              </a:solidFill>
            </a:ln>
          </p:spPr>
          <p:txBody>
            <a:bodyPr wrap="square" rtlCol="0">
              <a:spAutoFit/>
            </a:bodyPr>
            <a:lstStyle/>
            <a:p>
              <a:pPr algn="ctr"/>
              <a:r>
                <a:rPr lang="pt-BR" dirty="0"/>
                <a:t>L</a:t>
              </a:r>
              <a:endParaRPr lang="en-US" dirty="0"/>
            </a:p>
          </p:txBody>
        </p:sp>
        <p:sp>
          <p:nvSpPr>
            <p:cNvPr id="101" name="Oval 100">
              <a:extLst>
                <a:ext uri="{FF2B5EF4-FFF2-40B4-BE49-F238E27FC236}">
                  <a16:creationId xmlns:a16="http://schemas.microsoft.com/office/drawing/2014/main" id="{9E4E65AC-040D-4089-9DE9-64C858A2D661}"/>
                </a:ext>
              </a:extLst>
            </p:cNvPr>
            <p:cNvSpPr/>
            <p:nvPr/>
          </p:nvSpPr>
          <p:spPr>
            <a:xfrm>
              <a:off x="11195592" y="168838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02" name="Oval 101">
              <a:extLst>
                <a:ext uri="{FF2B5EF4-FFF2-40B4-BE49-F238E27FC236}">
                  <a16:creationId xmlns:a16="http://schemas.microsoft.com/office/drawing/2014/main" id="{5D0393D0-7D3A-4535-BE5E-A036FFBD1BB7}"/>
                </a:ext>
              </a:extLst>
            </p:cNvPr>
            <p:cNvSpPr/>
            <p:nvPr/>
          </p:nvSpPr>
          <p:spPr>
            <a:xfrm>
              <a:off x="10613831" y="385870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cxnSp>
          <p:nvCxnSpPr>
            <p:cNvPr id="103" name="Straight Arrow Connector 102">
              <a:extLst>
                <a:ext uri="{FF2B5EF4-FFF2-40B4-BE49-F238E27FC236}">
                  <a16:creationId xmlns:a16="http://schemas.microsoft.com/office/drawing/2014/main" id="{9F5D0568-1400-47A9-8139-C265C5E40CDB}"/>
                </a:ext>
              </a:extLst>
            </p:cNvPr>
            <p:cNvCxnSpPr>
              <a:cxnSpLocks/>
            </p:cNvCxnSpPr>
            <p:nvPr/>
          </p:nvCxnSpPr>
          <p:spPr>
            <a:xfrm flipV="1">
              <a:off x="9936584" y="3931806"/>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B7481EA2-648E-4E11-9DFB-39ABD7BA1C85}"/>
                </a:ext>
              </a:extLst>
            </p:cNvPr>
            <p:cNvCxnSpPr>
              <a:cxnSpLocks/>
            </p:cNvCxnSpPr>
            <p:nvPr/>
          </p:nvCxnSpPr>
          <p:spPr>
            <a:xfrm rot="10800000" flipV="1">
              <a:off x="9926278" y="4075593"/>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FC9EA233-0693-4518-8F49-E163AD8071B8}"/>
                </a:ext>
              </a:extLst>
            </p:cNvPr>
            <p:cNvSpPr txBox="1"/>
            <p:nvPr/>
          </p:nvSpPr>
          <p:spPr>
            <a:xfrm>
              <a:off x="11561178" y="4310212"/>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2</a:t>
              </a:r>
            </a:p>
          </p:txBody>
        </p:sp>
        <p:sp>
          <p:nvSpPr>
            <p:cNvPr id="106" name="TextBox 105">
              <a:extLst>
                <a:ext uri="{FF2B5EF4-FFF2-40B4-BE49-F238E27FC236}">
                  <a16:creationId xmlns:a16="http://schemas.microsoft.com/office/drawing/2014/main" id="{E73098AB-A006-4F70-9EBB-4F89CA9185F0}"/>
                </a:ext>
              </a:extLst>
            </p:cNvPr>
            <p:cNvSpPr txBox="1"/>
            <p:nvPr/>
          </p:nvSpPr>
          <p:spPr>
            <a:xfrm>
              <a:off x="10802152" y="3715857"/>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1</a:t>
              </a:r>
            </a:p>
          </p:txBody>
        </p:sp>
        <p:cxnSp>
          <p:nvCxnSpPr>
            <p:cNvPr id="113" name="Straight Arrow Connector 112">
              <a:extLst>
                <a:ext uri="{FF2B5EF4-FFF2-40B4-BE49-F238E27FC236}">
                  <a16:creationId xmlns:a16="http://schemas.microsoft.com/office/drawing/2014/main" id="{D5B28B2C-0053-4024-9AAC-F47E515D0CFB}"/>
                </a:ext>
              </a:extLst>
            </p:cNvPr>
            <p:cNvCxnSpPr>
              <a:cxnSpLocks/>
            </p:cNvCxnSpPr>
            <p:nvPr/>
          </p:nvCxnSpPr>
          <p:spPr>
            <a:xfrm flipH="1">
              <a:off x="11538865" y="191537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604AE760-1D4C-456B-AFE7-95780D54CDE3}"/>
                </a:ext>
              </a:extLst>
            </p:cNvPr>
            <p:cNvCxnSpPr>
              <a:cxnSpLocks/>
            </p:cNvCxnSpPr>
            <p:nvPr/>
          </p:nvCxnSpPr>
          <p:spPr>
            <a:xfrm rot="2220000" flipV="1">
              <a:off x="11088099" y="4303859"/>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a:extLst>
                <a:ext uri="{FF2B5EF4-FFF2-40B4-BE49-F238E27FC236}">
                  <a16:creationId xmlns:a16="http://schemas.microsoft.com/office/drawing/2014/main" id="{40492105-E245-4648-A40D-F7C9C6B79188}"/>
                </a:ext>
              </a:extLst>
            </p:cNvPr>
            <p:cNvCxnSpPr>
              <a:cxnSpLocks/>
            </p:cNvCxnSpPr>
            <p:nvPr/>
          </p:nvCxnSpPr>
          <p:spPr>
            <a:xfrm rot="13020000" flipV="1">
              <a:off x="11002451" y="4407629"/>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53EAEB04-CD27-48F2-9AF9-80D2C6A9BF99}"/>
                </a:ext>
              </a:extLst>
            </p:cNvPr>
            <p:cNvCxnSpPr>
              <a:cxnSpLocks/>
            </p:cNvCxnSpPr>
            <p:nvPr/>
          </p:nvCxnSpPr>
          <p:spPr>
            <a:xfrm rot="17100000" flipV="1">
              <a:off x="10744762" y="29790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a:extLst>
                <a:ext uri="{FF2B5EF4-FFF2-40B4-BE49-F238E27FC236}">
                  <a16:creationId xmlns:a16="http://schemas.microsoft.com/office/drawing/2014/main" id="{43364AB9-A1C9-48A7-AF20-1A153B495FB6}"/>
                </a:ext>
              </a:extLst>
            </p:cNvPr>
            <p:cNvCxnSpPr>
              <a:cxnSpLocks/>
            </p:cNvCxnSpPr>
            <p:nvPr/>
          </p:nvCxnSpPr>
          <p:spPr>
            <a:xfrm rot="6300000" flipV="1">
              <a:off x="10877563" y="30246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22" name="TextBox 121">
            <a:extLst>
              <a:ext uri="{FF2B5EF4-FFF2-40B4-BE49-F238E27FC236}">
                <a16:creationId xmlns:a16="http://schemas.microsoft.com/office/drawing/2014/main" id="{7E8B25F6-B729-4F28-92A4-CEDD4824D23C}"/>
              </a:ext>
            </a:extLst>
          </p:cNvPr>
          <p:cNvSpPr txBox="1"/>
          <p:nvPr/>
        </p:nvSpPr>
        <p:spPr>
          <a:xfrm>
            <a:off x="11228267" y="1863882"/>
            <a:ext cx="3268096" cy="1200329"/>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Same logic, but now applied at the two edge’s vertex, once both were collapsed.</a:t>
            </a:r>
            <a:endParaRPr lang="en-US" baseline="-25000" dirty="0">
              <a:latin typeface="Consolas" panose="020B0609020204030204" pitchFamily="49" charset="0"/>
            </a:endParaRPr>
          </a:p>
        </p:txBody>
      </p:sp>
      <p:sp>
        <p:nvSpPr>
          <p:cNvPr id="123" name="TextBox 122">
            <a:extLst>
              <a:ext uri="{FF2B5EF4-FFF2-40B4-BE49-F238E27FC236}">
                <a16:creationId xmlns:a16="http://schemas.microsoft.com/office/drawing/2014/main" id="{FBD19416-1604-4489-8B56-9B7A3CA4DA0A}"/>
              </a:ext>
            </a:extLst>
          </p:cNvPr>
          <p:cNvSpPr txBox="1"/>
          <p:nvPr/>
        </p:nvSpPr>
        <p:spPr>
          <a:xfrm>
            <a:off x="7086844" y="5676265"/>
            <a:ext cx="3477396"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Collapsed in A and D</a:t>
            </a:r>
          </a:p>
        </p:txBody>
      </p:sp>
    </p:spTree>
    <p:extLst>
      <p:ext uri="{BB962C8B-B14F-4D97-AF65-F5344CB8AC3E}">
        <p14:creationId xmlns:p14="http://schemas.microsoft.com/office/powerpoint/2010/main" val="2055808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reeform: Shape 196">
            <a:extLst>
              <a:ext uri="{FF2B5EF4-FFF2-40B4-BE49-F238E27FC236}">
                <a16:creationId xmlns:a16="http://schemas.microsoft.com/office/drawing/2014/main" id="{8B6123A0-2875-406E-AE1C-C2C0FCE42142}"/>
              </a:ext>
            </a:extLst>
          </p:cNvPr>
          <p:cNvSpPr/>
          <p:nvPr/>
        </p:nvSpPr>
        <p:spPr>
          <a:xfrm>
            <a:off x="8620164" y="1144457"/>
            <a:ext cx="1680972" cy="3793236"/>
          </a:xfrm>
          <a:custGeom>
            <a:avLst/>
            <a:gdLst>
              <a:gd name="connsiteX0" fmla="*/ 6096 w 3950208"/>
              <a:gd name="connsiteY0" fmla="*/ 0 h 3724656"/>
              <a:gd name="connsiteX1" fmla="*/ 3950208 w 3950208"/>
              <a:gd name="connsiteY1" fmla="*/ 1091184 h 3724656"/>
              <a:gd name="connsiteX2" fmla="*/ 3944112 w 3950208"/>
              <a:gd name="connsiteY2" fmla="*/ 2420112 h 3724656"/>
              <a:gd name="connsiteX3" fmla="*/ 0 w 3950208"/>
              <a:gd name="connsiteY3" fmla="*/ 3724656 h 3724656"/>
              <a:gd name="connsiteX4" fmla="*/ 6096 w 3950208"/>
              <a:gd name="connsiteY4" fmla="*/ 0 h 3724656"/>
              <a:gd name="connsiteX0" fmla="*/ 6096 w 3950208"/>
              <a:gd name="connsiteY0" fmla="*/ 0 h 3724656"/>
              <a:gd name="connsiteX1" fmla="*/ 3950208 w 3950208"/>
              <a:gd name="connsiteY1" fmla="*/ 1091184 h 3724656"/>
              <a:gd name="connsiteX2" fmla="*/ 1947672 w 3950208"/>
              <a:gd name="connsiteY2" fmla="*/ 2564892 h 3724656"/>
              <a:gd name="connsiteX3" fmla="*/ 0 w 3950208"/>
              <a:gd name="connsiteY3" fmla="*/ 3724656 h 3724656"/>
              <a:gd name="connsiteX4" fmla="*/ 6096 w 3950208"/>
              <a:gd name="connsiteY4" fmla="*/ 0 h 3724656"/>
              <a:gd name="connsiteX0" fmla="*/ 6096 w 1999488"/>
              <a:gd name="connsiteY0" fmla="*/ 0 h 3724656"/>
              <a:gd name="connsiteX1" fmla="*/ 1999488 w 1999488"/>
              <a:gd name="connsiteY1" fmla="*/ 1060704 h 3724656"/>
              <a:gd name="connsiteX2" fmla="*/ 1947672 w 1999488"/>
              <a:gd name="connsiteY2" fmla="*/ 2564892 h 3724656"/>
              <a:gd name="connsiteX3" fmla="*/ 0 w 1999488"/>
              <a:gd name="connsiteY3" fmla="*/ 3724656 h 3724656"/>
              <a:gd name="connsiteX4" fmla="*/ 6096 w 1999488"/>
              <a:gd name="connsiteY4" fmla="*/ 0 h 3724656"/>
              <a:gd name="connsiteX0" fmla="*/ 6096 w 1947672"/>
              <a:gd name="connsiteY0" fmla="*/ 0 h 3724656"/>
              <a:gd name="connsiteX1" fmla="*/ 1725168 w 1947672"/>
              <a:gd name="connsiteY1" fmla="*/ 1197864 h 3724656"/>
              <a:gd name="connsiteX2" fmla="*/ 1947672 w 1947672"/>
              <a:gd name="connsiteY2" fmla="*/ 2564892 h 3724656"/>
              <a:gd name="connsiteX3" fmla="*/ 0 w 1947672"/>
              <a:gd name="connsiteY3" fmla="*/ 3724656 h 3724656"/>
              <a:gd name="connsiteX4" fmla="*/ 6096 w 1947672"/>
              <a:gd name="connsiteY4" fmla="*/ 0 h 3724656"/>
              <a:gd name="connsiteX0" fmla="*/ 6096 w 1947672"/>
              <a:gd name="connsiteY0" fmla="*/ 0 h 3724656"/>
              <a:gd name="connsiteX1" fmla="*/ 1664208 w 1947672"/>
              <a:gd name="connsiteY1" fmla="*/ 1083564 h 3724656"/>
              <a:gd name="connsiteX2" fmla="*/ 1947672 w 1947672"/>
              <a:gd name="connsiteY2" fmla="*/ 2564892 h 3724656"/>
              <a:gd name="connsiteX3" fmla="*/ 0 w 1947672"/>
              <a:gd name="connsiteY3" fmla="*/ 3724656 h 3724656"/>
              <a:gd name="connsiteX4" fmla="*/ 6096 w 1947672"/>
              <a:gd name="connsiteY4" fmla="*/ 0 h 3724656"/>
              <a:gd name="connsiteX0" fmla="*/ 6096 w 1680972"/>
              <a:gd name="connsiteY0" fmla="*/ 0 h 3724656"/>
              <a:gd name="connsiteX1" fmla="*/ 1664208 w 1680972"/>
              <a:gd name="connsiteY1" fmla="*/ 1083564 h 3724656"/>
              <a:gd name="connsiteX2" fmla="*/ 1680972 w 1680972"/>
              <a:gd name="connsiteY2" fmla="*/ 2458212 h 3724656"/>
              <a:gd name="connsiteX3" fmla="*/ 0 w 1680972"/>
              <a:gd name="connsiteY3" fmla="*/ 3724656 h 3724656"/>
              <a:gd name="connsiteX4" fmla="*/ 6096 w 1680972"/>
              <a:gd name="connsiteY4" fmla="*/ 0 h 3724656"/>
              <a:gd name="connsiteX0" fmla="*/ 6096 w 1680972"/>
              <a:gd name="connsiteY0" fmla="*/ 0 h 3724656"/>
              <a:gd name="connsiteX1" fmla="*/ 1664208 w 1680972"/>
              <a:gd name="connsiteY1" fmla="*/ 1083564 h 3724656"/>
              <a:gd name="connsiteX2" fmla="*/ 1680972 w 1680972"/>
              <a:gd name="connsiteY2" fmla="*/ 2496312 h 3724656"/>
              <a:gd name="connsiteX3" fmla="*/ 0 w 1680972"/>
              <a:gd name="connsiteY3" fmla="*/ 3724656 h 3724656"/>
              <a:gd name="connsiteX4" fmla="*/ 6096 w 1680972"/>
              <a:gd name="connsiteY4" fmla="*/ 0 h 3724656"/>
              <a:gd name="connsiteX0" fmla="*/ 6096 w 1680972"/>
              <a:gd name="connsiteY0" fmla="*/ 0 h 3770376"/>
              <a:gd name="connsiteX1" fmla="*/ 1664208 w 1680972"/>
              <a:gd name="connsiteY1" fmla="*/ 1083564 h 3770376"/>
              <a:gd name="connsiteX2" fmla="*/ 1680972 w 1680972"/>
              <a:gd name="connsiteY2" fmla="*/ 2496312 h 3770376"/>
              <a:gd name="connsiteX3" fmla="*/ 0 w 1680972"/>
              <a:gd name="connsiteY3" fmla="*/ 3770376 h 3770376"/>
              <a:gd name="connsiteX4" fmla="*/ 6096 w 1680972"/>
              <a:gd name="connsiteY4" fmla="*/ 0 h 3770376"/>
              <a:gd name="connsiteX0" fmla="*/ 21336 w 1680972"/>
              <a:gd name="connsiteY0" fmla="*/ 0 h 3793236"/>
              <a:gd name="connsiteX1" fmla="*/ 1664208 w 1680972"/>
              <a:gd name="connsiteY1" fmla="*/ 1106424 h 3793236"/>
              <a:gd name="connsiteX2" fmla="*/ 1680972 w 1680972"/>
              <a:gd name="connsiteY2" fmla="*/ 2519172 h 3793236"/>
              <a:gd name="connsiteX3" fmla="*/ 0 w 1680972"/>
              <a:gd name="connsiteY3" fmla="*/ 3793236 h 3793236"/>
              <a:gd name="connsiteX4" fmla="*/ 21336 w 1680972"/>
              <a:gd name="connsiteY4" fmla="*/ 0 h 3793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972" h="3793236">
                <a:moveTo>
                  <a:pt x="21336" y="0"/>
                </a:moveTo>
                <a:lnTo>
                  <a:pt x="1664208" y="1106424"/>
                </a:lnTo>
                <a:lnTo>
                  <a:pt x="1680972" y="2519172"/>
                </a:lnTo>
                <a:lnTo>
                  <a:pt x="0" y="3793236"/>
                </a:lnTo>
                <a:lnTo>
                  <a:pt x="21336"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2800" dirty="0"/>
          </a:p>
        </p:txBody>
      </p:sp>
      <p:sp>
        <p:nvSpPr>
          <p:cNvPr id="189" name="Rectangle 188">
            <a:extLst>
              <a:ext uri="{FF2B5EF4-FFF2-40B4-BE49-F238E27FC236}">
                <a16:creationId xmlns:a16="http://schemas.microsoft.com/office/drawing/2014/main" id="{344875F4-D7B4-44A0-BC6D-8928749BD8EC}"/>
              </a:ext>
            </a:extLst>
          </p:cNvPr>
          <p:cNvSpPr/>
          <p:nvPr/>
        </p:nvSpPr>
        <p:spPr>
          <a:xfrm>
            <a:off x="10284533" y="2224995"/>
            <a:ext cx="2335541" cy="1382236"/>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7CF84493-545B-469A-A1E1-C1DAC67153F6}"/>
              </a:ext>
            </a:extLst>
          </p:cNvPr>
          <p:cNvSpPr txBox="1"/>
          <p:nvPr/>
        </p:nvSpPr>
        <p:spPr>
          <a:xfrm>
            <a:off x="1615440" y="129649"/>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op2(he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68" name="TextBox 67">
            <a:extLst>
              <a:ext uri="{FF2B5EF4-FFF2-40B4-BE49-F238E27FC236}">
                <a16:creationId xmlns:a16="http://schemas.microsoft.com/office/drawing/2014/main" id="{DCE630C6-25AA-43A2-8ADD-E7AACD275264}"/>
              </a:ext>
            </a:extLst>
          </p:cNvPr>
          <p:cNvSpPr txBox="1"/>
          <p:nvPr/>
        </p:nvSpPr>
        <p:spPr>
          <a:xfrm>
            <a:off x="1237304" y="4396433"/>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0</a:t>
            </a:r>
          </a:p>
        </p:txBody>
      </p:sp>
      <p:sp>
        <p:nvSpPr>
          <p:cNvPr id="71" name="TextBox 70">
            <a:extLst>
              <a:ext uri="{FF2B5EF4-FFF2-40B4-BE49-F238E27FC236}">
                <a16:creationId xmlns:a16="http://schemas.microsoft.com/office/drawing/2014/main" id="{30F036EB-AE08-4C93-A57C-0CA2691928F0}"/>
              </a:ext>
            </a:extLst>
          </p:cNvPr>
          <p:cNvSpPr txBox="1"/>
          <p:nvPr/>
        </p:nvSpPr>
        <p:spPr>
          <a:xfrm>
            <a:off x="1719322" y="757906"/>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1</a:t>
            </a:r>
          </a:p>
        </p:txBody>
      </p:sp>
      <p:grpSp>
        <p:nvGrpSpPr>
          <p:cNvPr id="198" name="Group 197">
            <a:extLst>
              <a:ext uri="{FF2B5EF4-FFF2-40B4-BE49-F238E27FC236}">
                <a16:creationId xmlns:a16="http://schemas.microsoft.com/office/drawing/2014/main" id="{5AD11759-B499-499B-9783-2B4497C28A62}"/>
              </a:ext>
            </a:extLst>
          </p:cNvPr>
          <p:cNvGrpSpPr/>
          <p:nvPr/>
        </p:nvGrpSpPr>
        <p:grpSpPr>
          <a:xfrm>
            <a:off x="1488142" y="1021977"/>
            <a:ext cx="6070453" cy="4212332"/>
            <a:chOff x="1488142" y="1021977"/>
            <a:chExt cx="6070453" cy="4212332"/>
          </a:xfrm>
        </p:grpSpPr>
        <p:sp>
          <p:nvSpPr>
            <p:cNvPr id="29" name="Freeform: Shape 28">
              <a:extLst>
                <a:ext uri="{FF2B5EF4-FFF2-40B4-BE49-F238E27FC236}">
                  <a16:creationId xmlns:a16="http://schemas.microsoft.com/office/drawing/2014/main" id="{28E43A23-1842-4539-A6E0-CF754541840E}"/>
                </a:ext>
              </a:extLst>
            </p:cNvPr>
            <p:cNvSpPr/>
            <p:nvPr/>
          </p:nvSpPr>
          <p:spPr>
            <a:xfrm>
              <a:off x="5571746" y="1164338"/>
              <a:ext cx="1542288" cy="3742944"/>
            </a:xfrm>
            <a:custGeom>
              <a:avLst/>
              <a:gdLst>
                <a:gd name="connsiteX0" fmla="*/ 0 w 1524000"/>
                <a:gd name="connsiteY0" fmla="*/ 1091184 h 3724656"/>
                <a:gd name="connsiteX1" fmla="*/ 1517904 w 1524000"/>
                <a:gd name="connsiteY1" fmla="*/ 0 h 3724656"/>
                <a:gd name="connsiteX2" fmla="*/ 1524000 w 1524000"/>
                <a:gd name="connsiteY2" fmla="*/ 3724656 h 3724656"/>
                <a:gd name="connsiteX3" fmla="*/ 0 w 1524000"/>
                <a:gd name="connsiteY3" fmla="*/ 2420112 h 3724656"/>
                <a:gd name="connsiteX4" fmla="*/ 0 w 1524000"/>
                <a:gd name="connsiteY4" fmla="*/ 1091184 h 3724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3724656">
                  <a:moveTo>
                    <a:pt x="0" y="1091184"/>
                  </a:moveTo>
                  <a:lnTo>
                    <a:pt x="1517904" y="0"/>
                  </a:lnTo>
                  <a:lnTo>
                    <a:pt x="1524000" y="3724656"/>
                  </a:lnTo>
                  <a:lnTo>
                    <a:pt x="0" y="2420112"/>
                  </a:lnTo>
                  <a:lnTo>
                    <a:pt x="0" y="1091184"/>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 name="Freeform: Shape 27">
              <a:extLst>
                <a:ext uri="{FF2B5EF4-FFF2-40B4-BE49-F238E27FC236}">
                  <a16:creationId xmlns:a16="http://schemas.microsoft.com/office/drawing/2014/main" id="{D8016453-28D3-4ADB-92B4-4F80858BCAB0}"/>
                </a:ext>
              </a:extLst>
            </p:cNvPr>
            <p:cNvSpPr/>
            <p:nvPr/>
          </p:nvSpPr>
          <p:spPr>
            <a:xfrm>
              <a:off x="1615442" y="1146050"/>
              <a:ext cx="5492496" cy="1127760"/>
            </a:xfrm>
            <a:custGeom>
              <a:avLst/>
              <a:gdLst>
                <a:gd name="connsiteX0" fmla="*/ 0 w 5492496"/>
                <a:gd name="connsiteY0" fmla="*/ 0 h 1127760"/>
                <a:gd name="connsiteX1" fmla="*/ 5492496 w 5492496"/>
                <a:gd name="connsiteY1" fmla="*/ 24384 h 1127760"/>
                <a:gd name="connsiteX2" fmla="*/ 3956304 w 5492496"/>
                <a:gd name="connsiteY2" fmla="*/ 1127760 h 1127760"/>
                <a:gd name="connsiteX3" fmla="*/ 0 w 5492496"/>
                <a:gd name="connsiteY3" fmla="*/ 0 h 1127760"/>
              </a:gdLst>
              <a:ahLst/>
              <a:cxnLst>
                <a:cxn ang="0">
                  <a:pos x="connsiteX0" y="connsiteY0"/>
                </a:cxn>
                <a:cxn ang="0">
                  <a:pos x="connsiteX1" y="connsiteY1"/>
                </a:cxn>
                <a:cxn ang="0">
                  <a:pos x="connsiteX2" y="connsiteY2"/>
                </a:cxn>
                <a:cxn ang="0">
                  <a:pos x="connsiteX3" y="connsiteY3"/>
                </a:cxn>
              </a:cxnLst>
              <a:rect l="l" t="t" r="r" b="b"/>
              <a:pathLst>
                <a:path w="5492496" h="1127760">
                  <a:moveTo>
                    <a:pt x="0" y="0"/>
                  </a:moveTo>
                  <a:lnTo>
                    <a:pt x="5492496" y="24384"/>
                  </a:lnTo>
                  <a:lnTo>
                    <a:pt x="3956304" y="112776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63F4DB27-66ED-46CC-B814-AACA844A1711}"/>
                </a:ext>
              </a:extLst>
            </p:cNvPr>
            <p:cNvSpPr/>
            <p:nvPr/>
          </p:nvSpPr>
          <p:spPr>
            <a:xfrm>
              <a:off x="1627634" y="3572258"/>
              <a:ext cx="5486400" cy="1316736"/>
            </a:xfrm>
            <a:custGeom>
              <a:avLst/>
              <a:gdLst>
                <a:gd name="connsiteX0" fmla="*/ 0 w 5486400"/>
                <a:gd name="connsiteY0" fmla="*/ 1316736 h 1316736"/>
                <a:gd name="connsiteX1" fmla="*/ 3962400 w 5486400"/>
                <a:gd name="connsiteY1" fmla="*/ 0 h 1316736"/>
                <a:gd name="connsiteX2" fmla="*/ 5486400 w 5486400"/>
                <a:gd name="connsiteY2" fmla="*/ 1304544 h 1316736"/>
                <a:gd name="connsiteX3" fmla="*/ 0 w 5486400"/>
                <a:gd name="connsiteY3" fmla="*/ 1316736 h 1316736"/>
              </a:gdLst>
              <a:ahLst/>
              <a:cxnLst>
                <a:cxn ang="0">
                  <a:pos x="connsiteX0" y="connsiteY0"/>
                </a:cxn>
                <a:cxn ang="0">
                  <a:pos x="connsiteX1" y="connsiteY1"/>
                </a:cxn>
                <a:cxn ang="0">
                  <a:pos x="connsiteX2" y="connsiteY2"/>
                </a:cxn>
                <a:cxn ang="0">
                  <a:pos x="connsiteX3" y="connsiteY3"/>
                </a:cxn>
              </a:cxnLst>
              <a:rect l="l" t="t" r="r" b="b"/>
              <a:pathLst>
                <a:path w="5486400" h="1316736">
                  <a:moveTo>
                    <a:pt x="0" y="1316736"/>
                  </a:moveTo>
                  <a:lnTo>
                    <a:pt x="3962400" y="0"/>
                  </a:lnTo>
                  <a:lnTo>
                    <a:pt x="5486400" y="1304544"/>
                  </a:lnTo>
                  <a:lnTo>
                    <a:pt x="0" y="1316736"/>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A371D36E-4FD1-4E9F-9447-1B70AD761ECE}"/>
                </a:ext>
              </a:extLst>
            </p:cNvPr>
            <p:cNvSpPr/>
            <p:nvPr/>
          </p:nvSpPr>
          <p:spPr>
            <a:xfrm>
              <a:off x="1622613" y="1156448"/>
              <a:ext cx="5477435" cy="37203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4ABC472-39FB-4031-BA2F-0596391BC3A3}"/>
                </a:ext>
              </a:extLst>
            </p:cNvPr>
            <p:cNvSpPr/>
            <p:nvPr/>
          </p:nvSpPr>
          <p:spPr>
            <a:xfrm>
              <a:off x="6965578" y="10219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9" name="Oval 8">
              <a:extLst>
                <a:ext uri="{FF2B5EF4-FFF2-40B4-BE49-F238E27FC236}">
                  <a16:creationId xmlns:a16="http://schemas.microsoft.com/office/drawing/2014/main" id="{46EB22B9-6C15-4D1B-9394-B7E077DC0AEF}"/>
                </a:ext>
              </a:extLst>
            </p:cNvPr>
            <p:cNvSpPr/>
            <p:nvPr/>
          </p:nvSpPr>
          <p:spPr>
            <a:xfrm>
              <a:off x="6965578" y="474292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6" name="Freeform: Shape 25">
              <a:extLst>
                <a:ext uri="{FF2B5EF4-FFF2-40B4-BE49-F238E27FC236}">
                  <a16:creationId xmlns:a16="http://schemas.microsoft.com/office/drawing/2014/main" id="{FCD6B15D-7EB8-42B7-BD18-042B531B1F05}"/>
                </a:ext>
              </a:extLst>
            </p:cNvPr>
            <p:cNvSpPr/>
            <p:nvPr/>
          </p:nvSpPr>
          <p:spPr>
            <a:xfrm>
              <a:off x="1621538" y="1164338"/>
              <a:ext cx="3950208" cy="3724656"/>
            </a:xfrm>
            <a:custGeom>
              <a:avLst/>
              <a:gdLst>
                <a:gd name="connsiteX0" fmla="*/ 6096 w 3950208"/>
                <a:gd name="connsiteY0" fmla="*/ 0 h 3724656"/>
                <a:gd name="connsiteX1" fmla="*/ 3950208 w 3950208"/>
                <a:gd name="connsiteY1" fmla="*/ 1091184 h 3724656"/>
                <a:gd name="connsiteX2" fmla="*/ 3944112 w 3950208"/>
                <a:gd name="connsiteY2" fmla="*/ 2420112 h 3724656"/>
                <a:gd name="connsiteX3" fmla="*/ 0 w 3950208"/>
                <a:gd name="connsiteY3" fmla="*/ 3724656 h 3724656"/>
                <a:gd name="connsiteX4" fmla="*/ 6096 w 3950208"/>
                <a:gd name="connsiteY4" fmla="*/ 0 h 3724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0208" h="3724656">
                  <a:moveTo>
                    <a:pt x="6096" y="0"/>
                  </a:moveTo>
                  <a:lnTo>
                    <a:pt x="3950208" y="1091184"/>
                  </a:lnTo>
                  <a:lnTo>
                    <a:pt x="3944112" y="2420112"/>
                  </a:lnTo>
                  <a:lnTo>
                    <a:pt x="0" y="3724656"/>
                  </a:lnTo>
                  <a:lnTo>
                    <a:pt x="6096" y="0"/>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800" dirty="0"/>
            </a:p>
          </p:txBody>
        </p:sp>
        <p:sp>
          <p:nvSpPr>
            <p:cNvPr id="6" name="Oval 5">
              <a:extLst>
                <a:ext uri="{FF2B5EF4-FFF2-40B4-BE49-F238E27FC236}">
                  <a16:creationId xmlns:a16="http://schemas.microsoft.com/office/drawing/2014/main" id="{2AC81484-B25C-4E5A-B101-63F1718E1E0A}"/>
                </a:ext>
              </a:extLst>
            </p:cNvPr>
            <p:cNvSpPr/>
            <p:nvPr/>
          </p:nvSpPr>
          <p:spPr>
            <a:xfrm>
              <a:off x="1488142" y="10219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1" name="Oval 10">
              <a:extLst>
                <a:ext uri="{FF2B5EF4-FFF2-40B4-BE49-F238E27FC236}">
                  <a16:creationId xmlns:a16="http://schemas.microsoft.com/office/drawing/2014/main" id="{91DCC710-E40C-4333-BB53-A68E9B674444}"/>
                </a:ext>
              </a:extLst>
            </p:cNvPr>
            <p:cNvSpPr/>
            <p:nvPr/>
          </p:nvSpPr>
          <p:spPr>
            <a:xfrm>
              <a:off x="5459508" y="211567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8" name="Oval 7">
              <a:extLst>
                <a:ext uri="{FF2B5EF4-FFF2-40B4-BE49-F238E27FC236}">
                  <a16:creationId xmlns:a16="http://schemas.microsoft.com/office/drawing/2014/main" id="{DC6F860D-0280-4BF5-A89C-A3D5C70B1427}"/>
                </a:ext>
              </a:extLst>
            </p:cNvPr>
            <p:cNvSpPr/>
            <p:nvPr/>
          </p:nvSpPr>
          <p:spPr>
            <a:xfrm>
              <a:off x="1488142" y="474292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 name="Oval 9">
              <a:extLst>
                <a:ext uri="{FF2B5EF4-FFF2-40B4-BE49-F238E27FC236}">
                  <a16:creationId xmlns:a16="http://schemas.microsoft.com/office/drawing/2014/main" id="{1F74F501-5534-4307-9A56-9A6EC36A39B9}"/>
                </a:ext>
              </a:extLst>
            </p:cNvPr>
            <p:cNvSpPr/>
            <p:nvPr/>
          </p:nvSpPr>
          <p:spPr>
            <a:xfrm>
              <a:off x="5459508" y="342900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1" name="TextBox 30">
              <a:extLst>
                <a:ext uri="{FF2B5EF4-FFF2-40B4-BE49-F238E27FC236}">
                  <a16:creationId xmlns:a16="http://schemas.microsoft.com/office/drawing/2014/main" id="{876E807B-2F40-4102-B47B-84969BCF39C2}"/>
                </a:ext>
              </a:extLst>
            </p:cNvPr>
            <p:cNvSpPr txBox="1"/>
            <p:nvPr/>
          </p:nvSpPr>
          <p:spPr>
            <a:xfrm>
              <a:off x="2870467" y="2707254"/>
              <a:ext cx="317716" cy="369332"/>
            </a:xfrm>
            <a:prstGeom prst="rect">
              <a:avLst/>
            </a:prstGeom>
            <a:noFill/>
            <a:ln w="19050">
              <a:solidFill>
                <a:schemeClr val="bg1"/>
              </a:solidFill>
            </a:ln>
          </p:spPr>
          <p:txBody>
            <a:bodyPr wrap="square" rtlCol="0">
              <a:spAutoFit/>
            </a:bodyPr>
            <a:lstStyle/>
            <a:p>
              <a:r>
                <a:rPr lang="pt-BR" dirty="0"/>
                <a:t>A</a:t>
              </a:r>
              <a:endParaRPr lang="en-US" dirty="0"/>
            </a:p>
          </p:txBody>
        </p:sp>
        <p:sp>
          <p:nvSpPr>
            <p:cNvPr id="32" name="TextBox 31">
              <a:extLst>
                <a:ext uri="{FF2B5EF4-FFF2-40B4-BE49-F238E27FC236}">
                  <a16:creationId xmlns:a16="http://schemas.microsoft.com/office/drawing/2014/main" id="{304249F9-047D-4E97-BA75-53AB054A6DFB}"/>
                </a:ext>
              </a:extLst>
            </p:cNvPr>
            <p:cNvSpPr txBox="1"/>
            <p:nvPr/>
          </p:nvSpPr>
          <p:spPr>
            <a:xfrm>
              <a:off x="4947256" y="1386318"/>
              <a:ext cx="317716" cy="369332"/>
            </a:xfrm>
            <a:prstGeom prst="rect">
              <a:avLst/>
            </a:prstGeom>
            <a:noFill/>
            <a:ln w="19050">
              <a:solidFill>
                <a:schemeClr val="bg1"/>
              </a:solidFill>
            </a:ln>
          </p:spPr>
          <p:txBody>
            <a:bodyPr wrap="square" rtlCol="0">
              <a:spAutoFit/>
            </a:bodyPr>
            <a:lstStyle/>
            <a:p>
              <a:r>
                <a:rPr lang="pt-BR" dirty="0"/>
                <a:t>E</a:t>
              </a:r>
              <a:endParaRPr lang="en-US" dirty="0"/>
            </a:p>
          </p:txBody>
        </p:sp>
        <p:sp>
          <p:nvSpPr>
            <p:cNvPr id="33" name="TextBox 32">
              <a:extLst>
                <a:ext uri="{FF2B5EF4-FFF2-40B4-BE49-F238E27FC236}">
                  <a16:creationId xmlns:a16="http://schemas.microsoft.com/office/drawing/2014/main" id="{B7987596-8682-4BBA-81C6-BEFF24D3D256}"/>
                </a:ext>
              </a:extLst>
            </p:cNvPr>
            <p:cNvSpPr txBox="1"/>
            <p:nvPr/>
          </p:nvSpPr>
          <p:spPr>
            <a:xfrm>
              <a:off x="6294655" y="2738368"/>
              <a:ext cx="317716" cy="369332"/>
            </a:xfrm>
            <a:prstGeom prst="rect">
              <a:avLst/>
            </a:prstGeom>
            <a:noFill/>
            <a:ln w="19050">
              <a:solidFill>
                <a:schemeClr val="bg1"/>
              </a:solidFill>
            </a:ln>
          </p:spPr>
          <p:txBody>
            <a:bodyPr wrap="square" rtlCol="0">
              <a:spAutoFit/>
            </a:bodyPr>
            <a:lstStyle/>
            <a:p>
              <a:r>
                <a:rPr lang="pt-BR" dirty="0"/>
                <a:t>D</a:t>
              </a:r>
              <a:endParaRPr lang="en-US" dirty="0"/>
            </a:p>
          </p:txBody>
        </p:sp>
        <p:sp>
          <p:nvSpPr>
            <p:cNvPr id="34" name="TextBox 33">
              <a:extLst>
                <a:ext uri="{FF2B5EF4-FFF2-40B4-BE49-F238E27FC236}">
                  <a16:creationId xmlns:a16="http://schemas.microsoft.com/office/drawing/2014/main" id="{34C76CD8-29A9-4A26-8BFB-8EFC34B73E74}"/>
                </a:ext>
              </a:extLst>
            </p:cNvPr>
            <p:cNvSpPr txBox="1"/>
            <p:nvPr/>
          </p:nvSpPr>
          <p:spPr>
            <a:xfrm>
              <a:off x="4848837" y="4285490"/>
              <a:ext cx="317716" cy="369332"/>
            </a:xfrm>
            <a:prstGeom prst="rect">
              <a:avLst/>
            </a:prstGeom>
            <a:noFill/>
            <a:ln w="19050">
              <a:solidFill>
                <a:schemeClr val="bg1"/>
              </a:solidFill>
            </a:ln>
          </p:spPr>
          <p:txBody>
            <a:bodyPr wrap="square" rtlCol="0">
              <a:spAutoFit/>
            </a:bodyPr>
            <a:lstStyle/>
            <a:p>
              <a:r>
                <a:rPr lang="pt-BR" dirty="0"/>
                <a:t>C</a:t>
              </a:r>
              <a:endParaRPr lang="en-US" dirty="0"/>
            </a:p>
          </p:txBody>
        </p:sp>
        <p:sp>
          <p:nvSpPr>
            <p:cNvPr id="39" name="TextBox 38">
              <a:extLst>
                <a:ext uri="{FF2B5EF4-FFF2-40B4-BE49-F238E27FC236}">
                  <a16:creationId xmlns:a16="http://schemas.microsoft.com/office/drawing/2014/main" id="{AF0C96F1-12FE-415F-8386-F2A2BCCCEC28}"/>
                </a:ext>
              </a:extLst>
            </p:cNvPr>
            <p:cNvSpPr txBox="1"/>
            <p:nvPr/>
          </p:nvSpPr>
          <p:spPr>
            <a:xfrm>
              <a:off x="1649140" y="1279398"/>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40" name="TextBox 39">
              <a:extLst>
                <a:ext uri="{FF2B5EF4-FFF2-40B4-BE49-F238E27FC236}">
                  <a16:creationId xmlns:a16="http://schemas.microsoft.com/office/drawing/2014/main" id="{E8053BFC-AC11-4740-8EB0-A70EF98B41C9}"/>
                </a:ext>
              </a:extLst>
            </p:cNvPr>
            <p:cNvSpPr txBox="1"/>
            <p:nvPr/>
          </p:nvSpPr>
          <p:spPr>
            <a:xfrm>
              <a:off x="1594459" y="4399529"/>
              <a:ext cx="469397" cy="369332"/>
            </a:xfrm>
            <a:prstGeom prst="rect">
              <a:avLst/>
            </a:prstGeom>
            <a:noFill/>
          </p:spPr>
          <p:txBody>
            <a:bodyPr wrap="square">
              <a:spAutoFit/>
            </a:bodyPr>
            <a:lstStyle/>
            <a:p>
              <a:r>
                <a:rPr lang="en-US" dirty="0">
                  <a:latin typeface="Consolas" panose="020B0609020204030204" pitchFamily="49" charset="0"/>
                </a:rPr>
                <a:t>a</a:t>
              </a:r>
              <a:r>
                <a:rPr lang="en-US" baseline="-25000" dirty="0">
                  <a:latin typeface="Consolas" panose="020B0609020204030204" pitchFamily="49" charset="0"/>
                </a:rPr>
                <a:t>1</a:t>
              </a:r>
            </a:p>
          </p:txBody>
        </p:sp>
        <p:sp>
          <p:nvSpPr>
            <p:cNvPr id="41" name="TextBox 40">
              <a:extLst>
                <a:ext uri="{FF2B5EF4-FFF2-40B4-BE49-F238E27FC236}">
                  <a16:creationId xmlns:a16="http://schemas.microsoft.com/office/drawing/2014/main" id="{668D378D-CBE6-4124-BB08-965CAA772045}"/>
                </a:ext>
              </a:extLst>
            </p:cNvPr>
            <p:cNvSpPr txBox="1"/>
            <p:nvPr/>
          </p:nvSpPr>
          <p:spPr>
            <a:xfrm>
              <a:off x="5162591" y="3193046"/>
              <a:ext cx="469397" cy="369332"/>
            </a:xfrm>
            <a:prstGeom prst="rect">
              <a:avLst/>
            </a:prstGeom>
            <a:noFill/>
          </p:spPr>
          <p:txBody>
            <a:bodyPr wrap="square">
              <a:spAutoFit/>
            </a:bodyPr>
            <a:lstStyle/>
            <a:p>
              <a:r>
                <a:rPr lang="en-US" dirty="0">
                  <a:latin typeface="Consolas" panose="020B0609020204030204" pitchFamily="49" charset="0"/>
                </a:rPr>
                <a:t>a</a:t>
              </a:r>
              <a:r>
                <a:rPr lang="en-US" baseline="-25000" dirty="0">
                  <a:latin typeface="Consolas" panose="020B0609020204030204" pitchFamily="49" charset="0"/>
                </a:rPr>
                <a:t>2</a:t>
              </a:r>
            </a:p>
          </p:txBody>
        </p:sp>
        <p:sp>
          <p:nvSpPr>
            <p:cNvPr id="42" name="TextBox 41">
              <a:extLst>
                <a:ext uri="{FF2B5EF4-FFF2-40B4-BE49-F238E27FC236}">
                  <a16:creationId xmlns:a16="http://schemas.microsoft.com/office/drawing/2014/main" id="{F5C56521-BC93-43CD-942A-CB3B3C1BA7F5}"/>
                </a:ext>
              </a:extLst>
            </p:cNvPr>
            <p:cNvSpPr txBox="1"/>
            <p:nvPr/>
          </p:nvSpPr>
          <p:spPr>
            <a:xfrm>
              <a:off x="5145562" y="2163558"/>
              <a:ext cx="469397" cy="369332"/>
            </a:xfrm>
            <a:prstGeom prst="rect">
              <a:avLst/>
            </a:prstGeom>
            <a:noFill/>
          </p:spPr>
          <p:txBody>
            <a:bodyPr wrap="square">
              <a:spAutoFit/>
            </a:bodyPr>
            <a:lstStyle/>
            <a:p>
              <a:r>
                <a:rPr lang="en-US" dirty="0">
                  <a:latin typeface="Consolas" panose="020B0609020204030204" pitchFamily="49" charset="0"/>
                </a:rPr>
                <a:t>a</a:t>
              </a:r>
              <a:r>
                <a:rPr lang="en-US" baseline="-25000" dirty="0">
                  <a:latin typeface="Consolas" panose="020B0609020204030204" pitchFamily="49" charset="0"/>
                </a:rPr>
                <a:t>3</a:t>
              </a:r>
            </a:p>
          </p:txBody>
        </p:sp>
        <p:sp>
          <p:nvSpPr>
            <p:cNvPr id="43" name="TextBox 42">
              <a:extLst>
                <a:ext uri="{FF2B5EF4-FFF2-40B4-BE49-F238E27FC236}">
                  <a16:creationId xmlns:a16="http://schemas.microsoft.com/office/drawing/2014/main" id="{D14637AD-230E-49D2-A81E-FCF156F77855}"/>
                </a:ext>
              </a:extLst>
            </p:cNvPr>
            <p:cNvSpPr txBox="1"/>
            <p:nvPr/>
          </p:nvSpPr>
          <p:spPr>
            <a:xfrm>
              <a:off x="2516556" y="1091160"/>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1</a:t>
              </a:r>
            </a:p>
          </p:txBody>
        </p:sp>
        <p:cxnSp>
          <p:nvCxnSpPr>
            <p:cNvPr id="45" name="Straight Arrow Connector 44">
              <a:extLst>
                <a:ext uri="{FF2B5EF4-FFF2-40B4-BE49-F238E27FC236}">
                  <a16:creationId xmlns:a16="http://schemas.microsoft.com/office/drawing/2014/main" id="{9B4267DD-A852-40B1-A528-06776ADE41CC}"/>
                </a:ext>
              </a:extLst>
            </p:cNvPr>
            <p:cNvCxnSpPr>
              <a:cxnSpLocks/>
            </p:cNvCxnSpPr>
            <p:nvPr/>
          </p:nvCxnSpPr>
          <p:spPr>
            <a:xfrm flipV="1">
              <a:off x="3380774" y="4055992"/>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3DFDF78B-DD29-45B3-ADFE-0FFAE2A9D022}"/>
                </a:ext>
              </a:extLst>
            </p:cNvPr>
            <p:cNvCxnSpPr>
              <a:cxnSpLocks/>
            </p:cNvCxnSpPr>
            <p:nvPr/>
          </p:nvCxnSpPr>
          <p:spPr>
            <a:xfrm rot="10800000" flipV="1">
              <a:off x="3431700" y="4233045"/>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8EBC6D8A-2357-4C03-9D92-3042AAEC48D9}"/>
                </a:ext>
              </a:extLst>
            </p:cNvPr>
            <p:cNvCxnSpPr>
              <a:cxnSpLocks/>
            </p:cNvCxnSpPr>
            <p:nvPr/>
          </p:nvCxnSpPr>
          <p:spPr>
            <a:xfrm rot="10800000" flipV="1">
              <a:off x="4370834" y="127241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10791A71-6AF9-42DC-B793-9C958E03C249}"/>
                </a:ext>
              </a:extLst>
            </p:cNvPr>
            <p:cNvCxnSpPr>
              <a:cxnSpLocks/>
            </p:cNvCxnSpPr>
            <p:nvPr/>
          </p:nvCxnSpPr>
          <p:spPr>
            <a:xfrm flipV="1">
              <a:off x="4088444" y="477292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D841E9BE-3828-4505-A593-D6D5BB513BAD}"/>
                </a:ext>
              </a:extLst>
            </p:cNvPr>
            <p:cNvCxnSpPr>
              <a:cxnSpLocks/>
            </p:cNvCxnSpPr>
            <p:nvPr/>
          </p:nvCxnSpPr>
          <p:spPr>
            <a:xfrm rot="5400000" flipV="1">
              <a:off x="1481461" y="288220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4F0AE252-BDDF-4148-BB66-7251ACE4D410}"/>
                </a:ext>
              </a:extLst>
            </p:cNvPr>
            <p:cNvCxnSpPr>
              <a:cxnSpLocks/>
            </p:cNvCxnSpPr>
            <p:nvPr/>
          </p:nvCxnSpPr>
          <p:spPr>
            <a:xfrm rot="5400000" flipV="1">
              <a:off x="5420229" y="28919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391D2B81-C425-4480-AF48-22982E7ADFF2}"/>
                </a:ext>
              </a:extLst>
            </p:cNvPr>
            <p:cNvCxnSpPr>
              <a:cxnSpLocks/>
            </p:cNvCxnSpPr>
            <p:nvPr/>
          </p:nvCxnSpPr>
          <p:spPr>
            <a:xfrm rot="16200000" flipV="1">
              <a:off x="6792900" y="291057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AA1D4D6-283E-4356-95FC-B5E00527661A}"/>
                </a:ext>
              </a:extLst>
            </p:cNvPr>
            <p:cNvCxnSpPr>
              <a:cxnSpLocks/>
            </p:cNvCxnSpPr>
            <p:nvPr/>
          </p:nvCxnSpPr>
          <p:spPr>
            <a:xfrm rot="16200000" flipV="1">
              <a:off x="5256778" y="289192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334ACA59-C584-4E64-A1BD-882B7630B31E}"/>
                </a:ext>
              </a:extLst>
            </p:cNvPr>
            <p:cNvCxnSpPr>
              <a:cxnSpLocks/>
            </p:cNvCxnSpPr>
            <p:nvPr/>
          </p:nvCxnSpPr>
          <p:spPr>
            <a:xfrm rot="2100000" flipV="1">
              <a:off x="3616650" y="1623901"/>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122991DE-AD43-4DA4-8CE4-ABE80A07A71D}"/>
                </a:ext>
              </a:extLst>
            </p:cNvPr>
            <p:cNvCxnSpPr>
              <a:cxnSpLocks/>
            </p:cNvCxnSpPr>
            <p:nvPr/>
          </p:nvCxnSpPr>
          <p:spPr>
            <a:xfrm rot="12900000" flipV="1">
              <a:off x="3535533" y="1802704"/>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E36D31F9-925C-4735-AC1C-9ED7D2C7F9FF}"/>
                </a:ext>
              </a:extLst>
            </p:cNvPr>
            <p:cNvCxnSpPr>
              <a:cxnSpLocks/>
            </p:cNvCxnSpPr>
            <p:nvPr/>
          </p:nvCxnSpPr>
          <p:spPr>
            <a:xfrm rot="3480000" flipV="1">
              <a:off x="6060240" y="3977470"/>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C09313AB-E191-4391-BF87-5C461128C021}"/>
                </a:ext>
              </a:extLst>
            </p:cNvPr>
            <p:cNvCxnSpPr>
              <a:cxnSpLocks/>
            </p:cNvCxnSpPr>
            <p:nvPr/>
          </p:nvCxnSpPr>
          <p:spPr>
            <a:xfrm rot="14280000" flipV="1">
              <a:off x="5895908" y="4113743"/>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BB202CA0-52B8-4C3A-A07B-F5B02F9D18DF}"/>
                </a:ext>
              </a:extLst>
            </p:cNvPr>
            <p:cNvCxnSpPr>
              <a:cxnSpLocks/>
            </p:cNvCxnSpPr>
            <p:nvPr/>
          </p:nvCxnSpPr>
          <p:spPr>
            <a:xfrm rot="8640000" flipV="1">
              <a:off x="6174600" y="176939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287F84F7-DD3F-4985-ADAC-FF89D51A4652}"/>
                </a:ext>
              </a:extLst>
            </p:cNvPr>
            <p:cNvCxnSpPr>
              <a:cxnSpLocks/>
            </p:cNvCxnSpPr>
            <p:nvPr/>
          </p:nvCxnSpPr>
          <p:spPr>
            <a:xfrm rot="19440000" flipV="1">
              <a:off x="6070474" y="164651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1D208CE1-C8E6-4F81-A102-D777C77FEB3E}"/>
                </a:ext>
              </a:extLst>
            </p:cNvPr>
            <p:cNvCxnSpPr>
              <a:cxnSpLocks/>
            </p:cNvCxnSpPr>
            <p:nvPr/>
          </p:nvCxnSpPr>
          <p:spPr>
            <a:xfrm rot="10800000" flipV="1">
              <a:off x="4088443" y="49608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BA64F9D0-7ED1-482B-9ED7-B1A3EEE75AB0}"/>
                </a:ext>
              </a:extLst>
            </p:cNvPr>
            <p:cNvCxnSpPr>
              <a:cxnSpLocks/>
            </p:cNvCxnSpPr>
            <p:nvPr/>
          </p:nvCxnSpPr>
          <p:spPr>
            <a:xfrm rot="16200000" flipV="1">
              <a:off x="1294588" y="28822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C1A71B42-EC7B-485E-8E2B-23571C230217}"/>
                </a:ext>
              </a:extLst>
            </p:cNvPr>
            <p:cNvCxnSpPr>
              <a:cxnSpLocks/>
            </p:cNvCxnSpPr>
            <p:nvPr/>
          </p:nvCxnSpPr>
          <p:spPr>
            <a:xfrm flipV="1">
              <a:off x="4354963" y="103963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3FFB0B8A-3A31-4764-835B-EA18794D1104}"/>
                </a:ext>
              </a:extLst>
            </p:cNvPr>
            <p:cNvCxnSpPr>
              <a:cxnSpLocks/>
            </p:cNvCxnSpPr>
            <p:nvPr/>
          </p:nvCxnSpPr>
          <p:spPr>
            <a:xfrm rot="5400000" flipV="1">
              <a:off x="6948530" y="291337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DF6690C1-89CE-4F3F-9AF3-C0EBB50BD495}"/>
                </a:ext>
              </a:extLst>
            </p:cNvPr>
            <p:cNvSpPr txBox="1"/>
            <p:nvPr/>
          </p:nvSpPr>
          <p:spPr>
            <a:xfrm>
              <a:off x="6608789" y="4864977"/>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3</a:t>
              </a:r>
            </a:p>
          </p:txBody>
        </p:sp>
        <p:sp>
          <p:nvSpPr>
            <p:cNvPr id="70" name="TextBox 69">
              <a:extLst>
                <a:ext uri="{FF2B5EF4-FFF2-40B4-BE49-F238E27FC236}">
                  <a16:creationId xmlns:a16="http://schemas.microsoft.com/office/drawing/2014/main" id="{4AD4DB70-88F1-498A-BBC9-EF1B0B535D90}"/>
                </a:ext>
              </a:extLst>
            </p:cNvPr>
            <p:cNvSpPr txBox="1"/>
            <p:nvPr/>
          </p:nvSpPr>
          <p:spPr>
            <a:xfrm>
              <a:off x="7089198" y="1230058"/>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2</a:t>
              </a:r>
            </a:p>
          </p:txBody>
        </p:sp>
        <p:sp>
          <p:nvSpPr>
            <p:cNvPr id="72" name="TextBox 71">
              <a:extLst>
                <a:ext uri="{FF2B5EF4-FFF2-40B4-BE49-F238E27FC236}">
                  <a16:creationId xmlns:a16="http://schemas.microsoft.com/office/drawing/2014/main" id="{907DB3B5-E081-468F-B19E-CD8FF3C0FE88}"/>
                </a:ext>
              </a:extLst>
            </p:cNvPr>
            <p:cNvSpPr txBox="1"/>
            <p:nvPr/>
          </p:nvSpPr>
          <p:spPr>
            <a:xfrm>
              <a:off x="2448090" y="4535222"/>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1</a:t>
              </a:r>
            </a:p>
          </p:txBody>
        </p:sp>
        <p:sp>
          <p:nvSpPr>
            <p:cNvPr id="73" name="TextBox 72">
              <a:extLst>
                <a:ext uri="{FF2B5EF4-FFF2-40B4-BE49-F238E27FC236}">
                  <a16:creationId xmlns:a16="http://schemas.microsoft.com/office/drawing/2014/main" id="{C785B824-6640-4EDB-AE1C-9D8FA314452B}"/>
                </a:ext>
              </a:extLst>
            </p:cNvPr>
            <p:cNvSpPr txBox="1"/>
            <p:nvPr/>
          </p:nvSpPr>
          <p:spPr>
            <a:xfrm>
              <a:off x="6526921" y="4520486"/>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2</a:t>
              </a:r>
            </a:p>
          </p:txBody>
        </p:sp>
        <p:sp>
          <p:nvSpPr>
            <p:cNvPr id="76" name="TextBox 75">
              <a:extLst>
                <a:ext uri="{FF2B5EF4-FFF2-40B4-BE49-F238E27FC236}">
                  <a16:creationId xmlns:a16="http://schemas.microsoft.com/office/drawing/2014/main" id="{2B4B4D25-8DA4-4DF0-8D30-914027385446}"/>
                </a:ext>
              </a:extLst>
            </p:cNvPr>
            <p:cNvSpPr txBox="1"/>
            <p:nvPr/>
          </p:nvSpPr>
          <p:spPr>
            <a:xfrm>
              <a:off x="5316103" y="3649912"/>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3</a:t>
              </a:r>
            </a:p>
          </p:txBody>
        </p:sp>
        <p:sp>
          <p:nvSpPr>
            <p:cNvPr id="77" name="TextBox 76">
              <a:extLst>
                <a:ext uri="{FF2B5EF4-FFF2-40B4-BE49-F238E27FC236}">
                  <a16:creationId xmlns:a16="http://schemas.microsoft.com/office/drawing/2014/main" id="{F2E8405B-7C85-467D-AD4D-16E32F1CC724}"/>
                </a:ext>
              </a:extLst>
            </p:cNvPr>
            <p:cNvSpPr txBox="1"/>
            <p:nvPr/>
          </p:nvSpPr>
          <p:spPr>
            <a:xfrm>
              <a:off x="6763014" y="4231234"/>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0</a:t>
              </a:r>
            </a:p>
          </p:txBody>
        </p:sp>
        <p:sp>
          <p:nvSpPr>
            <p:cNvPr id="78" name="TextBox 77">
              <a:extLst>
                <a:ext uri="{FF2B5EF4-FFF2-40B4-BE49-F238E27FC236}">
                  <a16:creationId xmlns:a16="http://schemas.microsoft.com/office/drawing/2014/main" id="{981325A0-CBEE-4F03-953A-CCEADD621B7A}"/>
                </a:ext>
              </a:extLst>
            </p:cNvPr>
            <p:cNvSpPr txBox="1"/>
            <p:nvPr/>
          </p:nvSpPr>
          <p:spPr>
            <a:xfrm>
              <a:off x="6761619" y="1314066"/>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1</a:t>
              </a:r>
            </a:p>
          </p:txBody>
        </p:sp>
        <p:sp>
          <p:nvSpPr>
            <p:cNvPr id="79" name="TextBox 78">
              <a:extLst>
                <a:ext uri="{FF2B5EF4-FFF2-40B4-BE49-F238E27FC236}">
                  <a16:creationId xmlns:a16="http://schemas.microsoft.com/office/drawing/2014/main" id="{9A5E2ECE-1450-4E34-9349-8CC8A2CC3372}"/>
                </a:ext>
              </a:extLst>
            </p:cNvPr>
            <p:cNvSpPr txBox="1"/>
            <p:nvPr/>
          </p:nvSpPr>
          <p:spPr>
            <a:xfrm>
              <a:off x="5624987" y="2224995"/>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2</a:t>
              </a:r>
            </a:p>
          </p:txBody>
        </p:sp>
        <p:sp>
          <p:nvSpPr>
            <p:cNvPr id="80" name="TextBox 79">
              <a:extLst>
                <a:ext uri="{FF2B5EF4-FFF2-40B4-BE49-F238E27FC236}">
                  <a16:creationId xmlns:a16="http://schemas.microsoft.com/office/drawing/2014/main" id="{92338196-5BC4-4902-93C7-D9A503FF799C}"/>
                </a:ext>
              </a:extLst>
            </p:cNvPr>
            <p:cNvSpPr txBox="1"/>
            <p:nvPr/>
          </p:nvSpPr>
          <p:spPr>
            <a:xfrm>
              <a:off x="5614959" y="3199985"/>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3</a:t>
              </a:r>
            </a:p>
          </p:txBody>
        </p:sp>
        <p:sp>
          <p:nvSpPr>
            <p:cNvPr id="81" name="TextBox 80">
              <a:extLst>
                <a:ext uri="{FF2B5EF4-FFF2-40B4-BE49-F238E27FC236}">
                  <a16:creationId xmlns:a16="http://schemas.microsoft.com/office/drawing/2014/main" id="{F205CFDF-20F2-4365-8192-BACB0F598586}"/>
                </a:ext>
              </a:extLst>
            </p:cNvPr>
            <p:cNvSpPr txBox="1"/>
            <p:nvPr/>
          </p:nvSpPr>
          <p:spPr>
            <a:xfrm>
              <a:off x="6403300" y="1106252"/>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3</a:t>
              </a:r>
            </a:p>
          </p:txBody>
        </p:sp>
        <p:sp>
          <p:nvSpPr>
            <p:cNvPr id="82" name="TextBox 81">
              <a:extLst>
                <a:ext uri="{FF2B5EF4-FFF2-40B4-BE49-F238E27FC236}">
                  <a16:creationId xmlns:a16="http://schemas.microsoft.com/office/drawing/2014/main" id="{5E04A60F-AF0E-45E0-89D8-4D07EFCD1E15}"/>
                </a:ext>
              </a:extLst>
            </p:cNvPr>
            <p:cNvSpPr txBox="1"/>
            <p:nvPr/>
          </p:nvSpPr>
          <p:spPr>
            <a:xfrm>
              <a:off x="5325368" y="1762485"/>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2</a:t>
              </a:r>
            </a:p>
          </p:txBody>
        </p:sp>
      </p:grpSp>
      <p:sp>
        <p:nvSpPr>
          <p:cNvPr id="83" name="TextBox 82">
            <a:extLst>
              <a:ext uri="{FF2B5EF4-FFF2-40B4-BE49-F238E27FC236}">
                <a16:creationId xmlns:a16="http://schemas.microsoft.com/office/drawing/2014/main" id="{58FFC0C8-6FDB-4B14-AA67-609920F48329}"/>
              </a:ext>
            </a:extLst>
          </p:cNvPr>
          <p:cNvSpPr txBox="1"/>
          <p:nvPr/>
        </p:nvSpPr>
        <p:spPr>
          <a:xfrm>
            <a:off x="1655362" y="5087068"/>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r>
              <a:rPr lang="en-US" dirty="0">
                <a:latin typeface="Consolas" panose="020B0609020204030204" pitchFamily="49" charset="0"/>
              </a:rPr>
              <a:t> = collapsed in B.</a:t>
            </a:r>
          </a:p>
          <a:p>
            <a:r>
              <a:rPr lang="en-US" dirty="0">
                <a:latin typeface="Consolas" panose="020B0609020204030204" pitchFamily="49" charset="0"/>
              </a:rPr>
              <a:t>e</a:t>
            </a:r>
            <a:r>
              <a:rPr lang="en-US" baseline="-25000" dirty="0">
                <a:latin typeface="Consolas" panose="020B0609020204030204" pitchFamily="49" charset="0"/>
              </a:rPr>
              <a:t>0</a:t>
            </a:r>
            <a:r>
              <a:rPr lang="en-US" dirty="0">
                <a:latin typeface="Consolas" panose="020B0609020204030204" pitchFamily="49" charset="0"/>
              </a:rPr>
              <a:t> = collapsed in A.</a:t>
            </a:r>
            <a:endParaRPr lang="en-US" baseline="-25000" dirty="0">
              <a:latin typeface="Consolas" panose="020B0609020204030204" pitchFamily="49" charset="0"/>
            </a:endParaRPr>
          </a:p>
        </p:txBody>
      </p:sp>
      <p:sp>
        <p:nvSpPr>
          <p:cNvPr id="138" name="Freeform: Shape 137">
            <a:extLst>
              <a:ext uri="{FF2B5EF4-FFF2-40B4-BE49-F238E27FC236}">
                <a16:creationId xmlns:a16="http://schemas.microsoft.com/office/drawing/2014/main" id="{86678794-CCF8-48BC-8147-39A71F8DBF22}"/>
              </a:ext>
            </a:extLst>
          </p:cNvPr>
          <p:cNvSpPr/>
          <p:nvPr/>
        </p:nvSpPr>
        <p:spPr>
          <a:xfrm>
            <a:off x="12591662" y="1164338"/>
            <a:ext cx="1542288" cy="3742944"/>
          </a:xfrm>
          <a:custGeom>
            <a:avLst/>
            <a:gdLst>
              <a:gd name="connsiteX0" fmla="*/ 0 w 1524000"/>
              <a:gd name="connsiteY0" fmla="*/ 1091184 h 3724656"/>
              <a:gd name="connsiteX1" fmla="*/ 1517904 w 1524000"/>
              <a:gd name="connsiteY1" fmla="*/ 0 h 3724656"/>
              <a:gd name="connsiteX2" fmla="*/ 1524000 w 1524000"/>
              <a:gd name="connsiteY2" fmla="*/ 3724656 h 3724656"/>
              <a:gd name="connsiteX3" fmla="*/ 0 w 1524000"/>
              <a:gd name="connsiteY3" fmla="*/ 2420112 h 3724656"/>
              <a:gd name="connsiteX4" fmla="*/ 0 w 1524000"/>
              <a:gd name="connsiteY4" fmla="*/ 1091184 h 3724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3724656">
                <a:moveTo>
                  <a:pt x="0" y="1091184"/>
                </a:moveTo>
                <a:lnTo>
                  <a:pt x="1517904" y="0"/>
                </a:lnTo>
                <a:lnTo>
                  <a:pt x="1524000" y="3724656"/>
                </a:lnTo>
                <a:lnTo>
                  <a:pt x="0" y="2420112"/>
                </a:lnTo>
                <a:lnTo>
                  <a:pt x="0" y="1091184"/>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3227892C-3087-4CD3-96FC-6ED585B7E869}"/>
              </a:ext>
            </a:extLst>
          </p:cNvPr>
          <p:cNvSpPr/>
          <p:nvPr/>
        </p:nvSpPr>
        <p:spPr>
          <a:xfrm>
            <a:off x="8635358" y="1146050"/>
            <a:ext cx="5492496" cy="1132107"/>
          </a:xfrm>
          <a:custGeom>
            <a:avLst/>
            <a:gdLst>
              <a:gd name="connsiteX0" fmla="*/ 0 w 5492496"/>
              <a:gd name="connsiteY0" fmla="*/ 0 h 1127760"/>
              <a:gd name="connsiteX1" fmla="*/ 5492496 w 5492496"/>
              <a:gd name="connsiteY1" fmla="*/ 24384 h 1127760"/>
              <a:gd name="connsiteX2" fmla="*/ 3956304 w 5492496"/>
              <a:gd name="connsiteY2" fmla="*/ 1127760 h 1127760"/>
              <a:gd name="connsiteX3" fmla="*/ 0 w 5492496"/>
              <a:gd name="connsiteY3" fmla="*/ 0 h 1127760"/>
              <a:gd name="connsiteX0" fmla="*/ 0 w 5492496"/>
              <a:gd name="connsiteY0" fmla="*/ 0 h 1127760"/>
              <a:gd name="connsiteX1" fmla="*/ 5492496 w 5492496"/>
              <a:gd name="connsiteY1" fmla="*/ 24384 h 1127760"/>
              <a:gd name="connsiteX2" fmla="*/ 3956304 w 5492496"/>
              <a:gd name="connsiteY2" fmla="*/ 1127760 h 1127760"/>
              <a:gd name="connsiteX3" fmla="*/ 1529722 w 5492496"/>
              <a:gd name="connsiteY3" fmla="*/ 598930 h 1127760"/>
              <a:gd name="connsiteX4" fmla="*/ 0 w 5492496"/>
              <a:gd name="connsiteY4" fmla="*/ 0 h 1127760"/>
              <a:gd name="connsiteX0" fmla="*/ 0 w 5492496"/>
              <a:gd name="connsiteY0" fmla="*/ 0 h 1127760"/>
              <a:gd name="connsiteX1" fmla="*/ 5492496 w 5492496"/>
              <a:gd name="connsiteY1" fmla="*/ 24384 h 1127760"/>
              <a:gd name="connsiteX2" fmla="*/ 3956304 w 5492496"/>
              <a:gd name="connsiteY2" fmla="*/ 1127760 h 1127760"/>
              <a:gd name="connsiteX3" fmla="*/ 1575442 w 5492496"/>
              <a:gd name="connsiteY3" fmla="*/ 1048510 h 1127760"/>
              <a:gd name="connsiteX4" fmla="*/ 0 w 5492496"/>
              <a:gd name="connsiteY4" fmla="*/ 0 h 1127760"/>
              <a:gd name="connsiteX0" fmla="*/ 0 w 5492496"/>
              <a:gd name="connsiteY0" fmla="*/ 0 h 1127760"/>
              <a:gd name="connsiteX1" fmla="*/ 5492496 w 5492496"/>
              <a:gd name="connsiteY1" fmla="*/ 24384 h 1127760"/>
              <a:gd name="connsiteX2" fmla="*/ 3956304 w 5492496"/>
              <a:gd name="connsiteY2" fmla="*/ 1127760 h 1127760"/>
              <a:gd name="connsiteX3" fmla="*/ 1575442 w 5492496"/>
              <a:gd name="connsiteY3" fmla="*/ 1048510 h 1127760"/>
              <a:gd name="connsiteX4" fmla="*/ 0 w 5492496"/>
              <a:gd name="connsiteY4" fmla="*/ 0 h 1127760"/>
              <a:gd name="connsiteX0" fmla="*/ 0 w 5492496"/>
              <a:gd name="connsiteY0" fmla="*/ 0 h 1128533"/>
              <a:gd name="connsiteX1" fmla="*/ 5492496 w 5492496"/>
              <a:gd name="connsiteY1" fmla="*/ 24384 h 1128533"/>
              <a:gd name="connsiteX2" fmla="*/ 3956304 w 5492496"/>
              <a:gd name="connsiteY2" fmla="*/ 1127760 h 1128533"/>
              <a:gd name="connsiteX3" fmla="*/ 1575442 w 5492496"/>
              <a:gd name="connsiteY3" fmla="*/ 1048510 h 1128533"/>
              <a:gd name="connsiteX4" fmla="*/ 0 w 5492496"/>
              <a:gd name="connsiteY4" fmla="*/ 0 h 1128533"/>
              <a:gd name="connsiteX0" fmla="*/ 0 w 5492496"/>
              <a:gd name="connsiteY0" fmla="*/ 0 h 1129511"/>
              <a:gd name="connsiteX1" fmla="*/ 5492496 w 5492496"/>
              <a:gd name="connsiteY1" fmla="*/ 24384 h 1129511"/>
              <a:gd name="connsiteX2" fmla="*/ 3956304 w 5492496"/>
              <a:gd name="connsiteY2" fmla="*/ 1127760 h 1129511"/>
              <a:gd name="connsiteX3" fmla="*/ 1598302 w 5492496"/>
              <a:gd name="connsiteY3" fmla="*/ 1094230 h 1129511"/>
              <a:gd name="connsiteX4" fmla="*/ 0 w 5492496"/>
              <a:gd name="connsiteY4" fmla="*/ 0 h 1129511"/>
              <a:gd name="connsiteX0" fmla="*/ 0 w 5492496"/>
              <a:gd name="connsiteY0" fmla="*/ 0 h 1145144"/>
              <a:gd name="connsiteX1" fmla="*/ 5492496 w 5492496"/>
              <a:gd name="connsiteY1" fmla="*/ 24384 h 1145144"/>
              <a:gd name="connsiteX2" fmla="*/ 3956304 w 5492496"/>
              <a:gd name="connsiteY2" fmla="*/ 1127760 h 1145144"/>
              <a:gd name="connsiteX3" fmla="*/ 1644022 w 5492496"/>
              <a:gd name="connsiteY3" fmla="*/ 1139950 h 1145144"/>
              <a:gd name="connsiteX4" fmla="*/ 0 w 5492496"/>
              <a:gd name="connsiteY4" fmla="*/ 0 h 1145144"/>
              <a:gd name="connsiteX0" fmla="*/ 0 w 5492496"/>
              <a:gd name="connsiteY0" fmla="*/ 0 h 1132107"/>
              <a:gd name="connsiteX1" fmla="*/ 5492496 w 5492496"/>
              <a:gd name="connsiteY1" fmla="*/ 24384 h 1132107"/>
              <a:gd name="connsiteX2" fmla="*/ 3956304 w 5492496"/>
              <a:gd name="connsiteY2" fmla="*/ 1127760 h 1132107"/>
              <a:gd name="connsiteX3" fmla="*/ 1644022 w 5492496"/>
              <a:gd name="connsiteY3" fmla="*/ 1117090 h 1132107"/>
              <a:gd name="connsiteX4" fmla="*/ 0 w 5492496"/>
              <a:gd name="connsiteY4" fmla="*/ 0 h 113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2496" h="1132107">
                <a:moveTo>
                  <a:pt x="0" y="0"/>
                </a:moveTo>
                <a:lnTo>
                  <a:pt x="5492496" y="24384"/>
                </a:lnTo>
                <a:lnTo>
                  <a:pt x="3956304" y="1127760"/>
                </a:lnTo>
                <a:cubicBezTo>
                  <a:pt x="4003423" y="1136903"/>
                  <a:pt x="1665483" y="1130807"/>
                  <a:pt x="1644022" y="1117090"/>
                </a:cubicBez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40" name="Freeform: Shape 139">
            <a:extLst>
              <a:ext uri="{FF2B5EF4-FFF2-40B4-BE49-F238E27FC236}">
                <a16:creationId xmlns:a16="http://schemas.microsoft.com/office/drawing/2014/main" id="{1B3FDF74-AAB1-4665-BA99-22A1C1D5A5A1}"/>
              </a:ext>
            </a:extLst>
          </p:cNvPr>
          <p:cNvSpPr/>
          <p:nvPr/>
        </p:nvSpPr>
        <p:spPr>
          <a:xfrm>
            <a:off x="8647550" y="3572258"/>
            <a:ext cx="5486400" cy="1316736"/>
          </a:xfrm>
          <a:custGeom>
            <a:avLst/>
            <a:gdLst>
              <a:gd name="connsiteX0" fmla="*/ 0 w 5486400"/>
              <a:gd name="connsiteY0" fmla="*/ 1316736 h 1316736"/>
              <a:gd name="connsiteX1" fmla="*/ 3962400 w 5486400"/>
              <a:gd name="connsiteY1" fmla="*/ 0 h 1316736"/>
              <a:gd name="connsiteX2" fmla="*/ 5486400 w 5486400"/>
              <a:gd name="connsiteY2" fmla="*/ 1304544 h 1316736"/>
              <a:gd name="connsiteX3" fmla="*/ 0 w 5486400"/>
              <a:gd name="connsiteY3" fmla="*/ 1316736 h 1316736"/>
              <a:gd name="connsiteX0" fmla="*/ 0 w 5486400"/>
              <a:gd name="connsiteY0" fmla="*/ 1316736 h 1316736"/>
              <a:gd name="connsiteX1" fmla="*/ 1715650 w 5486400"/>
              <a:gd name="connsiteY1" fmla="*/ 24382 h 1316736"/>
              <a:gd name="connsiteX2" fmla="*/ 3962400 w 5486400"/>
              <a:gd name="connsiteY2" fmla="*/ 0 h 1316736"/>
              <a:gd name="connsiteX3" fmla="*/ 5486400 w 5486400"/>
              <a:gd name="connsiteY3" fmla="*/ 1304544 h 1316736"/>
              <a:gd name="connsiteX4" fmla="*/ 0 w 5486400"/>
              <a:gd name="connsiteY4" fmla="*/ 1316736 h 1316736"/>
              <a:gd name="connsiteX0" fmla="*/ 0 w 5486400"/>
              <a:gd name="connsiteY0" fmla="*/ 1316736 h 1316736"/>
              <a:gd name="connsiteX1" fmla="*/ 1715650 w 5486400"/>
              <a:gd name="connsiteY1" fmla="*/ 24382 h 1316736"/>
              <a:gd name="connsiteX2" fmla="*/ 3962400 w 5486400"/>
              <a:gd name="connsiteY2" fmla="*/ 0 h 1316736"/>
              <a:gd name="connsiteX3" fmla="*/ 5486400 w 5486400"/>
              <a:gd name="connsiteY3" fmla="*/ 1304544 h 1316736"/>
              <a:gd name="connsiteX4" fmla="*/ 0 w 5486400"/>
              <a:gd name="connsiteY4" fmla="*/ 1316736 h 1316736"/>
              <a:gd name="connsiteX0" fmla="*/ 0 w 5486400"/>
              <a:gd name="connsiteY0" fmla="*/ 1316736 h 1316736"/>
              <a:gd name="connsiteX1" fmla="*/ 1715650 w 5486400"/>
              <a:gd name="connsiteY1" fmla="*/ 24382 h 1316736"/>
              <a:gd name="connsiteX2" fmla="*/ 3962400 w 5486400"/>
              <a:gd name="connsiteY2" fmla="*/ 0 h 1316736"/>
              <a:gd name="connsiteX3" fmla="*/ 5486400 w 5486400"/>
              <a:gd name="connsiteY3" fmla="*/ 1304544 h 1316736"/>
              <a:gd name="connsiteX4" fmla="*/ 0 w 5486400"/>
              <a:gd name="connsiteY4" fmla="*/ 1316736 h 1316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0" h="1316736">
                <a:moveTo>
                  <a:pt x="0" y="1316736"/>
                </a:moveTo>
                <a:cubicBezTo>
                  <a:pt x="576963" y="891031"/>
                  <a:pt x="1562867" y="183387"/>
                  <a:pt x="1715650" y="24382"/>
                </a:cubicBezTo>
                <a:lnTo>
                  <a:pt x="3962400" y="0"/>
                </a:lnTo>
                <a:lnTo>
                  <a:pt x="5486400" y="1304544"/>
                </a:lnTo>
                <a:lnTo>
                  <a:pt x="0" y="1316736"/>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2" name="Oval 141">
            <a:extLst>
              <a:ext uri="{FF2B5EF4-FFF2-40B4-BE49-F238E27FC236}">
                <a16:creationId xmlns:a16="http://schemas.microsoft.com/office/drawing/2014/main" id="{3FE39001-2965-449E-994A-11808B057E48}"/>
              </a:ext>
            </a:extLst>
          </p:cNvPr>
          <p:cNvSpPr/>
          <p:nvPr/>
        </p:nvSpPr>
        <p:spPr>
          <a:xfrm>
            <a:off x="13985494" y="10219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43" name="Oval 142">
            <a:extLst>
              <a:ext uri="{FF2B5EF4-FFF2-40B4-BE49-F238E27FC236}">
                <a16:creationId xmlns:a16="http://schemas.microsoft.com/office/drawing/2014/main" id="{E2E7560F-DDBC-48D9-ABA1-CCCA2BD4AA7B}"/>
              </a:ext>
            </a:extLst>
          </p:cNvPr>
          <p:cNvSpPr/>
          <p:nvPr/>
        </p:nvSpPr>
        <p:spPr>
          <a:xfrm>
            <a:off x="13985494" y="474292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45" name="Oval 144">
            <a:extLst>
              <a:ext uri="{FF2B5EF4-FFF2-40B4-BE49-F238E27FC236}">
                <a16:creationId xmlns:a16="http://schemas.microsoft.com/office/drawing/2014/main" id="{0155FB89-7F87-4B65-9936-A1BB4EE434CC}"/>
              </a:ext>
            </a:extLst>
          </p:cNvPr>
          <p:cNvSpPr/>
          <p:nvPr/>
        </p:nvSpPr>
        <p:spPr>
          <a:xfrm>
            <a:off x="8508058" y="10219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46" name="Oval 145">
            <a:extLst>
              <a:ext uri="{FF2B5EF4-FFF2-40B4-BE49-F238E27FC236}">
                <a16:creationId xmlns:a16="http://schemas.microsoft.com/office/drawing/2014/main" id="{31F04182-35EA-4B7A-AFB2-38E8BA477F71}"/>
              </a:ext>
            </a:extLst>
          </p:cNvPr>
          <p:cNvSpPr/>
          <p:nvPr/>
        </p:nvSpPr>
        <p:spPr>
          <a:xfrm>
            <a:off x="12479424" y="211567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147" name="Oval 146">
            <a:extLst>
              <a:ext uri="{FF2B5EF4-FFF2-40B4-BE49-F238E27FC236}">
                <a16:creationId xmlns:a16="http://schemas.microsoft.com/office/drawing/2014/main" id="{FF2A5E46-4556-4D9F-8F67-44AFFD498281}"/>
              </a:ext>
            </a:extLst>
          </p:cNvPr>
          <p:cNvSpPr/>
          <p:nvPr/>
        </p:nvSpPr>
        <p:spPr>
          <a:xfrm>
            <a:off x="8508058" y="474292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48" name="Oval 147">
            <a:extLst>
              <a:ext uri="{FF2B5EF4-FFF2-40B4-BE49-F238E27FC236}">
                <a16:creationId xmlns:a16="http://schemas.microsoft.com/office/drawing/2014/main" id="{9DE97C37-296E-46DE-AE0E-B285BF630945}"/>
              </a:ext>
            </a:extLst>
          </p:cNvPr>
          <p:cNvSpPr/>
          <p:nvPr/>
        </p:nvSpPr>
        <p:spPr>
          <a:xfrm>
            <a:off x="12479424" y="342900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49" name="TextBox 148">
            <a:extLst>
              <a:ext uri="{FF2B5EF4-FFF2-40B4-BE49-F238E27FC236}">
                <a16:creationId xmlns:a16="http://schemas.microsoft.com/office/drawing/2014/main" id="{F90A34C1-7AD2-4301-A957-5CCA28ADDA08}"/>
              </a:ext>
            </a:extLst>
          </p:cNvPr>
          <p:cNvSpPr txBox="1"/>
          <p:nvPr/>
        </p:nvSpPr>
        <p:spPr>
          <a:xfrm>
            <a:off x="11261455" y="2683242"/>
            <a:ext cx="317716" cy="369332"/>
          </a:xfrm>
          <a:prstGeom prst="rect">
            <a:avLst/>
          </a:prstGeom>
          <a:noFill/>
          <a:ln w="19050">
            <a:solidFill>
              <a:schemeClr val="bg1"/>
            </a:solidFill>
          </a:ln>
        </p:spPr>
        <p:txBody>
          <a:bodyPr wrap="square" rtlCol="0">
            <a:spAutoFit/>
          </a:bodyPr>
          <a:lstStyle/>
          <a:p>
            <a:r>
              <a:rPr lang="pt-BR" dirty="0"/>
              <a:t>A</a:t>
            </a:r>
            <a:endParaRPr lang="en-US" dirty="0"/>
          </a:p>
        </p:txBody>
      </p:sp>
      <p:sp>
        <p:nvSpPr>
          <p:cNvPr id="150" name="TextBox 149">
            <a:extLst>
              <a:ext uri="{FF2B5EF4-FFF2-40B4-BE49-F238E27FC236}">
                <a16:creationId xmlns:a16="http://schemas.microsoft.com/office/drawing/2014/main" id="{A0FE9B6F-0FD0-45DD-872A-EDFD061FC6D4}"/>
              </a:ext>
            </a:extLst>
          </p:cNvPr>
          <p:cNvSpPr txBox="1"/>
          <p:nvPr/>
        </p:nvSpPr>
        <p:spPr>
          <a:xfrm>
            <a:off x="11264783" y="1495848"/>
            <a:ext cx="317716" cy="369332"/>
          </a:xfrm>
          <a:prstGeom prst="rect">
            <a:avLst/>
          </a:prstGeom>
          <a:noFill/>
          <a:ln w="19050">
            <a:solidFill>
              <a:schemeClr val="bg1"/>
            </a:solidFill>
          </a:ln>
        </p:spPr>
        <p:txBody>
          <a:bodyPr wrap="square" rtlCol="0">
            <a:spAutoFit/>
          </a:bodyPr>
          <a:lstStyle/>
          <a:p>
            <a:r>
              <a:rPr lang="pt-BR" dirty="0"/>
              <a:t>E</a:t>
            </a:r>
            <a:endParaRPr lang="en-US" dirty="0"/>
          </a:p>
        </p:txBody>
      </p:sp>
      <p:sp>
        <p:nvSpPr>
          <p:cNvPr id="151" name="TextBox 150">
            <a:extLst>
              <a:ext uri="{FF2B5EF4-FFF2-40B4-BE49-F238E27FC236}">
                <a16:creationId xmlns:a16="http://schemas.microsoft.com/office/drawing/2014/main" id="{A23F3ADF-75DA-4D47-9335-55F0A9B855A5}"/>
              </a:ext>
            </a:extLst>
          </p:cNvPr>
          <p:cNvSpPr txBox="1"/>
          <p:nvPr/>
        </p:nvSpPr>
        <p:spPr>
          <a:xfrm>
            <a:off x="13306286" y="2679365"/>
            <a:ext cx="317716" cy="369332"/>
          </a:xfrm>
          <a:prstGeom prst="rect">
            <a:avLst/>
          </a:prstGeom>
          <a:noFill/>
          <a:ln w="19050">
            <a:solidFill>
              <a:schemeClr val="bg1"/>
            </a:solidFill>
          </a:ln>
        </p:spPr>
        <p:txBody>
          <a:bodyPr wrap="square" rtlCol="0">
            <a:spAutoFit/>
          </a:bodyPr>
          <a:lstStyle/>
          <a:p>
            <a:r>
              <a:rPr lang="pt-BR" dirty="0"/>
              <a:t>D</a:t>
            </a:r>
            <a:endParaRPr lang="en-US" dirty="0"/>
          </a:p>
        </p:txBody>
      </p:sp>
      <p:sp>
        <p:nvSpPr>
          <p:cNvPr id="152" name="TextBox 151">
            <a:extLst>
              <a:ext uri="{FF2B5EF4-FFF2-40B4-BE49-F238E27FC236}">
                <a16:creationId xmlns:a16="http://schemas.microsoft.com/office/drawing/2014/main" id="{10F10E35-765B-49AA-92CE-9F5039E6FBF8}"/>
              </a:ext>
            </a:extLst>
          </p:cNvPr>
          <p:cNvSpPr txBox="1"/>
          <p:nvPr/>
        </p:nvSpPr>
        <p:spPr>
          <a:xfrm>
            <a:off x="11270018" y="4042689"/>
            <a:ext cx="317716" cy="369332"/>
          </a:xfrm>
          <a:prstGeom prst="rect">
            <a:avLst/>
          </a:prstGeom>
          <a:noFill/>
          <a:ln w="19050">
            <a:solidFill>
              <a:schemeClr val="bg1"/>
            </a:solidFill>
          </a:ln>
        </p:spPr>
        <p:txBody>
          <a:bodyPr wrap="square" rtlCol="0">
            <a:spAutoFit/>
          </a:bodyPr>
          <a:lstStyle/>
          <a:p>
            <a:r>
              <a:rPr lang="pt-BR" dirty="0"/>
              <a:t>C</a:t>
            </a:r>
            <a:endParaRPr lang="en-US" dirty="0"/>
          </a:p>
        </p:txBody>
      </p:sp>
      <p:sp>
        <p:nvSpPr>
          <p:cNvPr id="153" name="TextBox 152">
            <a:extLst>
              <a:ext uri="{FF2B5EF4-FFF2-40B4-BE49-F238E27FC236}">
                <a16:creationId xmlns:a16="http://schemas.microsoft.com/office/drawing/2014/main" id="{A8596838-478C-4AEC-BFB1-D378FC06F930}"/>
              </a:ext>
            </a:extLst>
          </p:cNvPr>
          <p:cNvSpPr txBox="1"/>
          <p:nvPr/>
        </p:nvSpPr>
        <p:spPr>
          <a:xfrm>
            <a:off x="10305565" y="2255758"/>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54" name="TextBox 153">
            <a:extLst>
              <a:ext uri="{FF2B5EF4-FFF2-40B4-BE49-F238E27FC236}">
                <a16:creationId xmlns:a16="http://schemas.microsoft.com/office/drawing/2014/main" id="{19FA38A6-5B69-4D88-98AB-FF5FD65F7EE9}"/>
              </a:ext>
            </a:extLst>
          </p:cNvPr>
          <p:cNvSpPr txBox="1"/>
          <p:nvPr/>
        </p:nvSpPr>
        <p:spPr>
          <a:xfrm>
            <a:off x="10289028" y="3217355"/>
            <a:ext cx="469397" cy="369332"/>
          </a:xfrm>
          <a:prstGeom prst="rect">
            <a:avLst/>
          </a:prstGeom>
          <a:noFill/>
        </p:spPr>
        <p:txBody>
          <a:bodyPr wrap="square">
            <a:spAutoFit/>
          </a:bodyPr>
          <a:lstStyle/>
          <a:p>
            <a:r>
              <a:rPr lang="en-US" dirty="0">
                <a:latin typeface="Consolas" panose="020B0609020204030204" pitchFamily="49" charset="0"/>
              </a:rPr>
              <a:t>a</a:t>
            </a:r>
            <a:r>
              <a:rPr lang="en-US" baseline="-25000" dirty="0">
                <a:latin typeface="Consolas" panose="020B0609020204030204" pitchFamily="49" charset="0"/>
              </a:rPr>
              <a:t>1</a:t>
            </a:r>
          </a:p>
        </p:txBody>
      </p:sp>
      <p:sp>
        <p:nvSpPr>
          <p:cNvPr id="155" name="TextBox 154">
            <a:extLst>
              <a:ext uri="{FF2B5EF4-FFF2-40B4-BE49-F238E27FC236}">
                <a16:creationId xmlns:a16="http://schemas.microsoft.com/office/drawing/2014/main" id="{A58C1167-0AFF-4A25-B929-D219BAAB4DA6}"/>
              </a:ext>
            </a:extLst>
          </p:cNvPr>
          <p:cNvSpPr txBox="1"/>
          <p:nvPr/>
        </p:nvSpPr>
        <p:spPr>
          <a:xfrm>
            <a:off x="12182507" y="3193046"/>
            <a:ext cx="469397" cy="369332"/>
          </a:xfrm>
          <a:prstGeom prst="rect">
            <a:avLst/>
          </a:prstGeom>
          <a:noFill/>
        </p:spPr>
        <p:txBody>
          <a:bodyPr wrap="square">
            <a:spAutoFit/>
          </a:bodyPr>
          <a:lstStyle/>
          <a:p>
            <a:r>
              <a:rPr lang="en-US" dirty="0">
                <a:latin typeface="Consolas" panose="020B0609020204030204" pitchFamily="49" charset="0"/>
              </a:rPr>
              <a:t>a</a:t>
            </a:r>
            <a:r>
              <a:rPr lang="en-US" baseline="-25000" dirty="0">
                <a:latin typeface="Consolas" panose="020B0609020204030204" pitchFamily="49" charset="0"/>
              </a:rPr>
              <a:t>2</a:t>
            </a:r>
          </a:p>
        </p:txBody>
      </p:sp>
      <p:sp>
        <p:nvSpPr>
          <p:cNvPr id="156" name="TextBox 155">
            <a:extLst>
              <a:ext uri="{FF2B5EF4-FFF2-40B4-BE49-F238E27FC236}">
                <a16:creationId xmlns:a16="http://schemas.microsoft.com/office/drawing/2014/main" id="{CB368B12-D00D-48F3-A055-0D78ACB97F6E}"/>
              </a:ext>
            </a:extLst>
          </p:cNvPr>
          <p:cNvSpPr txBox="1"/>
          <p:nvPr/>
        </p:nvSpPr>
        <p:spPr>
          <a:xfrm>
            <a:off x="12165478" y="2163558"/>
            <a:ext cx="469397" cy="369332"/>
          </a:xfrm>
          <a:prstGeom prst="rect">
            <a:avLst/>
          </a:prstGeom>
          <a:noFill/>
        </p:spPr>
        <p:txBody>
          <a:bodyPr wrap="square">
            <a:spAutoFit/>
          </a:bodyPr>
          <a:lstStyle/>
          <a:p>
            <a:r>
              <a:rPr lang="en-US" dirty="0">
                <a:latin typeface="Consolas" panose="020B0609020204030204" pitchFamily="49" charset="0"/>
              </a:rPr>
              <a:t>a</a:t>
            </a:r>
            <a:r>
              <a:rPr lang="en-US" baseline="-25000" dirty="0">
                <a:latin typeface="Consolas" panose="020B0609020204030204" pitchFamily="49" charset="0"/>
              </a:rPr>
              <a:t>3</a:t>
            </a:r>
          </a:p>
        </p:txBody>
      </p:sp>
      <p:sp>
        <p:nvSpPr>
          <p:cNvPr id="157" name="TextBox 156">
            <a:extLst>
              <a:ext uri="{FF2B5EF4-FFF2-40B4-BE49-F238E27FC236}">
                <a16:creationId xmlns:a16="http://schemas.microsoft.com/office/drawing/2014/main" id="{16E214EB-FDCD-4375-9F47-C81694CE4E6F}"/>
              </a:ext>
            </a:extLst>
          </p:cNvPr>
          <p:cNvSpPr txBox="1"/>
          <p:nvPr/>
        </p:nvSpPr>
        <p:spPr>
          <a:xfrm>
            <a:off x="8896392" y="1091160"/>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1</a:t>
            </a:r>
          </a:p>
        </p:txBody>
      </p:sp>
      <p:cxnSp>
        <p:nvCxnSpPr>
          <p:cNvPr id="158" name="Straight Arrow Connector 157">
            <a:extLst>
              <a:ext uri="{FF2B5EF4-FFF2-40B4-BE49-F238E27FC236}">
                <a16:creationId xmlns:a16="http://schemas.microsoft.com/office/drawing/2014/main" id="{EF039F76-5762-4C9A-9ED9-717F6F2FABB5}"/>
              </a:ext>
            </a:extLst>
          </p:cNvPr>
          <p:cNvCxnSpPr>
            <a:cxnSpLocks/>
          </p:cNvCxnSpPr>
          <p:nvPr/>
        </p:nvCxnSpPr>
        <p:spPr>
          <a:xfrm rot="-1140000" flipV="1">
            <a:off x="9351003" y="4041688"/>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CAAD523D-465E-482D-B62C-2CDA2DD09217}"/>
              </a:ext>
            </a:extLst>
          </p:cNvPr>
          <p:cNvCxnSpPr>
            <a:cxnSpLocks/>
          </p:cNvCxnSpPr>
          <p:nvPr/>
        </p:nvCxnSpPr>
        <p:spPr>
          <a:xfrm rot="9540000" flipV="1">
            <a:off x="9488596" y="4164126"/>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24B5DE-4526-4D52-9B04-826F2117CA84}"/>
              </a:ext>
            </a:extLst>
          </p:cNvPr>
          <p:cNvCxnSpPr>
            <a:cxnSpLocks/>
          </p:cNvCxnSpPr>
          <p:nvPr/>
        </p:nvCxnSpPr>
        <p:spPr>
          <a:xfrm rot="10800000" flipV="1">
            <a:off x="11189582" y="127241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C933D9C9-88E0-4305-96C4-468A1624D997}"/>
              </a:ext>
            </a:extLst>
          </p:cNvPr>
          <p:cNvCxnSpPr>
            <a:cxnSpLocks/>
          </p:cNvCxnSpPr>
          <p:nvPr/>
        </p:nvCxnSpPr>
        <p:spPr>
          <a:xfrm flipV="1">
            <a:off x="11224184" y="477292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a:extLst>
              <a:ext uri="{FF2B5EF4-FFF2-40B4-BE49-F238E27FC236}">
                <a16:creationId xmlns:a16="http://schemas.microsoft.com/office/drawing/2014/main" id="{4FD2AF6B-6692-4DE4-B02C-8F3EA31DB389}"/>
              </a:ext>
            </a:extLst>
          </p:cNvPr>
          <p:cNvCxnSpPr>
            <a:cxnSpLocks/>
          </p:cNvCxnSpPr>
          <p:nvPr/>
        </p:nvCxnSpPr>
        <p:spPr>
          <a:xfrm rot="5400000" flipV="1">
            <a:off x="8514833" y="289192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a:extLst>
              <a:ext uri="{FF2B5EF4-FFF2-40B4-BE49-F238E27FC236}">
                <a16:creationId xmlns:a16="http://schemas.microsoft.com/office/drawing/2014/main" id="{A106E21D-C180-4D82-8175-80BC8FB731CA}"/>
              </a:ext>
            </a:extLst>
          </p:cNvPr>
          <p:cNvCxnSpPr>
            <a:cxnSpLocks/>
          </p:cNvCxnSpPr>
          <p:nvPr/>
        </p:nvCxnSpPr>
        <p:spPr>
          <a:xfrm rot="5400000" flipV="1">
            <a:off x="12440145" y="28919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a:extLst>
              <a:ext uri="{FF2B5EF4-FFF2-40B4-BE49-F238E27FC236}">
                <a16:creationId xmlns:a16="http://schemas.microsoft.com/office/drawing/2014/main" id="{F6A93403-AE18-41F5-A2A8-D0B2A3BAE4E1}"/>
              </a:ext>
            </a:extLst>
          </p:cNvPr>
          <p:cNvCxnSpPr>
            <a:cxnSpLocks/>
          </p:cNvCxnSpPr>
          <p:nvPr/>
        </p:nvCxnSpPr>
        <p:spPr>
          <a:xfrm rot="16200000" flipV="1">
            <a:off x="13812816" y="291057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CFDA3E14-B6A8-49BB-BFDF-F22D1ED23253}"/>
              </a:ext>
            </a:extLst>
          </p:cNvPr>
          <p:cNvCxnSpPr>
            <a:cxnSpLocks/>
          </p:cNvCxnSpPr>
          <p:nvPr/>
        </p:nvCxnSpPr>
        <p:spPr>
          <a:xfrm rot="16200000" flipV="1">
            <a:off x="12276694" y="289192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D794DE4-B836-4E6C-9FE5-9F44CFD55A57}"/>
              </a:ext>
            </a:extLst>
          </p:cNvPr>
          <p:cNvCxnSpPr>
            <a:cxnSpLocks/>
          </p:cNvCxnSpPr>
          <p:nvPr/>
        </p:nvCxnSpPr>
        <p:spPr>
          <a:xfrm rot="3060000" flipV="1">
            <a:off x="9404353" y="1623901"/>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587EAD0-E05E-4E55-9355-89FCDF649D7D}"/>
              </a:ext>
            </a:extLst>
          </p:cNvPr>
          <p:cNvCxnSpPr>
            <a:cxnSpLocks/>
          </p:cNvCxnSpPr>
          <p:nvPr/>
        </p:nvCxnSpPr>
        <p:spPr>
          <a:xfrm rot="13860000" flipV="1">
            <a:off x="9323236" y="1802704"/>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A24CAD14-0C4E-4FE7-8167-459F764E3478}"/>
              </a:ext>
            </a:extLst>
          </p:cNvPr>
          <p:cNvCxnSpPr>
            <a:cxnSpLocks/>
          </p:cNvCxnSpPr>
          <p:nvPr/>
        </p:nvCxnSpPr>
        <p:spPr>
          <a:xfrm rot="3480000" flipV="1">
            <a:off x="13080156" y="3977470"/>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Straight Arrow Connector 168">
            <a:extLst>
              <a:ext uri="{FF2B5EF4-FFF2-40B4-BE49-F238E27FC236}">
                <a16:creationId xmlns:a16="http://schemas.microsoft.com/office/drawing/2014/main" id="{E86F9FC8-AB01-40AF-BE3E-BA966EC32346}"/>
              </a:ext>
            </a:extLst>
          </p:cNvPr>
          <p:cNvCxnSpPr>
            <a:cxnSpLocks/>
          </p:cNvCxnSpPr>
          <p:nvPr/>
        </p:nvCxnSpPr>
        <p:spPr>
          <a:xfrm rot="14280000" flipV="1">
            <a:off x="12915824" y="4113743"/>
            <a:ext cx="431555" cy="134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0" name="Straight Arrow Connector 169">
            <a:extLst>
              <a:ext uri="{FF2B5EF4-FFF2-40B4-BE49-F238E27FC236}">
                <a16:creationId xmlns:a16="http://schemas.microsoft.com/office/drawing/2014/main" id="{AFE6F287-AE52-486A-A23C-694CCC239E1D}"/>
              </a:ext>
            </a:extLst>
          </p:cNvPr>
          <p:cNvCxnSpPr>
            <a:cxnSpLocks/>
          </p:cNvCxnSpPr>
          <p:nvPr/>
        </p:nvCxnSpPr>
        <p:spPr>
          <a:xfrm rot="8640000" flipV="1">
            <a:off x="13194516" y="176939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a:extLst>
              <a:ext uri="{FF2B5EF4-FFF2-40B4-BE49-F238E27FC236}">
                <a16:creationId xmlns:a16="http://schemas.microsoft.com/office/drawing/2014/main" id="{0FEBBC94-DD8B-4D58-9361-630CCBBF4CAD}"/>
              </a:ext>
            </a:extLst>
          </p:cNvPr>
          <p:cNvCxnSpPr>
            <a:cxnSpLocks/>
          </p:cNvCxnSpPr>
          <p:nvPr/>
        </p:nvCxnSpPr>
        <p:spPr>
          <a:xfrm rot="19440000" flipV="1">
            <a:off x="13090390" y="164651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Arrow Connector 171">
            <a:extLst>
              <a:ext uri="{FF2B5EF4-FFF2-40B4-BE49-F238E27FC236}">
                <a16:creationId xmlns:a16="http://schemas.microsoft.com/office/drawing/2014/main" id="{8E997950-9DF6-466A-9A77-0872678263BE}"/>
              </a:ext>
            </a:extLst>
          </p:cNvPr>
          <p:cNvCxnSpPr>
            <a:cxnSpLocks/>
          </p:cNvCxnSpPr>
          <p:nvPr/>
        </p:nvCxnSpPr>
        <p:spPr>
          <a:xfrm rot="10800000" flipV="1">
            <a:off x="11224183" y="49608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32C0387F-6667-4846-B529-1658459A4845}"/>
              </a:ext>
            </a:extLst>
          </p:cNvPr>
          <p:cNvCxnSpPr>
            <a:cxnSpLocks/>
          </p:cNvCxnSpPr>
          <p:nvPr/>
        </p:nvCxnSpPr>
        <p:spPr>
          <a:xfrm rot="16200000" flipV="1">
            <a:off x="8327960" y="289192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6CDEC56-C659-4828-AB17-AD42E52CF9BD}"/>
              </a:ext>
            </a:extLst>
          </p:cNvPr>
          <p:cNvCxnSpPr>
            <a:cxnSpLocks/>
          </p:cNvCxnSpPr>
          <p:nvPr/>
        </p:nvCxnSpPr>
        <p:spPr>
          <a:xfrm flipV="1">
            <a:off x="11173711" y="103963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D784E4B0-DDDE-4BC8-BC15-91EAD5590420}"/>
              </a:ext>
            </a:extLst>
          </p:cNvPr>
          <p:cNvCxnSpPr>
            <a:cxnSpLocks/>
          </p:cNvCxnSpPr>
          <p:nvPr/>
        </p:nvCxnSpPr>
        <p:spPr>
          <a:xfrm rot="5400000" flipV="1">
            <a:off x="13968446" y="291337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6" name="TextBox 175">
            <a:extLst>
              <a:ext uri="{FF2B5EF4-FFF2-40B4-BE49-F238E27FC236}">
                <a16:creationId xmlns:a16="http://schemas.microsoft.com/office/drawing/2014/main" id="{76B874B3-7BF2-4FF7-A4D3-66F15C2F2CFB}"/>
              </a:ext>
            </a:extLst>
          </p:cNvPr>
          <p:cNvSpPr txBox="1"/>
          <p:nvPr/>
        </p:nvSpPr>
        <p:spPr>
          <a:xfrm>
            <a:off x="8257220" y="4396433"/>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0</a:t>
            </a:r>
          </a:p>
        </p:txBody>
      </p:sp>
      <p:sp>
        <p:nvSpPr>
          <p:cNvPr id="177" name="TextBox 176">
            <a:extLst>
              <a:ext uri="{FF2B5EF4-FFF2-40B4-BE49-F238E27FC236}">
                <a16:creationId xmlns:a16="http://schemas.microsoft.com/office/drawing/2014/main" id="{204B3D60-BB19-4D8E-96D4-68D4A54FCD75}"/>
              </a:ext>
            </a:extLst>
          </p:cNvPr>
          <p:cNvSpPr txBox="1"/>
          <p:nvPr/>
        </p:nvSpPr>
        <p:spPr>
          <a:xfrm>
            <a:off x="13628705" y="4864977"/>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3</a:t>
            </a:r>
          </a:p>
        </p:txBody>
      </p:sp>
      <p:sp>
        <p:nvSpPr>
          <p:cNvPr id="178" name="TextBox 177">
            <a:extLst>
              <a:ext uri="{FF2B5EF4-FFF2-40B4-BE49-F238E27FC236}">
                <a16:creationId xmlns:a16="http://schemas.microsoft.com/office/drawing/2014/main" id="{84AE9E07-7279-41BF-AD54-B3A9BA407AE0}"/>
              </a:ext>
            </a:extLst>
          </p:cNvPr>
          <p:cNvSpPr txBox="1"/>
          <p:nvPr/>
        </p:nvSpPr>
        <p:spPr>
          <a:xfrm>
            <a:off x="14109114" y="1230058"/>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2</a:t>
            </a:r>
          </a:p>
        </p:txBody>
      </p:sp>
      <p:sp>
        <p:nvSpPr>
          <p:cNvPr id="179" name="TextBox 178">
            <a:extLst>
              <a:ext uri="{FF2B5EF4-FFF2-40B4-BE49-F238E27FC236}">
                <a16:creationId xmlns:a16="http://schemas.microsoft.com/office/drawing/2014/main" id="{AFB7EB47-F101-464B-B90F-6632EC04C480}"/>
              </a:ext>
            </a:extLst>
          </p:cNvPr>
          <p:cNvSpPr txBox="1"/>
          <p:nvPr/>
        </p:nvSpPr>
        <p:spPr>
          <a:xfrm>
            <a:off x="8739238" y="757906"/>
            <a:ext cx="469397" cy="369332"/>
          </a:xfrm>
          <a:prstGeom prst="rect">
            <a:avLst/>
          </a:prstGeom>
          <a:noFill/>
        </p:spPr>
        <p:txBody>
          <a:bodyPr wrap="square">
            <a:spAutoFit/>
          </a:bodyPr>
          <a:lstStyle/>
          <a:p>
            <a:r>
              <a:rPr lang="en-US" dirty="0">
                <a:latin typeface="Consolas" panose="020B0609020204030204" pitchFamily="49" charset="0"/>
              </a:rPr>
              <a:t>b</a:t>
            </a:r>
            <a:r>
              <a:rPr lang="en-US" baseline="-25000" dirty="0">
                <a:latin typeface="Consolas" panose="020B0609020204030204" pitchFamily="49" charset="0"/>
              </a:rPr>
              <a:t>1</a:t>
            </a:r>
          </a:p>
        </p:txBody>
      </p:sp>
      <p:sp>
        <p:nvSpPr>
          <p:cNvPr id="180" name="TextBox 179">
            <a:extLst>
              <a:ext uri="{FF2B5EF4-FFF2-40B4-BE49-F238E27FC236}">
                <a16:creationId xmlns:a16="http://schemas.microsoft.com/office/drawing/2014/main" id="{D2E6B98C-6D27-4928-A44F-B1005D43A3CB}"/>
              </a:ext>
            </a:extLst>
          </p:cNvPr>
          <p:cNvSpPr txBox="1"/>
          <p:nvPr/>
        </p:nvSpPr>
        <p:spPr>
          <a:xfrm>
            <a:off x="8899502" y="4535222"/>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1</a:t>
            </a:r>
          </a:p>
        </p:txBody>
      </p:sp>
      <p:sp>
        <p:nvSpPr>
          <p:cNvPr id="181" name="TextBox 180">
            <a:extLst>
              <a:ext uri="{FF2B5EF4-FFF2-40B4-BE49-F238E27FC236}">
                <a16:creationId xmlns:a16="http://schemas.microsoft.com/office/drawing/2014/main" id="{82CEC051-6891-40AE-82FB-A796E18FEBDD}"/>
              </a:ext>
            </a:extLst>
          </p:cNvPr>
          <p:cNvSpPr txBox="1"/>
          <p:nvPr/>
        </p:nvSpPr>
        <p:spPr>
          <a:xfrm>
            <a:off x="13546837" y="4520486"/>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2</a:t>
            </a:r>
          </a:p>
        </p:txBody>
      </p:sp>
      <p:sp>
        <p:nvSpPr>
          <p:cNvPr id="182" name="TextBox 181">
            <a:extLst>
              <a:ext uri="{FF2B5EF4-FFF2-40B4-BE49-F238E27FC236}">
                <a16:creationId xmlns:a16="http://schemas.microsoft.com/office/drawing/2014/main" id="{1B5360F1-6079-4BEB-AFCF-6C6B9123C2FC}"/>
              </a:ext>
            </a:extLst>
          </p:cNvPr>
          <p:cNvSpPr txBox="1"/>
          <p:nvPr/>
        </p:nvSpPr>
        <p:spPr>
          <a:xfrm>
            <a:off x="12336019" y="3649912"/>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3</a:t>
            </a:r>
          </a:p>
        </p:txBody>
      </p:sp>
      <p:sp>
        <p:nvSpPr>
          <p:cNvPr id="183" name="TextBox 182">
            <a:extLst>
              <a:ext uri="{FF2B5EF4-FFF2-40B4-BE49-F238E27FC236}">
                <a16:creationId xmlns:a16="http://schemas.microsoft.com/office/drawing/2014/main" id="{40BD5FC3-8005-4823-A9FF-C678BCCC6D07}"/>
              </a:ext>
            </a:extLst>
          </p:cNvPr>
          <p:cNvSpPr txBox="1"/>
          <p:nvPr/>
        </p:nvSpPr>
        <p:spPr>
          <a:xfrm>
            <a:off x="13782930" y="4231234"/>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0</a:t>
            </a:r>
          </a:p>
        </p:txBody>
      </p:sp>
      <p:sp>
        <p:nvSpPr>
          <p:cNvPr id="184" name="TextBox 183">
            <a:extLst>
              <a:ext uri="{FF2B5EF4-FFF2-40B4-BE49-F238E27FC236}">
                <a16:creationId xmlns:a16="http://schemas.microsoft.com/office/drawing/2014/main" id="{CA69294E-AE50-4B0D-938B-6073C52C0925}"/>
              </a:ext>
            </a:extLst>
          </p:cNvPr>
          <p:cNvSpPr txBox="1"/>
          <p:nvPr/>
        </p:nvSpPr>
        <p:spPr>
          <a:xfrm>
            <a:off x="13781535" y="1314066"/>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1</a:t>
            </a:r>
          </a:p>
        </p:txBody>
      </p:sp>
      <p:sp>
        <p:nvSpPr>
          <p:cNvPr id="185" name="TextBox 184">
            <a:extLst>
              <a:ext uri="{FF2B5EF4-FFF2-40B4-BE49-F238E27FC236}">
                <a16:creationId xmlns:a16="http://schemas.microsoft.com/office/drawing/2014/main" id="{9B5C895B-6DFC-4BF2-9E76-7006E2AB7D47}"/>
              </a:ext>
            </a:extLst>
          </p:cNvPr>
          <p:cNvSpPr txBox="1"/>
          <p:nvPr/>
        </p:nvSpPr>
        <p:spPr>
          <a:xfrm>
            <a:off x="12644903" y="2224995"/>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2</a:t>
            </a:r>
          </a:p>
        </p:txBody>
      </p:sp>
      <p:sp>
        <p:nvSpPr>
          <p:cNvPr id="186" name="TextBox 185">
            <a:extLst>
              <a:ext uri="{FF2B5EF4-FFF2-40B4-BE49-F238E27FC236}">
                <a16:creationId xmlns:a16="http://schemas.microsoft.com/office/drawing/2014/main" id="{2F7797C5-2D6E-455C-9CA1-8E002409A808}"/>
              </a:ext>
            </a:extLst>
          </p:cNvPr>
          <p:cNvSpPr txBox="1"/>
          <p:nvPr/>
        </p:nvSpPr>
        <p:spPr>
          <a:xfrm>
            <a:off x="12634875" y="3199985"/>
            <a:ext cx="469397" cy="369332"/>
          </a:xfrm>
          <a:prstGeom prst="rect">
            <a:avLst/>
          </a:prstGeom>
          <a:noFill/>
        </p:spPr>
        <p:txBody>
          <a:bodyPr wrap="square">
            <a:spAutoFit/>
          </a:bodyPr>
          <a:lstStyle/>
          <a:p>
            <a:r>
              <a:rPr lang="en-US" dirty="0">
                <a:latin typeface="Consolas" panose="020B0609020204030204" pitchFamily="49" charset="0"/>
              </a:rPr>
              <a:t>d</a:t>
            </a:r>
            <a:r>
              <a:rPr lang="en-US" baseline="-25000" dirty="0">
                <a:latin typeface="Consolas" panose="020B0609020204030204" pitchFamily="49" charset="0"/>
              </a:rPr>
              <a:t>3</a:t>
            </a:r>
          </a:p>
        </p:txBody>
      </p:sp>
      <p:sp>
        <p:nvSpPr>
          <p:cNvPr id="187" name="TextBox 186">
            <a:extLst>
              <a:ext uri="{FF2B5EF4-FFF2-40B4-BE49-F238E27FC236}">
                <a16:creationId xmlns:a16="http://schemas.microsoft.com/office/drawing/2014/main" id="{3807667A-3534-48DB-A985-874E2CC100B8}"/>
              </a:ext>
            </a:extLst>
          </p:cNvPr>
          <p:cNvSpPr txBox="1"/>
          <p:nvPr/>
        </p:nvSpPr>
        <p:spPr>
          <a:xfrm>
            <a:off x="13423216" y="1106252"/>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3</a:t>
            </a:r>
          </a:p>
        </p:txBody>
      </p:sp>
      <p:sp>
        <p:nvSpPr>
          <p:cNvPr id="188" name="TextBox 187">
            <a:extLst>
              <a:ext uri="{FF2B5EF4-FFF2-40B4-BE49-F238E27FC236}">
                <a16:creationId xmlns:a16="http://schemas.microsoft.com/office/drawing/2014/main" id="{ED27474C-E922-4844-A137-7DE7CEC12A80}"/>
              </a:ext>
            </a:extLst>
          </p:cNvPr>
          <p:cNvSpPr txBox="1"/>
          <p:nvPr/>
        </p:nvSpPr>
        <p:spPr>
          <a:xfrm>
            <a:off x="12345284" y="1762485"/>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2</a:t>
            </a:r>
          </a:p>
        </p:txBody>
      </p:sp>
      <p:sp>
        <p:nvSpPr>
          <p:cNvPr id="192" name="Oval 191">
            <a:extLst>
              <a:ext uri="{FF2B5EF4-FFF2-40B4-BE49-F238E27FC236}">
                <a16:creationId xmlns:a16="http://schemas.microsoft.com/office/drawing/2014/main" id="{59F9F0CF-BD1D-4FE4-96D6-0462F18C729F}"/>
              </a:ext>
            </a:extLst>
          </p:cNvPr>
          <p:cNvSpPr/>
          <p:nvPr/>
        </p:nvSpPr>
        <p:spPr>
          <a:xfrm>
            <a:off x="10125233" y="214921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193" name="Oval 192">
            <a:extLst>
              <a:ext uri="{FF2B5EF4-FFF2-40B4-BE49-F238E27FC236}">
                <a16:creationId xmlns:a16="http://schemas.microsoft.com/office/drawing/2014/main" id="{2AC0D8D5-9EA0-4EB6-BBEB-08CBAABC7A37}"/>
              </a:ext>
            </a:extLst>
          </p:cNvPr>
          <p:cNvSpPr/>
          <p:nvPr/>
        </p:nvSpPr>
        <p:spPr>
          <a:xfrm>
            <a:off x="10125233" y="346254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cxnSp>
        <p:nvCxnSpPr>
          <p:cNvPr id="194" name="Straight Arrow Connector 193">
            <a:extLst>
              <a:ext uri="{FF2B5EF4-FFF2-40B4-BE49-F238E27FC236}">
                <a16:creationId xmlns:a16="http://schemas.microsoft.com/office/drawing/2014/main" id="{00E3208C-6DAA-44E7-8675-3FA87DAA5002}"/>
              </a:ext>
            </a:extLst>
          </p:cNvPr>
          <p:cNvCxnSpPr>
            <a:cxnSpLocks/>
          </p:cNvCxnSpPr>
          <p:nvPr/>
        </p:nvCxnSpPr>
        <p:spPr>
          <a:xfrm rot="5400000" flipV="1">
            <a:off x="10175326" y="291604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627DA984-237B-4EEB-99B1-2BABD07847BE}"/>
              </a:ext>
            </a:extLst>
          </p:cNvPr>
          <p:cNvCxnSpPr>
            <a:cxnSpLocks/>
          </p:cNvCxnSpPr>
          <p:nvPr/>
        </p:nvCxnSpPr>
        <p:spPr>
          <a:xfrm flipV="1">
            <a:off x="11227337" y="348820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45B2E143-845E-4FD9-B667-93F7363DDBD1}"/>
              </a:ext>
            </a:extLst>
          </p:cNvPr>
          <p:cNvCxnSpPr>
            <a:cxnSpLocks/>
          </p:cNvCxnSpPr>
          <p:nvPr/>
        </p:nvCxnSpPr>
        <p:spPr>
          <a:xfrm rot="10800000" flipV="1">
            <a:off x="11236525" y="23482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TextBox 198">
            <a:extLst>
              <a:ext uri="{FF2B5EF4-FFF2-40B4-BE49-F238E27FC236}">
                <a16:creationId xmlns:a16="http://schemas.microsoft.com/office/drawing/2014/main" id="{94C1504D-7EB6-4D8D-A81C-DB843600E7AB}"/>
              </a:ext>
            </a:extLst>
          </p:cNvPr>
          <p:cNvSpPr txBox="1"/>
          <p:nvPr/>
        </p:nvSpPr>
        <p:spPr>
          <a:xfrm>
            <a:off x="9265675" y="2679365"/>
            <a:ext cx="317716" cy="369332"/>
          </a:xfrm>
          <a:prstGeom prst="rect">
            <a:avLst/>
          </a:prstGeom>
          <a:noFill/>
          <a:ln w="19050">
            <a:solidFill>
              <a:schemeClr val="bg1"/>
            </a:solidFill>
          </a:ln>
        </p:spPr>
        <p:txBody>
          <a:bodyPr wrap="square" rtlCol="0">
            <a:spAutoFit/>
          </a:bodyPr>
          <a:lstStyle/>
          <a:p>
            <a:r>
              <a:rPr lang="pt-BR" dirty="0"/>
              <a:t>N</a:t>
            </a:r>
            <a:endParaRPr lang="en-US" dirty="0"/>
          </a:p>
        </p:txBody>
      </p:sp>
      <p:cxnSp>
        <p:nvCxnSpPr>
          <p:cNvPr id="200" name="Straight Arrow Connector 199">
            <a:extLst>
              <a:ext uri="{FF2B5EF4-FFF2-40B4-BE49-F238E27FC236}">
                <a16:creationId xmlns:a16="http://schemas.microsoft.com/office/drawing/2014/main" id="{D9AD35BE-33B5-4CB9-B42F-647BF723F1F1}"/>
              </a:ext>
            </a:extLst>
          </p:cNvPr>
          <p:cNvCxnSpPr>
            <a:cxnSpLocks/>
          </p:cNvCxnSpPr>
          <p:nvPr/>
        </p:nvCxnSpPr>
        <p:spPr>
          <a:xfrm rot="16200000" flipV="1">
            <a:off x="9954874" y="292899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a:extLst>
              <a:ext uri="{FF2B5EF4-FFF2-40B4-BE49-F238E27FC236}">
                <a16:creationId xmlns:a16="http://schemas.microsoft.com/office/drawing/2014/main" id="{1B784F67-E4A3-484F-A821-403FD34E28E9}"/>
              </a:ext>
            </a:extLst>
          </p:cNvPr>
          <p:cNvCxnSpPr>
            <a:cxnSpLocks/>
          </p:cNvCxnSpPr>
          <p:nvPr/>
        </p:nvCxnSpPr>
        <p:spPr>
          <a:xfrm flipV="1">
            <a:off x="11208049" y="220049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a:extLst>
              <a:ext uri="{FF2B5EF4-FFF2-40B4-BE49-F238E27FC236}">
                <a16:creationId xmlns:a16="http://schemas.microsoft.com/office/drawing/2014/main" id="{6B4D37D0-E2F4-4BC9-B320-32634C8EDDF1}"/>
              </a:ext>
            </a:extLst>
          </p:cNvPr>
          <p:cNvCxnSpPr>
            <a:cxnSpLocks/>
          </p:cNvCxnSpPr>
          <p:nvPr/>
        </p:nvCxnSpPr>
        <p:spPr>
          <a:xfrm rot="10800000" flipV="1">
            <a:off x="11224255" y="367729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3" name="TextBox 202">
            <a:extLst>
              <a:ext uri="{FF2B5EF4-FFF2-40B4-BE49-F238E27FC236}">
                <a16:creationId xmlns:a16="http://schemas.microsoft.com/office/drawing/2014/main" id="{F6FBF172-058F-4FDE-854D-D6B9F4E5ADAD}"/>
              </a:ext>
            </a:extLst>
          </p:cNvPr>
          <p:cNvSpPr txBox="1"/>
          <p:nvPr/>
        </p:nvSpPr>
        <p:spPr>
          <a:xfrm>
            <a:off x="10303897" y="3521166"/>
            <a:ext cx="469397"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sp>
        <p:nvSpPr>
          <p:cNvPr id="204" name="TextBox 203">
            <a:extLst>
              <a:ext uri="{FF2B5EF4-FFF2-40B4-BE49-F238E27FC236}">
                <a16:creationId xmlns:a16="http://schemas.microsoft.com/office/drawing/2014/main" id="{139A2720-913D-4B7B-8F2F-8BDB47E2D814}"/>
              </a:ext>
            </a:extLst>
          </p:cNvPr>
          <p:cNvSpPr txBox="1"/>
          <p:nvPr/>
        </p:nvSpPr>
        <p:spPr>
          <a:xfrm>
            <a:off x="10224395" y="1854193"/>
            <a:ext cx="469397" cy="369332"/>
          </a:xfrm>
          <a:prstGeom prst="rect">
            <a:avLst/>
          </a:prstGeom>
          <a:noFill/>
        </p:spPr>
        <p:txBody>
          <a:bodyPr wrap="square">
            <a:spAutoFit/>
          </a:bodyPr>
          <a:lstStyle/>
          <a:p>
            <a:r>
              <a:rPr lang="en-US" dirty="0">
                <a:latin typeface="Consolas" panose="020B0609020204030204" pitchFamily="49" charset="0"/>
              </a:rPr>
              <a:t>e</a:t>
            </a:r>
            <a:r>
              <a:rPr lang="en-US" baseline="-25000" dirty="0">
                <a:latin typeface="Consolas" panose="020B0609020204030204" pitchFamily="49" charset="0"/>
              </a:rPr>
              <a:t>0</a:t>
            </a:r>
          </a:p>
        </p:txBody>
      </p:sp>
      <p:sp>
        <p:nvSpPr>
          <p:cNvPr id="205" name="TextBox 204">
            <a:extLst>
              <a:ext uri="{FF2B5EF4-FFF2-40B4-BE49-F238E27FC236}">
                <a16:creationId xmlns:a16="http://schemas.microsoft.com/office/drawing/2014/main" id="{BED7CE52-A505-4317-8CB5-8036891331C8}"/>
              </a:ext>
            </a:extLst>
          </p:cNvPr>
          <p:cNvSpPr txBox="1"/>
          <p:nvPr/>
        </p:nvSpPr>
        <p:spPr>
          <a:xfrm>
            <a:off x="8597435" y="1249245"/>
            <a:ext cx="46939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206" name="TextBox 205">
            <a:extLst>
              <a:ext uri="{FF2B5EF4-FFF2-40B4-BE49-F238E27FC236}">
                <a16:creationId xmlns:a16="http://schemas.microsoft.com/office/drawing/2014/main" id="{7A6B05D5-F759-473B-9F98-87E46BDC420F}"/>
              </a:ext>
            </a:extLst>
          </p:cNvPr>
          <p:cNvSpPr txBox="1"/>
          <p:nvPr/>
        </p:nvSpPr>
        <p:spPr>
          <a:xfrm>
            <a:off x="9830302" y="2185001"/>
            <a:ext cx="46939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207" name="TextBox 206">
            <a:extLst>
              <a:ext uri="{FF2B5EF4-FFF2-40B4-BE49-F238E27FC236}">
                <a16:creationId xmlns:a16="http://schemas.microsoft.com/office/drawing/2014/main" id="{AB0D16FA-1366-4879-AD55-54813550166E}"/>
              </a:ext>
            </a:extLst>
          </p:cNvPr>
          <p:cNvSpPr txBox="1"/>
          <p:nvPr/>
        </p:nvSpPr>
        <p:spPr>
          <a:xfrm>
            <a:off x="9764346" y="3280580"/>
            <a:ext cx="46939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208" name="TextBox 207">
            <a:extLst>
              <a:ext uri="{FF2B5EF4-FFF2-40B4-BE49-F238E27FC236}">
                <a16:creationId xmlns:a16="http://schemas.microsoft.com/office/drawing/2014/main" id="{36379595-D578-4D74-82F9-1ADB598BC98D}"/>
              </a:ext>
            </a:extLst>
          </p:cNvPr>
          <p:cNvSpPr txBox="1"/>
          <p:nvPr/>
        </p:nvSpPr>
        <p:spPr>
          <a:xfrm>
            <a:off x="8601786" y="4263256"/>
            <a:ext cx="46939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211" name="TextBox 210">
            <a:extLst>
              <a:ext uri="{FF2B5EF4-FFF2-40B4-BE49-F238E27FC236}">
                <a16:creationId xmlns:a16="http://schemas.microsoft.com/office/drawing/2014/main" id="{34267E7A-22D2-483D-8CB1-42A6D85AF76C}"/>
              </a:ext>
            </a:extLst>
          </p:cNvPr>
          <p:cNvSpPr txBox="1"/>
          <p:nvPr/>
        </p:nvSpPr>
        <p:spPr>
          <a:xfrm>
            <a:off x="4409585" y="472226"/>
            <a:ext cx="317716" cy="369332"/>
          </a:xfrm>
          <a:prstGeom prst="rect">
            <a:avLst/>
          </a:prstGeom>
          <a:noFill/>
          <a:ln w="19050">
            <a:solidFill>
              <a:schemeClr val="tx1"/>
            </a:solidFill>
          </a:ln>
        </p:spPr>
        <p:txBody>
          <a:bodyPr wrap="square" rtlCol="0">
            <a:spAutoFit/>
          </a:bodyPr>
          <a:lstStyle/>
          <a:p>
            <a:r>
              <a:rPr lang="pt-BR" dirty="0"/>
              <a:t>B</a:t>
            </a:r>
            <a:endParaRPr lang="en-US" dirty="0"/>
          </a:p>
        </p:txBody>
      </p:sp>
      <p:sp>
        <p:nvSpPr>
          <p:cNvPr id="212" name="TextBox 211">
            <a:extLst>
              <a:ext uri="{FF2B5EF4-FFF2-40B4-BE49-F238E27FC236}">
                <a16:creationId xmlns:a16="http://schemas.microsoft.com/office/drawing/2014/main" id="{437DAAE3-315D-4520-A8B7-68F6E7D18C45}"/>
              </a:ext>
            </a:extLst>
          </p:cNvPr>
          <p:cNvSpPr txBox="1"/>
          <p:nvPr/>
        </p:nvSpPr>
        <p:spPr>
          <a:xfrm>
            <a:off x="11173711" y="472419"/>
            <a:ext cx="317716" cy="369332"/>
          </a:xfrm>
          <a:prstGeom prst="rect">
            <a:avLst/>
          </a:prstGeom>
          <a:noFill/>
          <a:ln w="19050">
            <a:solidFill>
              <a:schemeClr val="tx1"/>
            </a:solidFill>
          </a:ln>
        </p:spPr>
        <p:txBody>
          <a:bodyPr wrap="square" rtlCol="0">
            <a:spAutoFit/>
          </a:bodyPr>
          <a:lstStyle/>
          <a:p>
            <a:r>
              <a:rPr lang="pt-BR" dirty="0"/>
              <a:t>B</a:t>
            </a:r>
            <a:endParaRPr lang="en-US" dirty="0"/>
          </a:p>
        </p:txBody>
      </p:sp>
    </p:spTree>
    <p:extLst>
      <p:ext uri="{BB962C8B-B14F-4D97-AF65-F5344CB8AC3E}">
        <p14:creationId xmlns:p14="http://schemas.microsoft.com/office/powerpoint/2010/main" val="428858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Rectangle 170">
            <a:extLst>
              <a:ext uri="{FF2B5EF4-FFF2-40B4-BE49-F238E27FC236}">
                <a16:creationId xmlns:a16="http://schemas.microsoft.com/office/drawing/2014/main" id="{FC891111-DE73-4965-995B-3ED88D0ED319}"/>
              </a:ext>
            </a:extLst>
          </p:cNvPr>
          <p:cNvSpPr/>
          <p:nvPr/>
        </p:nvSpPr>
        <p:spPr>
          <a:xfrm>
            <a:off x="3577892" y="863905"/>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1" name="Oval 70">
            <a:extLst>
              <a:ext uri="{FF2B5EF4-FFF2-40B4-BE49-F238E27FC236}">
                <a16:creationId xmlns:a16="http://schemas.microsoft.com/office/drawing/2014/main" id="{6068430C-18F1-4E40-BC9D-35DDB2FCA6F8}"/>
              </a:ext>
            </a:extLst>
          </p:cNvPr>
          <p:cNvSpPr/>
          <p:nvPr/>
        </p:nvSpPr>
        <p:spPr>
          <a:xfrm>
            <a:off x="3433192" y="619299"/>
            <a:ext cx="884450" cy="491478"/>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sp>
        <p:nvSpPr>
          <p:cNvPr id="130" name="Rectangle 129">
            <a:extLst>
              <a:ext uri="{FF2B5EF4-FFF2-40B4-BE49-F238E27FC236}">
                <a16:creationId xmlns:a16="http://schemas.microsoft.com/office/drawing/2014/main" id="{3DD45A50-4DCC-4474-8FC1-D7B27A863115}"/>
              </a:ext>
            </a:extLst>
          </p:cNvPr>
          <p:cNvSpPr/>
          <p:nvPr/>
        </p:nvSpPr>
        <p:spPr>
          <a:xfrm>
            <a:off x="3584163" y="2621880"/>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6" name="Oval 175">
            <a:extLst>
              <a:ext uri="{FF2B5EF4-FFF2-40B4-BE49-F238E27FC236}">
                <a16:creationId xmlns:a16="http://schemas.microsoft.com/office/drawing/2014/main" id="{4186581A-39D1-4907-90DC-1764414148D4}"/>
              </a:ext>
            </a:extLst>
          </p:cNvPr>
          <p:cNvSpPr/>
          <p:nvPr/>
        </p:nvSpPr>
        <p:spPr>
          <a:xfrm>
            <a:off x="3371859" y="4128810"/>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sp>
        <p:nvSpPr>
          <p:cNvPr id="4" name="TextBox 3">
            <a:extLst>
              <a:ext uri="{FF2B5EF4-FFF2-40B4-BE49-F238E27FC236}">
                <a16:creationId xmlns:a16="http://schemas.microsoft.com/office/drawing/2014/main" id="{2F7CA6DB-04B7-4B7E-AFC4-DDD1BB5E0693}"/>
              </a:ext>
            </a:extLst>
          </p:cNvPr>
          <p:cNvSpPr txBox="1"/>
          <p:nvPr/>
        </p:nvSpPr>
        <p:spPr>
          <a:xfrm>
            <a:off x="409888" y="97804"/>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op3(he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13" name="Group 12">
            <a:extLst>
              <a:ext uri="{FF2B5EF4-FFF2-40B4-BE49-F238E27FC236}">
                <a16:creationId xmlns:a16="http://schemas.microsoft.com/office/drawing/2014/main" id="{28DF4792-2D6E-4228-A51C-5A6F534A730A}"/>
              </a:ext>
            </a:extLst>
          </p:cNvPr>
          <p:cNvGrpSpPr/>
          <p:nvPr/>
        </p:nvGrpSpPr>
        <p:grpSpPr>
          <a:xfrm>
            <a:off x="398924" y="1036978"/>
            <a:ext cx="1957010" cy="4100694"/>
            <a:chOff x="398924" y="2569695"/>
            <a:chExt cx="1957010" cy="4100694"/>
          </a:xfrm>
        </p:grpSpPr>
        <p:sp>
          <p:nvSpPr>
            <p:cNvPr id="182" name="Rectangle 181">
              <a:extLst>
                <a:ext uri="{FF2B5EF4-FFF2-40B4-BE49-F238E27FC236}">
                  <a16:creationId xmlns:a16="http://schemas.microsoft.com/office/drawing/2014/main" id="{19685195-86C4-48F5-B67F-8D3901C2C3A6}"/>
                </a:ext>
              </a:extLst>
            </p:cNvPr>
            <p:cNvSpPr/>
            <p:nvPr/>
          </p:nvSpPr>
          <p:spPr>
            <a:xfrm>
              <a:off x="1082263" y="4144491"/>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2" name="Oval 171">
              <a:extLst>
                <a:ext uri="{FF2B5EF4-FFF2-40B4-BE49-F238E27FC236}">
                  <a16:creationId xmlns:a16="http://schemas.microsoft.com/office/drawing/2014/main" id="{24DC7274-BA09-402F-8AA3-B428E69053F6}"/>
                </a:ext>
              </a:extLst>
            </p:cNvPr>
            <p:cNvSpPr/>
            <p:nvPr/>
          </p:nvSpPr>
          <p:spPr>
            <a:xfrm>
              <a:off x="870767" y="5658313"/>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cxnSp>
          <p:nvCxnSpPr>
            <p:cNvPr id="178" name="Straight Connector 177">
              <a:extLst>
                <a:ext uri="{FF2B5EF4-FFF2-40B4-BE49-F238E27FC236}">
                  <a16:creationId xmlns:a16="http://schemas.microsoft.com/office/drawing/2014/main" id="{005E686D-2A9E-4448-B428-03F3C7F1C29C}"/>
                </a:ext>
              </a:extLst>
            </p:cNvPr>
            <p:cNvCxnSpPr>
              <a:cxnSpLocks/>
            </p:cNvCxnSpPr>
            <p:nvPr/>
          </p:nvCxnSpPr>
          <p:spPr>
            <a:xfrm rot="2700000">
              <a:off x="1959059" y="34878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9" name="Straight Connector 178">
              <a:extLst>
                <a:ext uri="{FF2B5EF4-FFF2-40B4-BE49-F238E27FC236}">
                  <a16:creationId xmlns:a16="http://schemas.microsoft.com/office/drawing/2014/main" id="{31E50B93-7986-4F39-A429-01F0E02EBFCD}"/>
                </a:ext>
              </a:extLst>
            </p:cNvPr>
            <p:cNvCxnSpPr>
              <a:cxnSpLocks/>
            </p:cNvCxnSpPr>
            <p:nvPr/>
          </p:nvCxnSpPr>
          <p:spPr>
            <a:xfrm rot="18900000">
              <a:off x="798513" y="34878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277753D-5C30-4400-A94E-424292E8F1D5}"/>
                </a:ext>
              </a:extLst>
            </p:cNvPr>
            <p:cNvCxnSpPr>
              <a:cxnSpLocks/>
              <a:stCxn id="182" idx="0"/>
            </p:cNvCxnSpPr>
            <p:nvPr/>
          </p:nvCxnSpPr>
          <p:spPr>
            <a:xfrm flipV="1">
              <a:off x="1379789" y="2635453"/>
              <a:ext cx="0" cy="1509038"/>
            </a:xfrm>
            <a:prstGeom prst="line">
              <a:avLst/>
            </a:prstGeom>
            <a:ln w="19050"/>
          </p:spPr>
          <p:style>
            <a:lnRef idx="1">
              <a:schemeClr val="dk1"/>
            </a:lnRef>
            <a:fillRef idx="0">
              <a:schemeClr val="dk1"/>
            </a:fillRef>
            <a:effectRef idx="0">
              <a:schemeClr val="dk1"/>
            </a:effectRef>
            <a:fontRef idx="minor">
              <a:schemeClr val="tx1"/>
            </a:fontRef>
          </p:style>
        </p:cxnSp>
        <p:sp>
          <p:nvSpPr>
            <p:cNvPr id="10" name="Oval 9">
              <a:extLst>
                <a:ext uri="{FF2B5EF4-FFF2-40B4-BE49-F238E27FC236}">
                  <a16:creationId xmlns:a16="http://schemas.microsoft.com/office/drawing/2014/main" id="{5EB0B603-1C01-4CE4-AFCD-A2B3FEA4BFB2}"/>
                </a:ext>
              </a:extLst>
            </p:cNvPr>
            <p:cNvSpPr/>
            <p:nvPr/>
          </p:nvSpPr>
          <p:spPr>
            <a:xfrm>
              <a:off x="866721" y="3882832"/>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73" name="Straight Connector 172">
              <a:extLst>
                <a:ext uri="{FF2B5EF4-FFF2-40B4-BE49-F238E27FC236}">
                  <a16:creationId xmlns:a16="http://schemas.microsoft.com/office/drawing/2014/main" id="{3D4E9717-E5FC-4C7F-B809-73CDE996FBA3}"/>
                </a:ext>
              </a:extLst>
            </p:cNvPr>
            <p:cNvCxnSpPr>
              <a:cxnSpLocks/>
            </p:cNvCxnSpPr>
            <p:nvPr/>
          </p:nvCxnSpPr>
          <p:spPr>
            <a:xfrm rot="18900000">
              <a:off x="1959059" y="581458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E18407C9-9E03-4A03-BC45-1047154FDBBC}"/>
                </a:ext>
              </a:extLst>
            </p:cNvPr>
            <p:cNvCxnSpPr>
              <a:cxnSpLocks/>
            </p:cNvCxnSpPr>
            <p:nvPr/>
          </p:nvCxnSpPr>
          <p:spPr>
            <a:xfrm rot="2700000">
              <a:off x="795799" y="581458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83" name="Oval 182">
              <a:extLst>
                <a:ext uri="{FF2B5EF4-FFF2-40B4-BE49-F238E27FC236}">
                  <a16:creationId xmlns:a16="http://schemas.microsoft.com/office/drawing/2014/main" id="{355D990C-22CB-4D7D-882B-05EF526FAE6C}"/>
                </a:ext>
              </a:extLst>
            </p:cNvPr>
            <p:cNvSpPr/>
            <p:nvPr/>
          </p:nvSpPr>
          <p:spPr>
            <a:xfrm>
              <a:off x="1534996" y="402581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84" name="Oval 183">
              <a:extLst>
                <a:ext uri="{FF2B5EF4-FFF2-40B4-BE49-F238E27FC236}">
                  <a16:creationId xmlns:a16="http://schemas.microsoft.com/office/drawing/2014/main" id="{15C9E6F1-4A45-4D38-B80E-32A51FA5EECB}"/>
                </a:ext>
              </a:extLst>
            </p:cNvPr>
            <p:cNvSpPr/>
            <p:nvPr/>
          </p:nvSpPr>
          <p:spPr>
            <a:xfrm>
              <a:off x="1542843" y="578624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5" name="Oval 184">
              <a:extLst>
                <a:ext uri="{FF2B5EF4-FFF2-40B4-BE49-F238E27FC236}">
                  <a16:creationId xmlns:a16="http://schemas.microsoft.com/office/drawing/2014/main" id="{E076E959-DD6F-4E53-AD6C-78FDAC2A7A41}"/>
                </a:ext>
              </a:extLst>
            </p:cNvPr>
            <p:cNvSpPr/>
            <p:nvPr/>
          </p:nvSpPr>
          <p:spPr>
            <a:xfrm>
              <a:off x="902345" y="579694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6" name="Oval 185">
              <a:extLst>
                <a:ext uri="{FF2B5EF4-FFF2-40B4-BE49-F238E27FC236}">
                  <a16:creationId xmlns:a16="http://schemas.microsoft.com/office/drawing/2014/main" id="{71C9A9EC-8035-409B-B098-94EF33BFE8C7}"/>
                </a:ext>
              </a:extLst>
            </p:cNvPr>
            <p:cNvSpPr/>
            <p:nvPr/>
          </p:nvSpPr>
          <p:spPr>
            <a:xfrm>
              <a:off x="934620" y="402761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89" name="TextBox 188">
              <a:extLst>
                <a:ext uri="{FF2B5EF4-FFF2-40B4-BE49-F238E27FC236}">
                  <a16:creationId xmlns:a16="http://schemas.microsoft.com/office/drawing/2014/main" id="{50C47102-6313-4C97-8F0D-E92151A75E17}"/>
                </a:ext>
              </a:extLst>
            </p:cNvPr>
            <p:cNvSpPr txBox="1"/>
            <p:nvPr/>
          </p:nvSpPr>
          <p:spPr>
            <a:xfrm>
              <a:off x="464262" y="4811842"/>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90" name="TextBox 189">
              <a:extLst>
                <a:ext uri="{FF2B5EF4-FFF2-40B4-BE49-F238E27FC236}">
                  <a16:creationId xmlns:a16="http://schemas.microsoft.com/office/drawing/2014/main" id="{3CEA99B2-F650-47C0-A75E-A2D170350056}"/>
                </a:ext>
              </a:extLst>
            </p:cNvPr>
            <p:cNvSpPr txBox="1"/>
            <p:nvPr/>
          </p:nvSpPr>
          <p:spPr>
            <a:xfrm>
              <a:off x="1209234" y="4858606"/>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92" name="Straight Arrow Connector 191">
              <a:extLst>
                <a:ext uri="{FF2B5EF4-FFF2-40B4-BE49-F238E27FC236}">
                  <a16:creationId xmlns:a16="http://schemas.microsoft.com/office/drawing/2014/main" id="{DC0EA864-953C-4AFD-9B81-32E3FBC96291}"/>
                </a:ext>
              </a:extLst>
            </p:cNvPr>
            <p:cNvCxnSpPr>
              <a:cxnSpLocks/>
            </p:cNvCxnSpPr>
            <p:nvPr/>
          </p:nvCxnSpPr>
          <p:spPr>
            <a:xfrm rot="16200000" flipV="1">
              <a:off x="798880" y="50336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4B2A0A3D-DF61-4E0B-83E3-A3A7920B4246}"/>
                </a:ext>
              </a:extLst>
            </p:cNvPr>
            <p:cNvCxnSpPr>
              <a:cxnSpLocks/>
            </p:cNvCxnSpPr>
            <p:nvPr/>
          </p:nvCxnSpPr>
          <p:spPr>
            <a:xfrm rot="5400000" flipV="1">
              <a:off x="1535706" y="50336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5A050704-C0B9-40D5-A53F-DE8A6A6994FD}"/>
                </a:ext>
              </a:extLst>
            </p:cNvPr>
            <p:cNvCxnSpPr>
              <a:cxnSpLocks/>
            </p:cNvCxnSpPr>
            <p:nvPr/>
          </p:nvCxnSpPr>
          <p:spPr>
            <a:xfrm flipH="1">
              <a:off x="1265645" y="449350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F96C037C-2357-4680-A79D-2AEECAAD2079}"/>
                </a:ext>
              </a:extLst>
            </p:cNvPr>
            <p:cNvCxnSpPr>
              <a:cxnSpLocks/>
            </p:cNvCxnSpPr>
            <p:nvPr/>
          </p:nvCxnSpPr>
          <p:spPr>
            <a:xfrm rot="10800000" flipH="1">
              <a:off x="1307017" y="560902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3" name="TextBox 202">
              <a:extLst>
                <a:ext uri="{FF2B5EF4-FFF2-40B4-BE49-F238E27FC236}">
                  <a16:creationId xmlns:a16="http://schemas.microsoft.com/office/drawing/2014/main" id="{0A49E61A-C544-4767-9AA1-1FB898C3DBB7}"/>
                </a:ext>
              </a:extLst>
            </p:cNvPr>
            <p:cNvSpPr txBox="1"/>
            <p:nvPr/>
          </p:nvSpPr>
          <p:spPr>
            <a:xfrm>
              <a:off x="1201440" y="6301057"/>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204" name="TextBox 203">
              <a:extLst>
                <a:ext uri="{FF2B5EF4-FFF2-40B4-BE49-F238E27FC236}">
                  <a16:creationId xmlns:a16="http://schemas.microsoft.com/office/drawing/2014/main" id="{5F7AE95D-1D29-4E5E-A380-4799CCC37EC8}"/>
                </a:ext>
              </a:extLst>
            </p:cNvPr>
            <p:cNvSpPr txBox="1"/>
            <p:nvPr/>
          </p:nvSpPr>
          <p:spPr>
            <a:xfrm>
              <a:off x="792004" y="3055015"/>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276" name="TextBox 275">
              <a:extLst>
                <a:ext uri="{FF2B5EF4-FFF2-40B4-BE49-F238E27FC236}">
                  <a16:creationId xmlns:a16="http://schemas.microsoft.com/office/drawing/2014/main" id="{5611857F-EBC7-4E72-A542-773235593A94}"/>
                </a:ext>
              </a:extLst>
            </p:cNvPr>
            <p:cNvSpPr txBox="1"/>
            <p:nvPr/>
          </p:nvSpPr>
          <p:spPr>
            <a:xfrm>
              <a:off x="1369824" y="4378508"/>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3</a:t>
              </a:r>
            </a:p>
          </p:txBody>
        </p:sp>
        <p:cxnSp>
          <p:nvCxnSpPr>
            <p:cNvPr id="118" name="Straight Arrow Connector 117">
              <a:extLst>
                <a:ext uri="{FF2B5EF4-FFF2-40B4-BE49-F238E27FC236}">
                  <a16:creationId xmlns:a16="http://schemas.microsoft.com/office/drawing/2014/main" id="{7BAE881E-A428-48F0-B663-0415B1220590}"/>
                </a:ext>
              </a:extLst>
            </p:cNvPr>
            <p:cNvCxnSpPr>
              <a:cxnSpLocks/>
            </p:cNvCxnSpPr>
            <p:nvPr/>
          </p:nvCxnSpPr>
          <p:spPr>
            <a:xfrm rot="5400000" flipV="1">
              <a:off x="1226407" y="315393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a:extLst>
                <a:ext uri="{FF2B5EF4-FFF2-40B4-BE49-F238E27FC236}">
                  <a16:creationId xmlns:a16="http://schemas.microsoft.com/office/drawing/2014/main" id="{90FABC3D-D4ED-432F-92B8-53413ACF01C3}"/>
                </a:ext>
              </a:extLst>
            </p:cNvPr>
            <p:cNvCxnSpPr>
              <a:cxnSpLocks/>
            </p:cNvCxnSpPr>
            <p:nvPr/>
          </p:nvCxnSpPr>
          <p:spPr>
            <a:xfrm rot="-2760000" flipV="1">
              <a:off x="1753185" y="373904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1" name="TextBox 120">
              <a:extLst>
                <a:ext uri="{FF2B5EF4-FFF2-40B4-BE49-F238E27FC236}">
                  <a16:creationId xmlns:a16="http://schemas.microsoft.com/office/drawing/2014/main" id="{3ED87810-E6B6-451A-8898-6551CA1D635B}"/>
                </a:ext>
              </a:extLst>
            </p:cNvPr>
            <p:cNvSpPr txBox="1"/>
            <p:nvPr/>
          </p:nvSpPr>
          <p:spPr>
            <a:xfrm>
              <a:off x="1658759" y="305501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24" name="Straight Arrow Connector 123">
              <a:extLst>
                <a:ext uri="{FF2B5EF4-FFF2-40B4-BE49-F238E27FC236}">
                  <a16:creationId xmlns:a16="http://schemas.microsoft.com/office/drawing/2014/main" id="{CB28C394-CB3B-4DD2-B15C-AD6ECD06AEFE}"/>
                </a:ext>
              </a:extLst>
            </p:cNvPr>
            <p:cNvCxnSpPr>
              <a:cxnSpLocks/>
            </p:cNvCxnSpPr>
            <p:nvPr/>
          </p:nvCxnSpPr>
          <p:spPr>
            <a:xfrm rot="16200000" flipV="1">
              <a:off x="1091240" y="315393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5" name="TextBox 124">
              <a:extLst>
                <a:ext uri="{FF2B5EF4-FFF2-40B4-BE49-F238E27FC236}">
                  <a16:creationId xmlns:a16="http://schemas.microsoft.com/office/drawing/2014/main" id="{17339462-EA65-40A3-8AFB-AC6351422F52}"/>
                </a:ext>
              </a:extLst>
            </p:cNvPr>
            <p:cNvSpPr txBox="1"/>
            <p:nvPr/>
          </p:nvSpPr>
          <p:spPr>
            <a:xfrm>
              <a:off x="1307017" y="256969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26" name="TextBox 125">
              <a:extLst>
                <a:ext uri="{FF2B5EF4-FFF2-40B4-BE49-F238E27FC236}">
                  <a16:creationId xmlns:a16="http://schemas.microsoft.com/office/drawing/2014/main" id="{83C42063-B2F8-45FB-8407-A1AACEE3DDF2}"/>
                </a:ext>
              </a:extLst>
            </p:cNvPr>
            <p:cNvSpPr txBox="1"/>
            <p:nvPr/>
          </p:nvSpPr>
          <p:spPr>
            <a:xfrm>
              <a:off x="1062794" y="353168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e</a:t>
              </a:r>
              <a:r>
                <a:rPr lang="en-US" baseline="-25000" dirty="0">
                  <a:solidFill>
                    <a:srgbClr val="FF0000"/>
                  </a:solidFill>
                  <a:latin typeface="Consolas" panose="020B0609020204030204" pitchFamily="49" charset="0"/>
                </a:rPr>
                <a:t>0</a:t>
              </a:r>
            </a:p>
          </p:txBody>
        </p:sp>
        <p:cxnSp>
          <p:nvCxnSpPr>
            <p:cNvPr id="157" name="Straight Arrow Connector 156">
              <a:extLst>
                <a:ext uri="{FF2B5EF4-FFF2-40B4-BE49-F238E27FC236}">
                  <a16:creationId xmlns:a16="http://schemas.microsoft.com/office/drawing/2014/main" id="{EA5544E7-D6D2-419E-8AE2-F7FBB86550E8}"/>
                </a:ext>
              </a:extLst>
            </p:cNvPr>
            <p:cNvCxnSpPr>
              <a:cxnSpLocks/>
            </p:cNvCxnSpPr>
            <p:nvPr/>
          </p:nvCxnSpPr>
          <p:spPr>
            <a:xfrm rot="16200000" flipV="1">
              <a:off x="1393016" y="50066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D661C165-CA2D-456A-A4B3-9370B2019A15}"/>
                </a:ext>
              </a:extLst>
            </p:cNvPr>
            <p:cNvCxnSpPr>
              <a:cxnSpLocks/>
            </p:cNvCxnSpPr>
            <p:nvPr/>
          </p:nvCxnSpPr>
          <p:spPr>
            <a:xfrm rot="5400000" flipV="1">
              <a:off x="919287" y="506242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5" name="TextBox 164">
              <a:extLst>
                <a:ext uri="{FF2B5EF4-FFF2-40B4-BE49-F238E27FC236}">
                  <a16:creationId xmlns:a16="http://schemas.microsoft.com/office/drawing/2014/main" id="{92717607-6260-4BCC-8C7A-435527D669DD}"/>
                </a:ext>
              </a:extLst>
            </p:cNvPr>
            <p:cNvSpPr txBox="1"/>
            <p:nvPr/>
          </p:nvSpPr>
          <p:spPr>
            <a:xfrm>
              <a:off x="1944903" y="4811842"/>
              <a:ext cx="317716" cy="369332"/>
            </a:xfrm>
            <a:prstGeom prst="rect">
              <a:avLst/>
            </a:prstGeom>
            <a:noFill/>
            <a:ln w="19050">
              <a:solidFill>
                <a:schemeClr val="tx1"/>
              </a:solidFill>
            </a:ln>
          </p:spPr>
          <p:txBody>
            <a:bodyPr wrap="square" rtlCol="0">
              <a:spAutoFit/>
            </a:bodyPr>
            <a:lstStyle/>
            <a:p>
              <a:r>
                <a:rPr lang="pt-BR" dirty="0"/>
                <a:t>B</a:t>
              </a:r>
              <a:endParaRPr lang="en-US" dirty="0"/>
            </a:p>
          </p:txBody>
        </p:sp>
      </p:grpSp>
      <p:cxnSp>
        <p:nvCxnSpPr>
          <p:cNvPr id="127" name="Straight Connector 126">
            <a:extLst>
              <a:ext uri="{FF2B5EF4-FFF2-40B4-BE49-F238E27FC236}">
                <a16:creationId xmlns:a16="http://schemas.microsoft.com/office/drawing/2014/main" id="{78D22A1B-D1C6-4794-A985-7232740570F7}"/>
              </a:ext>
            </a:extLst>
          </p:cNvPr>
          <p:cNvCxnSpPr>
            <a:cxnSpLocks/>
          </p:cNvCxnSpPr>
          <p:nvPr/>
        </p:nvCxnSpPr>
        <p:spPr>
          <a:xfrm rot="2700000">
            <a:off x="4460959" y="1965215"/>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26C1E67C-9374-4944-B345-F23765EB0725}"/>
              </a:ext>
            </a:extLst>
          </p:cNvPr>
          <p:cNvCxnSpPr>
            <a:cxnSpLocks/>
          </p:cNvCxnSpPr>
          <p:nvPr/>
        </p:nvCxnSpPr>
        <p:spPr>
          <a:xfrm rot="18900000">
            <a:off x="3300413" y="196521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5C40DA99-C826-4256-AF08-18B8491CEDCE}"/>
              </a:ext>
            </a:extLst>
          </p:cNvPr>
          <p:cNvCxnSpPr>
            <a:cxnSpLocks/>
          </p:cNvCxnSpPr>
          <p:nvPr/>
        </p:nvCxnSpPr>
        <p:spPr>
          <a:xfrm rot="18900000">
            <a:off x="4460959" y="429196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D50D17B-90C1-49F2-BF57-B64B4F674121}"/>
              </a:ext>
            </a:extLst>
          </p:cNvPr>
          <p:cNvCxnSpPr>
            <a:cxnSpLocks/>
          </p:cNvCxnSpPr>
          <p:nvPr/>
        </p:nvCxnSpPr>
        <p:spPr>
          <a:xfrm rot="2700000">
            <a:off x="3297699" y="429197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34" name="Oval 133">
            <a:extLst>
              <a:ext uri="{FF2B5EF4-FFF2-40B4-BE49-F238E27FC236}">
                <a16:creationId xmlns:a16="http://schemas.microsoft.com/office/drawing/2014/main" id="{5E3AC64E-0681-4797-BE75-2851F3E93757}"/>
              </a:ext>
            </a:extLst>
          </p:cNvPr>
          <p:cNvSpPr/>
          <p:nvPr/>
        </p:nvSpPr>
        <p:spPr>
          <a:xfrm>
            <a:off x="4036896" y="250320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35" name="Oval 134">
            <a:extLst>
              <a:ext uri="{FF2B5EF4-FFF2-40B4-BE49-F238E27FC236}">
                <a16:creationId xmlns:a16="http://schemas.microsoft.com/office/drawing/2014/main" id="{1B33BD43-583B-4A64-BB55-10B0129001DD}"/>
              </a:ext>
            </a:extLst>
          </p:cNvPr>
          <p:cNvSpPr/>
          <p:nvPr/>
        </p:nvSpPr>
        <p:spPr>
          <a:xfrm>
            <a:off x="4044743" y="426363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36" name="Oval 135">
            <a:extLst>
              <a:ext uri="{FF2B5EF4-FFF2-40B4-BE49-F238E27FC236}">
                <a16:creationId xmlns:a16="http://schemas.microsoft.com/office/drawing/2014/main" id="{82D867D1-10CA-413C-912B-94D13E280D6E}"/>
              </a:ext>
            </a:extLst>
          </p:cNvPr>
          <p:cNvSpPr/>
          <p:nvPr/>
        </p:nvSpPr>
        <p:spPr>
          <a:xfrm>
            <a:off x="3404245" y="427433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37" name="Oval 136">
            <a:extLst>
              <a:ext uri="{FF2B5EF4-FFF2-40B4-BE49-F238E27FC236}">
                <a16:creationId xmlns:a16="http://schemas.microsoft.com/office/drawing/2014/main" id="{08DDEB5F-ED68-4176-95F1-D0F75BB25815}"/>
              </a:ext>
            </a:extLst>
          </p:cNvPr>
          <p:cNvSpPr/>
          <p:nvPr/>
        </p:nvSpPr>
        <p:spPr>
          <a:xfrm>
            <a:off x="3436520" y="250500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38" name="TextBox 137">
            <a:extLst>
              <a:ext uri="{FF2B5EF4-FFF2-40B4-BE49-F238E27FC236}">
                <a16:creationId xmlns:a16="http://schemas.microsoft.com/office/drawing/2014/main" id="{F9D43980-A033-4975-9DD7-30E3170DBBBA}"/>
              </a:ext>
            </a:extLst>
          </p:cNvPr>
          <p:cNvSpPr txBox="1"/>
          <p:nvPr/>
        </p:nvSpPr>
        <p:spPr>
          <a:xfrm>
            <a:off x="2966162" y="3289231"/>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39" name="TextBox 138">
            <a:extLst>
              <a:ext uri="{FF2B5EF4-FFF2-40B4-BE49-F238E27FC236}">
                <a16:creationId xmlns:a16="http://schemas.microsoft.com/office/drawing/2014/main" id="{C2107992-FC49-48F8-BC86-3DAF5ECBE7D5}"/>
              </a:ext>
            </a:extLst>
          </p:cNvPr>
          <p:cNvSpPr txBox="1"/>
          <p:nvPr/>
        </p:nvSpPr>
        <p:spPr>
          <a:xfrm>
            <a:off x="3704569" y="3338484"/>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40" name="Straight Arrow Connector 139">
            <a:extLst>
              <a:ext uri="{FF2B5EF4-FFF2-40B4-BE49-F238E27FC236}">
                <a16:creationId xmlns:a16="http://schemas.microsoft.com/office/drawing/2014/main" id="{50AA5E7C-FBB0-4804-B00A-E454BCF24456}"/>
              </a:ext>
            </a:extLst>
          </p:cNvPr>
          <p:cNvCxnSpPr>
            <a:cxnSpLocks/>
          </p:cNvCxnSpPr>
          <p:nvPr/>
        </p:nvCxnSpPr>
        <p:spPr>
          <a:xfrm rot="16200000" flipV="1">
            <a:off x="3300780" y="35110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4B5CFAE-2746-469F-93FE-9608C693C78D}"/>
              </a:ext>
            </a:extLst>
          </p:cNvPr>
          <p:cNvCxnSpPr>
            <a:cxnSpLocks/>
          </p:cNvCxnSpPr>
          <p:nvPr/>
        </p:nvCxnSpPr>
        <p:spPr>
          <a:xfrm rot="5400000" flipV="1">
            <a:off x="4037606" y="35110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81CEF422-EB3B-4306-B870-72AADB0305BF}"/>
              </a:ext>
            </a:extLst>
          </p:cNvPr>
          <p:cNvCxnSpPr>
            <a:cxnSpLocks/>
          </p:cNvCxnSpPr>
          <p:nvPr/>
        </p:nvCxnSpPr>
        <p:spPr>
          <a:xfrm flipH="1">
            <a:off x="3794786" y="2675802"/>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8AECBAFD-4763-4D61-8E39-6CDB4D13C615}"/>
              </a:ext>
            </a:extLst>
          </p:cNvPr>
          <p:cNvCxnSpPr>
            <a:cxnSpLocks/>
          </p:cNvCxnSpPr>
          <p:nvPr/>
        </p:nvCxnSpPr>
        <p:spPr>
          <a:xfrm rot="10800000" flipH="1">
            <a:off x="3788027" y="409091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5" name="TextBox 144">
            <a:extLst>
              <a:ext uri="{FF2B5EF4-FFF2-40B4-BE49-F238E27FC236}">
                <a16:creationId xmlns:a16="http://schemas.microsoft.com/office/drawing/2014/main" id="{728E52ED-3838-4246-8467-384D39D6DE82}"/>
              </a:ext>
            </a:extLst>
          </p:cNvPr>
          <p:cNvSpPr txBox="1"/>
          <p:nvPr/>
        </p:nvSpPr>
        <p:spPr>
          <a:xfrm>
            <a:off x="3747670" y="4774706"/>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46" name="TextBox 145">
            <a:extLst>
              <a:ext uri="{FF2B5EF4-FFF2-40B4-BE49-F238E27FC236}">
                <a16:creationId xmlns:a16="http://schemas.microsoft.com/office/drawing/2014/main" id="{6E5DAAAF-C0AF-4A7D-9F34-C28E14333A36}"/>
              </a:ext>
            </a:extLst>
          </p:cNvPr>
          <p:cNvSpPr txBox="1"/>
          <p:nvPr/>
        </p:nvSpPr>
        <p:spPr>
          <a:xfrm>
            <a:off x="2984697" y="1518964"/>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147" name="TextBox 146">
            <a:extLst>
              <a:ext uri="{FF2B5EF4-FFF2-40B4-BE49-F238E27FC236}">
                <a16:creationId xmlns:a16="http://schemas.microsoft.com/office/drawing/2014/main" id="{9815E68A-43EC-4223-A84C-06FAD99D345E}"/>
              </a:ext>
            </a:extLst>
          </p:cNvPr>
          <p:cNvSpPr txBox="1"/>
          <p:nvPr/>
        </p:nvSpPr>
        <p:spPr>
          <a:xfrm>
            <a:off x="3857473" y="2667993"/>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3</a:t>
            </a:r>
          </a:p>
        </p:txBody>
      </p:sp>
      <p:cxnSp>
        <p:nvCxnSpPr>
          <p:cNvPr id="148" name="Straight Arrow Connector 147">
            <a:extLst>
              <a:ext uri="{FF2B5EF4-FFF2-40B4-BE49-F238E27FC236}">
                <a16:creationId xmlns:a16="http://schemas.microsoft.com/office/drawing/2014/main" id="{858E537C-5E70-40EC-9D12-2C270183A947}"/>
              </a:ext>
            </a:extLst>
          </p:cNvPr>
          <p:cNvCxnSpPr>
            <a:cxnSpLocks/>
          </p:cNvCxnSpPr>
          <p:nvPr/>
        </p:nvCxnSpPr>
        <p:spPr>
          <a:xfrm rot="5400000" flipV="1">
            <a:off x="4020407" y="16821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BAEB193A-57C0-4B48-9763-34275B8545B2}"/>
              </a:ext>
            </a:extLst>
          </p:cNvPr>
          <p:cNvCxnSpPr>
            <a:cxnSpLocks/>
          </p:cNvCxnSpPr>
          <p:nvPr/>
        </p:nvCxnSpPr>
        <p:spPr>
          <a:xfrm rot="-2760000" flipV="1">
            <a:off x="4255085" y="221643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TextBox 149">
            <a:extLst>
              <a:ext uri="{FF2B5EF4-FFF2-40B4-BE49-F238E27FC236}">
                <a16:creationId xmlns:a16="http://schemas.microsoft.com/office/drawing/2014/main" id="{2DC3EBB1-5028-4384-86D9-2C7D2F73A44E}"/>
              </a:ext>
            </a:extLst>
          </p:cNvPr>
          <p:cNvSpPr txBox="1"/>
          <p:nvPr/>
        </p:nvSpPr>
        <p:spPr>
          <a:xfrm>
            <a:off x="4422205" y="1526444"/>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51" name="Straight Arrow Connector 150">
            <a:extLst>
              <a:ext uri="{FF2B5EF4-FFF2-40B4-BE49-F238E27FC236}">
                <a16:creationId xmlns:a16="http://schemas.microsoft.com/office/drawing/2014/main" id="{A25026C5-3B82-44BC-B089-A3347A007EE9}"/>
              </a:ext>
            </a:extLst>
          </p:cNvPr>
          <p:cNvCxnSpPr>
            <a:cxnSpLocks/>
          </p:cNvCxnSpPr>
          <p:nvPr/>
        </p:nvCxnSpPr>
        <p:spPr>
          <a:xfrm rot="16200000" flipV="1">
            <a:off x="3294690" y="16694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2" name="TextBox 151">
            <a:extLst>
              <a:ext uri="{FF2B5EF4-FFF2-40B4-BE49-F238E27FC236}">
                <a16:creationId xmlns:a16="http://schemas.microsoft.com/office/drawing/2014/main" id="{9E1C7C13-3069-4252-8C29-BFBFD6C7BCC4}"/>
              </a:ext>
            </a:extLst>
          </p:cNvPr>
          <p:cNvSpPr txBox="1"/>
          <p:nvPr/>
        </p:nvSpPr>
        <p:spPr>
          <a:xfrm>
            <a:off x="4126417" y="1047084"/>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53" name="TextBox 152">
            <a:extLst>
              <a:ext uri="{FF2B5EF4-FFF2-40B4-BE49-F238E27FC236}">
                <a16:creationId xmlns:a16="http://schemas.microsoft.com/office/drawing/2014/main" id="{1F77FF41-2E2D-4F94-8CEB-627284ED9C09}"/>
              </a:ext>
            </a:extLst>
          </p:cNvPr>
          <p:cNvSpPr txBox="1"/>
          <p:nvPr/>
        </p:nvSpPr>
        <p:spPr>
          <a:xfrm>
            <a:off x="3240844" y="2009069"/>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e</a:t>
            </a:r>
            <a:r>
              <a:rPr lang="en-US" baseline="-25000" dirty="0">
                <a:solidFill>
                  <a:srgbClr val="FF0000"/>
                </a:solidFill>
                <a:latin typeface="Consolas" panose="020B0609020204030204" pitchFamily="49" charset="0"/>
              </a:rPr>
              <a:t>0</a:t>
            </a:r>
          </a:p>
        </p:txBody>
      </p:sp>
      <p:sp>
        <p:nvSpPr>
          <p:cNvPr id="156" name="TextBox 155">
            <a:extLst>
              <a:ext uri="{FF2B5EF4-FFF2-40B4-BE49-F238E27FC236}">
                <a16:creationId xmlns:a16="http://schemas.microsoft.com/office/drawing/2014/main" id="{333CCCEC-E85F-4FEC-AB55-B2FF484AC9F2}"/>
              </a:ext>
            </a:extLst>
          </p:cNvPr>
          <p:cNvSpPr txBox="1"/>
          <p:nvPr/>
        </p:nvSpPr>
        <p:spPr>
          <a:xfrm>
            <a:off x="3718713" y="1723323"/>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sp>
        <p:nvSpPr>
          <p:cNvPr id="160" name="TextBox 159">
            <a:extLst>
              <a:ext uri="{FF2B5EF4-FFF2-40B4-BE49-F238E27FC236}">
                <a16:creationId xmlns:a16="http://schemas.microsoft.com/office/drawing/2014/main" id="{EDD62368-FF43-49E9-8085-8E68A446B69D}"/>
              </a:ext>
            </a:extLst>
          </p:cNvPr>
          <p:cNvSpPr txBox="1"/>
          <p:nvPr/>
        </p:nvSpPr>
        <p:spPr>
          <a:xfrm>
            <a:off x="3487359" y="2181202"/>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161" name="Straight Arrow Connector 160">
            <a:extLst>
              <a:ext uri="{FF2B5EF4-FFF2-40B4-BE49-F238E27FC236}">
                <a16:creationId xmlns:a16="http://schemas.microsoft.com/office/drawing/2014/main" id="{48B0C71B-9043-46D7-9D41-8ED892415F7B}"/>
              </a:ext>
            </a:extLst>
          </p:cNvPr>
          <p:cNvCxnSpPr>
            <a:cxnSpLocks/>
          </p:cNvCxnSpPr>
          <p:nvPr/>
        </p:nvCxnSpPr>
        <p:spPr>
          <a:xfrm rot="10800000" flipH="1">
            <a:off x="3794786" y="255197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a:extLst>
              <a:ext uri="{FF2B5EF4-FFF2-40B4-BE49-F238E27FC236}">
                <a16:creationId xmlns:a16="http://schemas.microsoft.com/office/drawing/2014/main" id="{F2A2120C-7F93-4EA6-8544-86AC1B18D295}"/>
              </a:ext>
            </a:extLst>
          </p:cNvPr>
          <p:cNvCxnSpPr>
            <a:cxnSpLocks/>
          </p:cNvCxnSpPr>
          <p:nvPr/>
        </p:nvCxnSpPr>
        <p:spPr>
          <a:xfrm rot="16200000" flipV="1">
            <a:off x="3886823" y="182014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a:extLst>
              <a:ext uri="{FF2B5EF4-FFF2-40B4-BE49-F238E27FC236}">
                <a16:creationId xmlns:a16="http://schemas.microsoft.com/office/drawing/2014/main" id="{D8EFDA93-0AB5-4DB8-AB5E-CC1AFD2BF466}"/>
              </a:ext>
            </a:extLst>
          </p:cNvPr>
          <p:cNvCxnSpPr>
            <a:cxnSpLocks/>
          </p:cNvCxnSpPr>
          <p:nvPr/>
        </p:nvCxnSpPr>
        <p:spPr>
          <a:xfrm rot="5400000" flipV="1">
            <a:off x="3416817" y="187306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a:extLst>
              <a:ext uri="{FF2B5EF4-FFF2-40B4-BE49-F238E27FC236}">
                <a16:creationId xmlns:a16="http://schemas.microsoft.com/office/drawing/2014/main" id="{1B451F9A-452B-42B1-AC8E-EF4C16105D4C}"/>
              </a:ext>
            </a:extLst>
          </p:cNvPr>
          <p:cNvCxnSpPr>
            <a:cxnSpLocks/>
          </p:cNvCxnSpPr>
          <p:nvPr/>
        </p:nvCxnSpPr>
        <p:spPr>
          <a:xfrm flipH="1">
            <a:off x="3785068" y="116370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7" name="TextBox 166">
            <a:extLst>
              <a:ext uri="{FF2B5EF4-FFF2-40B4-BE49-F238E27FC236}">
                <a16:creationId xmlns:a16="http://schemas.microsoft.com/office/drawing/2014/main" id="{892C4B92-5CD3-4327-8177-2B7F753D4ADB}"/>
              </a:ext>
            </a:extLst>
          </p:cNvPr>
          <p:cNvSpPr txBox="1"/>
          <p:nvPr/>
        </p:nvSpPr>
        <p:spPr>
          <a:xfrm>
            <a:off x="4470862" y="3298394"/>
            <a:ext cx="317716" cy="369332"/>
          </a:xfrm>
          <a:prstGeom prst="rect">
            <a:avLst/>
          </a:prstGeom>
          <a:noFill/>
          <a:ln w="19050">
            <a:solidFill>
              <a:schemeClr val="tx1"/>
            </a:solidFill>
          </a:ln>
        </p:spPr>
        <p:txBody>
          <a:bodyPr wrap="square" rtlCol="0">
            <a:spAutoFit/>
          </a:bodyPr>
          <a:lstStyle/>
          <a:p>
            <a:r>
              <a:rPr lang="pt-BR" dirty="0"/>
              <a:t>B</a:t>
            </a:r>
            <a:endParaRPr lang="en-US" dirty="0"/>
          </a:p>
        </p:txBody>
      </p:sp>
      <p:sp>
        <p:nvSpPr>
          <p:cNvPr id="168" name="TextBox 167">
            <a:extLst>
              <a:ext uri="{FF2B5EF4-FFF2-40B4-BE49-F238E27FC236}">
                <a16:creationId xmlns:a16="http://schemas.microsoft.com/office/drawing/2014/main" id="{A4259B4A-8876-4368-AEEC-DECDF50422C9}"/>
              </a:ext>
            </a:extLst>
          </p:cNvPr>
          <p:cNvSpPr txBox="1"/>
          <p:nvPr/>
        </p:nvSpPr>
        <p:spPr>
          <a:xfrm>
            <a:off x="3865566" y="2168413"/>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169" name="TextBox 168">
            <a:extLst>
              <a:ext uri="{FF2B5EF4-FFF2-40B4-BE49-F238E27FC236}">
                <a16:creationId xmlns:a16="http://schemas.microsoft.com/office/drawing/2014/main" id="{750F7516-5199-4E18-B2A1-6772B401C7D9}"/>
              </a:ext>
            </a:extLst>
          </p:cNvPr>
          <p:cNvSpPr txBox="1"/>
          <p:nvPr/>
        </p:nvSpPr>
        <p:spPr>
          <a:xfrm>
            <a:off x="3857473" y="109629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170" name="TextBox 169">
            <a:extLst>
              <a:ext uri="{FF2B5EF4-FFF2-40B4-BE49-F238E27FC236}">
                <a16:creationId xmlns:a16="http://schemas.microsoft.com/office/drawing/2014/main" id="{4395B687-9DFB-4F39-BE03-0796AB6818D4}"/>
              </a:ext>
            </a:extLst>
          </p:cNvPr>
          <p:cNvSpPr txBox="1"/>
          <p:nvPr/>
        </p:nvSpPr>
        <p:spPr>
          <a:xfrm>
            <a:off x="3492374" y="1076273"/>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72" name="Oval 71">
            <a:extLst>
              <a:ext uri="{FF2B5EF4-FFF2-40B4-BE49-F238E27FC236}">
                <a16:creationId xmlns:a16="http://schemas.microsoft.com/office/drawing/2014/main" id="{119BBE43-439B-4680-976A-D6CC16A09382}"/>
              </a:ext>
            </a:extLst>
          </p:cNvPr>
          <p:cNvSpPr/>
          <p:nvPr/>
        </p:nvSpPr>
        <p:spPr>
          <a:xfrm>
            <a:off x="4035488" y="72003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73" name="Oval 72">
            <a:extLst>
              <a:ext uri="{FF2B5EF4-FFF2-40B4-BE49-F238E27FC236}">
                <a16:creationId xmlns:a16="http://schemas.microsoft.com/office/drawing/2014/main" id="{7558DDDE-13EF-4E28-97F6-193B2135703C}"/>
              </a:ext>
            </a:extLst>
          </p:cNvPr>
          <p:cNvSpPr/>
          <p:nvPr/>
        </p:nvSpPr>
        <p:spPr>
          <a:xfrm>
            <a:off x="3449772" y="73200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75" name="TextBox 74">
            <a:extLst>
              <a:ext uri="{FF2B5EF4-FFF2-40B4-BE49-F238E27FC236}">
                <a16:creationId xmlns:a16="http://schemas.microsoft.com/office/drawing/2014/main" id="{166BC435-FCC8-4933-99F3-5C485C00484C}"/>
              </a:ext>
            </a:extLst>
          </p:cNvPr>
          <p:cNvSpPr txBox="1"/>
          <p:nvPr/>
        </p:nvSpPr>
        <p:spPr>
          <a:xfrm>
            <a:off x="6244769" y="1110777"/>
            <a:ext cx="6243321" cy="3354765"/>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sz="1200" dirty="0">
                <a:latin typeface="Consolas" panose="020B0609020204030204" pitchFamily="49" charset="0"/>
              </a:rPr>
              <a:t>When the previous rule fails to find a face in common, we are in the case of opening an edge directly.</a:t>
            </a:r>
            <a:endParaRPr lang="en-US" sz="1200" baseline="-25000" dirty="0">
              <a:latin typeface="Consolas" panose="020B0609020204030204" pitchFamily="49" charset="0"/>
            </a:endParaRPr>
          </a:p>
          <a:p>
            <a:pPr algn="just"/>
            <a:endParaRPr lang="en-US" sz="1200" baseline="-25000" dirty="0">
              <a:latin typeface="Consolas" panose="020B0609020204030204" pitchFamily="49" charset="0"/>
            </a:endParaRPr>
          </a:p>
          <a:p>
            <a:pPr algn="just"/>
            <a:r>
              <a:rPr lang="en-US" sz="1200" dirty="0">
                <a:latin typeface="Consolas" panose="020B0609020204030204" pitchFamily="49" charset="0"/>
              </a:rPr>
              <a:t>The main challenge here is how to determine which connections should go for each vertex. There are two main approaches:</a:t>
            </a:r>
            <a:br>
              <a:rPr lang="en-US" sz="1200" dirty="0">
                <a:latin typeface="Consolas" panose="020B0609020204030204" pitchFamily="49" charset="0"/>
              </a:rPr>
            </a:br>
            <a:endParaRPr lang="en-US" sz="1200" dirty="0">
              <a:latin typeface="Consolas" panose="020B0609020204030204" pitchFamily="49" charset="0"/>
            </a:endParaRPr>
          </a:p>
          <a:p>
            <a:pPr marL="342900" indent="-342900" algn="just">
              <a:buAutoNum type="arabicParenR"/>
            </a:pPr>
            <a:r>
              <a:rPr lang="en-US" sz="1200" dirty="0">
                <a:latin typeface="Consolas" panose="020B0609020204030204" pitchFamily="49" charset="0"/>
              </a:rPr>
              <a:t>Topological: Rotate around the vertex using the edge being opened to determine the division. However, this operation seems not be directly converted to 3D operation. The 2D rotation is based on the cross product operation, that is not defined for 3D (the operation should be in 4d).</a:t>
            </a:r>
          </a:p>
          <a:p>
            <a:pPr marL="342900" indent="-342900" algn="just">
              <a:buAutoNum type="arabicParenR"/>
            </a:pPr>
            <a:r>
              <a:rPr lang="en-US" sz="1200" dirty="0">
                <a:latin typeface="Consolas" panose="020B0609020204030204" pitchFamily="49" charset="0"/>
              </a:rPr>
              <a:t>Geometric: An edge (or face) separates the world in two, this could be used to determine which edges (faces) should go to each vertex.</a:t>
            </a:r>
          </a:p>
          <a:p>
            <a:pPr marL="342900" indent="-342900" algn="just">
              <a:buAutoNum type="arabicParenR"/>
            </a:pPr>
            <a:endParaRPr lang="en-US" sz="1200" dirty="0">
              <a:latin typeface="Consolas" panose="020B0609020204030204" pitchFamily="49" charset="0"/>
            </a:endParaRPr>
          </a:p>
          <a:p>
            <a:pPr algn="just"/>
            <a:r>
              <a:rPr lang="en-US" sz="1200" b="1" dirty="0">
                <a:latin typeface="Consolas" panose="020B0609020204030204" pitchFamily="49" charset="0"/>
              </a:rPr>
              <a:t>Decision:</a:t>
            </a:r>
            <a:r>
              <a:rPr lang="en-US" sz="1200" dirty="0">
                <a:latin typeface="Consolas" panose="020B0609020204030204" pitchFamily="49" charset="0"/>
              </a:rPr>
              <a:t> we are going to implement it based on the topological approach because it seems to be safer to convert to 3D. We should avoid twists or operations based on angle. We need to perform a traversal around the vertex starting from both element’s side.</a:t>
            </a:r>
          </a:p>
        </p:txBody>
      </p:sp>
      <p:sp>
        <p:nvSpPr>
          <p:cNvPr id="76" name="TextBox 75">
            <a:extLst>
              <a:ext uri="{FF2B5EF4-FFF2-40B4-BE49-F238E27FC236}">
                <a16:creationId xmlns:a16="http://schemas.microsoft.com/office/drawing/2014/main" id="{132E0522-B5A6-4461-A034-F9F518976052}"/>
              </a:ext>
            </a:extLst>
          </p:cNvPr>
          <p:cNvSpPr txBox="1"/>
          <p:nvPr/>
        </p:nvSpPr>
        <p:spPr>
          <a:xfrm>
            <a:off x="1951332" y="5391655"/>
            <a:ext cx="3812282"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 = can be collapsed or not.</a:t>
            </a:r>
          </a:p>
        </p:txBody>
      </p:sp>
    </p:spTree>
    <p:extLst>
      <p:ext uri="{BB962C8B-B14F-4D97-AF65-F5344CB8AC3E}">
        <p14:creationId xmlns:p14="http://schemas.microsoft.com/office/powerpoint/2010/main" val="3788451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Rectangle 197">
            <a:extLst>
              <a:ext uri="{FF2B5EF4-FFF2-40B4-BE49-F238E27FC236}">
                <a16:creationId xmlns:a16="http://schemas.microsoft.com/office/drawing/2014/main" id="{5468B406-13B5-45E3-816A-EEFE2AB542DA}"/>
              </a:ext>
            </a:extLst>
          </p:cNvPr>
          <p:cNvSpPr/>
          <p:nvPr/>
        </p:nvSpPr>
        <p:spPr>
          <a:xfrm rot="5400000">
            <a:off x="11075393" y="1588225"/>
            <a:ext cx="1396372" cy="78774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2F7CA6DB-04B7-4B7E-AFC4-DDD1BB5E0693}"/>
              </a:ext>
            </a:extLst>
          </p:cNvPr>
          <p:cNvSpPr txBox="1"/>
          <p:nvPr/>
        </p:nvSpPr>
        <p:spPr>
          <a:xfrm>
            <a:off x="284981" y="270577"/>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op4(he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3" name="Group 2">
            <a:extLst>
              <a:ext uri="{FF2B5EF4-FFF2-40B4-BE49-F238E27FC236}">
                <a16:creationId xmlns:a16="http://schemas.microsoft.com/office/drawing/2014/main" id="{226F0B8A-6294-4BCB-B17F-DF7E43E25AA0}"/>
              </a:ext>
            </a:extLst>
          </p:cNvPr>
          <p:cNvGrpSpPr/>
          <p:nvPr/>
        </p:nvGrpSpPr>
        <p:grpSpPr>
          <a:xfrm>
            <a:off x="171935" y="1181617"/>
            <a:ext cx="3864236" cy="3641835"/>
            <a:chOff x="171935" y="1181617"/>
            <a:chExt cx="3864236" cy="3641835"/>
          </a:xfrm>
        </p:grpSpPr>
        <p:grpSp>
          <p:nvGrpSpPr>
            <p:cNvPr id="2" name="Group 1">
              <a:extLst>
                <a:ext uri="{FF2B5EF4-FFF2-40B4-BE49-F238E27FC236}">
                  <a16:creationId xmlns:a16="http://schemas.microsoft.com/office/drawing/2014/main" id="{92905E1B-0C2D-4247-B24D-256F1EBCEEA9}"/>
                </a:ext>
              </a:extLst>
            </p:cNvPr>
            <p:cNvGrpSpPr/>
            <p:nvPr/>
          </p:nvGrpSpPr>
          <p:grpSpPr>
            <a:xfrm>
              <a:off x="183159" y="1181617"/>
              <a:ext cx="3853012" cy="1533967"/>
              <a:chOff x="238224" y="4636821"/>
              <a:chExt cx="3853012" cy="1533967"/>
            </a:xfrm>
          </p:grpSpPr>
          <p:sp>
            <p:nvSpPr>
              <p:cNvPr id="97" name="Rectangle 96">
                <a:extLst>
                  <a:ext uri="{FF2B5EF4-FFF2-40B4-BE49-F238E27FC236}">
                    <a16:creationId xmlns:a16="http://schemas.microsoft.com/office/drawing/2014/main" id="{16AAD018-E62C-48F8-966E-D4D9A8BB30B5}"/>
                  </a:ext>
                </a:extLst>
              </p:cNvPr>
              <p:cNvSpPr/>
              <p:nvPr/>
            </p:nvSpPr>
            <p:spPr>
              <a:xfrm rot="5400000">
                <a:off x="561566" y="4582929"/>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1DC3A8D8-78AB-4D8E-9B4F-9C151ADF4EE3}"/>
                  </a:ext>
                </a:extLst>
              </p:cNvPr>
              <p:cNvSpPr/>
              <p:nvPr/>
            </p:nvSpPr>
            <p:spPr>
              <a:xfrm rot="5400000">
                <a:off x="2337293" y="4583096"/>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99" name="Oval 98">
                <a:extLst>
                  <a:ext uri="{FF2B5EF4-FFF2-40B4-BE49-F238E27FC236}">
                    <a16:creationId xmlns:a16="http://schemas.microsoft.com/office/drawing/2014/main" id="{D4635EDA-4CF6-42A6-8064-1A862284EA1D}"/>
                  </a:ext>
                </a:extLst>
              </p:cNvPr>
              <p:cNvSpPr/>
              <p:nvPr/>
            </p:nvSpPr>
            <p:spPr>
              <a:xfrm>
                <a:off x="3822295" y="464016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00" name="Oval 99">
                <a:extLst>
                  <a:ext uri="{FF2B5EF4-FFF2-40B4-BE49-F238E27FC236}">
                    <a16:creationId xmlns:a16="http://schemas.microsoft.com/office/drawing/2014/main" id="{FF4F1623-1B53-4109-8D81-935CDDD2DCF7}"/>
                  </a:ext>
                </a:extLst>
              </p:cNvPr>
              <p:cNvSpPr/>
              <p:nvPr/>
            </p:nvSpPr>
            <p:spPr>
              <a:xfrm>
                <a:off x="2014450"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1" name="Oval 100">
                <a:extLst>
                  <a:ext uri="{FF2B5EF4-FFF2-40B4-BE49-F238E27FC236}">
                    <a16:creationId xmlns:a16="http://schemas.microsoft.com/office/drawing/2014/main" id="{750D1F8D-B6AC-43DF-92E5-2BD6D1AEDE20}"/>
                  </a:ext>
                </a:extLst>
              </p:cNvPr>
              <p:cNvSpPr/>
              <p:nvPr/>
            </p:nvSpPr>
            <p:spPr>
              <a:xfrm>
                <a:off x="238224"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02" name="Straight Arrow Connector 101">
                <a:extLst>
                  <a:ext uri="{FF2B5EF4-FFF2-40B4-BE49-F238E27FC236}">
                    <a16:creationId xmlns:a16="http://schemas.microsoft.com/office/drawing/2014/main" id="{F4D7AAF2-DADE-4FAE-AC41-F29EF7EE35E3}"/>
                  </a:ext>
                </a:extLst>
              </p:cNvPr>
              <p:cNvCxnSpPr>
                <a:cxnSpLocks/>
              </p:cNvCxnSpPr>
              <p:nvPr/>
            </p:nvCxnSpPr>
            <p:spPr>
              <a:xfrm rot="16200000" flipV="1">
                <a:off x="1832087" y="54125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A4FE2CFC-B27B-41E5-BD79-A72AFBEB3970}"/>
                  </a:ext>
                </a:extLst>
              </p:cNvPr>
              <p:cNvCxnSpPr>
                <a:cxnSpLocks/>
              </p:cNvCxnSpPr>
              <p:nvPr/>
            </p:nvCxnSpPr>
            <p:spPr>
              <a:xfrm rot="5400000" flipV="1">
                <a:off x="2003522" y="54443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D6BE98BF-4D96-45CB-B3A7-E2327D9B4610}"/>
                  </a:ext>
                </a:extLst>
              </p:cNvPr>
              <p:cNvCxnSpPr>
                <a:cxnSpLocks/>
              </p:cNvCxnSpPr>
              <p:nvPr/>
            </p:nvCxnSpPr>
            <p:spPr>
              <a:xfrm flipV="1">
                <a:off x="1045260" y="60858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7AF02E06-74EA-40D8-8216-744BA51955E3}"/>
                  </a:ext>
                </a:extLst>
              </p:cNvPr>
              <p:cNvCxnSpPr>
                <a:cxnSpLocks/>
              </p:cNvCxnSpPr>
              <p:nvPr/>
            </p:nvCxnSpPr>
            <p:spPr>
              <a:xfrm rot="16200000" flipV="1">
                <a:off x="3624487" y="541250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D39CEE79-C05E-491C-8E1A-59574EAC75F1}"/>
                  </a:ext>
                </a:extLst>
              </p:cNvPr>
              <p:cNvCxnSpPr>
                <a:cxnSpLocks/>
              </p:cNvCxnSpPr>
              <p:nvPr/>
            </p:nvCxnSpPr>
            <p:spPr>
              <a:xfrm rot="5400000" flipV="1">
                <a:off x="249176" y="5444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TextBox 111">
                <a:extLst>
                  <a:ext uri="{FF2B5EF4-FFF2-40B4-BE49-F238E27FC236}">
                    <a16:creationId xmlns:a16="http://schemas.microsoft.com/office/drawing/2014/main" id="{F584234A-C841-4BC3-9AE4-3790EDB446C5}"/>
                  </a:ext>
                </a:extLst>
              </p:cNvPr>
              <p:cNvSpPr txBox="1"/>
              <p:nvPr/>
            </p:nvSpPr>
            <p:spPr>
              <a:xfrm>
                <a:off x="1086449" y="5232292"/>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113" name="TextBox 112">
                <a:extLst>
                  <a:ext uri="{FF2B5EF4-FFF2-40B4-BE49-F238E27FC236}">
                    <a16:creationId xmlns:a16="http://schemas.microsoft.com/office/drawing/2014/main" id="{57521C0B-E0CA-4BD2-9EBB-069844157903}"/>
                  </a:ext>
                </a:extLst>
              </p:cNvPr>
              <p:cNvSpPr txBox="1"/>
              <p:nvPr/>
            </p:nvSpPr>
            <p:spPr>
              <a:xfrm>
                <a:off x="2937355" y="5228535"/>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114" name="Straight Arrow Connector 113">
                <a:extLst>
                  <a:ext uri="{FF2B5EF4-FFF2-40B4-BE49-F238E27FC236}">
                    <a16:creationId xmlns:a16="http://schemas.microsoft.com/office/drawing/2014/main" id="{62084B25-216A-42E1-B96D-992F641E7A21}"/>
                  </a:ext>
                </a:extLst>
              </p:cNvPr>
              <p:cNvCxnSpPr>
                <a:cxnSpLocks/>
              </p:cNvCxnSpPr>
              <p:nvPr/>
            </p:nvCxnSpPr>
            <p:spPr>
              <a:xfrm flipV="1">
                <a:off x="2837805" y="608434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a:extLst>
                  <a:ext uri="{FF2B5EF4-FFF2-40B4-BE49-F238E27FC236}">
                    <a16:creationId xmlns:a16="http://schemas.microsoft.com/office/drawing/2014/main" id="{0AFA1176-C712-4645-9815-7442BC9A96BE}"/>
                  </a:ext>
                </a:extLst>
              </p:cNvPr>
              <p:cNvCxnSpPr>
                <a:cxnSpLocks/>
              </p:cNvCxnSpPr>
              <p:nvPr/>
            </p:nvCxnSpPr>
            <p:spPr>
              <a:xfrm rot="10800000" flipV="1">
                <a:off x="1045260" y="48273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2A4DC594-5FD7-4E87-9E08-116B96EC831E}"/>
                  </a:ext>
                </a:extLst>
              </p:cNvPr>
              <p:cNvCxnSpPr>
                <a:cxnSpLocks/>
              </p:cNvCxnSpPr>
              <p:nvPr/>
            </p:nvCxnSpPr>
            <p:spPr>
              <a:xfrm rot="10800000" flipV="1">
                <a:off x="2823516" y="48342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71" name="Rectangle 170">
              <a:extLst>
                <a:ext uri="{FF2B5EF4-FFF2-40B4-BE49-F238E27FC236}">
                  <a16:creationId xmlns:a16="http://schemas.microsoft.com/office/drawing/2014/main" id="{FC891111-DE73-4965-995B-3ED88D0ED319}"/>
                </a:ext>
              </a:extLst>
            </p:cNvPr>
            <p:cNvSpPr/>
            <p:nvPr/>
          </p:nvSpPr>
          <p:spPr>
            <a:xfrm rot="5400000">
              <a:off x="908217" y="2099076"/>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0" name="Rectangle 129">
              <a:extLst>
                <a:ext uri="{FF2B5EF4-FFF2-40B4-BE49-F238E27FC236}">
                  <a16:creationId xmlns:a16="http://schemas.microsoft.com/office/drawing/2014/main" id="{3DD45A50-4DCC-4474-8FC1-D7B27A863115}"/>
                </a:ext>
              </a:extLst>
            </p:cNvPr>
            <p:cNvSpPr/>
            <p:nvPr/>
          </p:nvSpPr>
          <p:spPr>
            <a:xfrm rot="5400000">
              <a:off x="2684441" y="2097277"/>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54AC020F-BD1F-4815-9D04-0E9163E2C2DE}"/>
                </a:ext>
              </a:extLst>
            </p:cNvPr>
            <p:cNvSpPr/>
            <p:nvPr/>
          </p:nvSpPr>
          <p:spPr>
            <a:xfrm rot="5400000">
              <a:off x="506501" y="3094552"/>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7F20086A-90DE-4E11-AD7C-6DAA7EBA527D}"/>
                </a:ext>
              </a:extLst>
            </p:cNvPr>
            <p:cNvSpPr/>
            <p:nvPr/>
          </p:nvSpPr>
          <p:spPr>
            <a:xfrm rot="5400000">
              <a:off x="2282228" y="3094719"/>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2" name="Oval 71">
              <a:extLst>
                <a:ext uri="{FF2B5EF4-FFF2-40B4-BE49-F238E27FC236}">
                  <a16:creationId xmlns:a16="http://schemas.microsoft.com/office/drawing/2014/main" id="{119BBE43-439B-4680-976A-D6CC16A09382}"/>
                </a:ext>
              </a:extLst>
            </p:cNvPr>
            <p:cNvSpPr/>
            <p:nvPr/>
          </p:nvSpPr>
          <p:spPr>
            <a:xfrm>
              <a:off x="3767230" y="315179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35" name="Oval 134">
              <a:extLst>
                <a:ext uri="{FF2B5EF4-FFF2-40B4-BE49-F238E27FC236}">
                  <a16:creationId xmlns:a16="http://schemas.microsoft.com/office/drawing/2014/main" id="{1B33BD43-583B-4A64-BB55-10B0129001DD}"/>
                </a:ext>
              </a:extLst>
            </p:cNvPr>
            <p:cNvSpPr/>
            <p:nvPr/>
          </p:nvSpPr>
          <p:spPr>
            <a:xfrm>
              <a:off x="1959385" y="314844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37" name="Oval 136">
              <a:extLst>
                <a:ext uri="{FF2B5EF4-FFF2-40B4-BE49-F238E27FC236}">
                  <a16:creationId xmlns:a16="http://schemas.microsoft.com/office/drawing/2014/main" id="{08DDEB5F-ED68-4176-95F1-D0F75BB25815}"/>
                </a:ext>
              </a:extLst>
            </p:cNvPr>
            <p:cNvSpPr/>
            <p:nvPr/>
          </p:nvSpPr>
          <p:spPr>
            <a:xfrm>
              <a:off x="183159" y="314844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40" name="Straight Arrow Connector 139">
              <a:extLst>
                <a:ext uri="{FF2B5EF4-FFF2-40B4-BE49-F238E27FC236}">
                  <a16:creationId xmlns:a16="http://schemas.microsoft.com/office/drawing/2014/main" id="{50AA5E7C-FBB0-4804-B00A-E454BCF24456}"/>
                </a:ext>
              </a:extLst>
            </p:cNvPr>
            <p:cNvCxnSpPr>
              <a:cxnSpLocks/>
            </p:cNvCxnSpPr>
            <p:nvPr/>
          </p:nvCxnSpPr>
          <p:spPr>
            <a:xfrm rot="16200000" flipV="1">
              <a:off x="1777022" y="392412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4B5CFAE-2746-469F-93FE-9608C693C78D}"/>
                </a:ext>
              </a:extLst>
            </p:cNvPr>
            <p:cNvCxnSpPr>
              <a:cxnSpLocks/>
            </p:cNvCxnSpPr>
            <p:nvPr/>
          </p:nvCxnSpPr>
          <p:spPr>
            <a:xfrm rot="5400000" flipV="1">
              <a:off x="1948457" y="395593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8AECBAFD-4763-4D61-8E39-6CDB4D13C615}"/>
                </a:ext>
              </a:extLst>
            </p:cNvPr>
            <p:cNvCxnSpPr>
              <a:cxnSpLocks/>
            </p:cNvCxnSpPr>
            <p:nvPr/>
          </p:nvCxnSpPr>
          <p:spPr>
            <a:xfrm rot="5400000" flipH="1">
              <a:off x="3698354" y="298538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858E537C-5E70-40EC-9D12-2C270183A947}"/>
                </a:ext>
              </a:extLst>
            </p:cNvPr>
            <p:cNvCxnSpPr>
              <a:cxnSpLocks/>
            </p:cNvCxnSpPr>
            <p:nvPr/>
          </p:nvCxnSpPr>
          <p:spPr>
            <a:xfrm flipV="1">
              <a:off x="990195" y="459747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A25026C5-3B82-44BC-B089-A3347A007EE9}"/>
                </a:ext>
              </a:extLst>
            </p:cNvPr>
            <p:cNvCxnSpPr>
              <a:cxnSpLocks/>
            </p:cNvCxnSpPr>
            <p:nvPr/>
          </p:nvCxnSpPr>
          <p:spPr>
            <a:xfrm rot="16200000" flipV="1">
              <a:off x="3569422" y="39241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2" name="TextBox 151">
              <a:extLst>
                <a:ext uri="{FF2B5EF4-FFF2-40B4-BE49-F238E27FC236}">
                  <a16:creationId xmlns:a16="http://schemas.microsoft.com/office/drawing/2014/main" id="{9E1C7C13-3069-4252-8C29-BFBFD6C7BCC4}"/>
                </a:ext>
              </a:extLst>
            </p:cNvPr>
            <p:cNvSpPr txBox="1"/>
            <p:nvPr/>
          </p:nvSpPr>
          <p:spPr>
            <a:xfrm>
              <a:off x="1766514" y="4171813"/>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53" name="TextBox 152">
              <a:extLst>
                <a:ext uri="{FF2B5EF4-FFF2-40B4-BE49-F238E27FC236}">
                  <a16:creationId xmlns:a16="http://schemas.microsoft.com/office/drawing/2014/main" id="{1F77FF41-2E2D-4F94-8CEB-627284ED9C09}"/>
                </a:ext>
              </a:extLst>
            </p:cNvPr>
            <p:cNvSpPr txBox="1"/>
            <p:nvPr/>
          </p:nvSpPr>
          <p:spPr>
            <a:xfrm>
              <a:off x="2035614" y="333930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163" name="Straight Arrow Connector 162">
              <a:extLst>
                <a:ext uri="{FF2B5EF4-FFF2-40B4-BE49-F238E27FC236}">
                  <a16:creationId xmlns:a16="http://schemas.microsoft.com/office/drawing/2014/main" id="{D8EFDA93-0AB5-4DB8-AB5E-CC1AFD2BF466}"/>
                </a:ext>
              </a:extLst>
            </p:cNvPr>
            <p:cNvCxnSpPr>
              <a:cxnSpLocks/>
            </p:cNvCxnSpPr>
            <p:nvPr/>
          </p:nvCxnSpPr>
          <p:spPr>
            <a:xfrm rot="5400000" flipV="1">
              <a:off x="194111" y="395593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 name="Oval 79">
              <a:extLst>
                <a:ext uri="{FF2B5EF4-FFF2-40B4-BE49-F238E27FC236}">
                  <a16:creationId xmlns:a16="http://schemas.microsoft.com/office/drawing/2014/main" id="{967509F2-E48A-47EF-BDBC-842FEDC54639}"/>
                </a:ext>
              </a:extLst>
            </p:cNvPr>
            <p:cNvSpPr/>
            <p:nvPr/>
          </p:nvSpPr>
          <p:spPr>
            <a:xfrm>
              <a:off x="171935" y="454459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81" name="Oval 80">
              <a:extLst>
                <a:ext uri="{FF2B5EF4-FFF2-40B4-BE49-F238E27FC236}">
                  <a16:creationId xmlns:a16="http://schemas.microsoft.com/office/drawing/2014/main" id="{FFC303EE-3059-441C-85AC-042CAC71AE30}"/>
                </a:ext>
              </a:extLst>
            </p:cNvPr>
            <p:cNvSpPr/>
            <p:nvPr/>
          </p:nvSpPr>
          <p:spPr>
            <a:xfrm>
              <a:off x="1948313" y="453299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82" name="Oval 81">
              <a:extLst>
                <a:ext uri="{FF2B5EF4-FFF2-40B4-BE49-F238E27FC236}">
                  <a16:creationId xmlns:a16="http://schemas.microsoft.com/office/drawing/2014/main" id="{43F23158-3819-4928-B75C-DEF61573A50F}"/>
                </a:ext>
              </a:extLst>
            </p:cNvPr>
            <p:cNvSpPr/>
            <p:nvPr/>
          </p:nvSpPr>
          <p:spPr>
            <a:xfrm>
              <a:off x="3723867" y="455451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83" name="TextBox 82">
              <a:extLst>
                <a:ext uri="{FF2B5EF4-FFF2-40B4-BE49-F238E27FC236}">
                  <a16:creationId xmlns:a16="http://schemas.microsoft.com/office/drawing/2014/main" id="{3D9CB3DA-A082-4378-81F5-CD666A0D1830}"/>
                </a:ext>
              </a:extLst>
            </p:cNvPr>
            <p:cNvSpPr txBox="1"/>
            <p:nvPr/>
          </p:nvSpPr>
          <p:spPr>
            <a:xfrm>
              <a:off x="1091770" y="2806908"/>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84" name="TextBox 83">
              <a:extLst>
                <a:ext uri="{FF2B5EF4-FFF2-40B4-BE49-F238E27FC236}">
                  <a16:creationId xmlns:a16="http://schemas.microsoft.com/office/drawing/2014/main" id="{FC8BD329-E579-403F-B68F-E3F33219FBE7}"/>
                </a:ext>
              </a:extLst>
            </p:cNvPr>
            <p:cNvSpPr txBox="1"/>
            <p:nvPr/>
          </p:nvSpPr>
          <p:spPr>
            <a:xfrm>
              <a:off x="2823109" y="2817356"/>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85" name="TextBox 84">
              <a:extLst>
                <a:ext uri="{FF2B5EF4-FFF2-40B4-BE49-F238E27FC236}">
                  <a16:creationId xmlns:a16="http://schemas.microsoft.com/office/drawing/2014/main" id="{F88BF4EB-6B65-48C1-BA64-631AFF32E1C3}"/>
                </a:ext>
              </a:extLst>
            </p:cNvPr>
            <p:cNvSpPr txBox="1"/>
            <p:nvPr/>
          </p:nvSpPr>
          <p:spPr>
            <a:xfrm>
              <a:off x="1031384" y="3743915"/>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86" name="TextBox 85">
              <a:extLst>
                <a:ext uri="{FF2B5EF4-FFF2-40B4-BE49-F238E27FC236}">
                  <a16:creationId xmlns:a16="http://schemas.microsoft.com/office/drawing/2014/main" id="{AE251348-7828-43AF-BD8C-F01F89F55CDC}"/>
                </a:ext>
              </a:extLst>
            </p:cNvPr>
            <p:cNvSpPr txBox="1"/>
            <p:nvPr/>
          </p:nvSpPr>
          <p:spPr>
            <a:xfrm>
              <a:off x="2882290" y="3740158"/>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87" name="Straight Arrow Connector 86">
              <a:extLst>
                <a:ext uri="{FF2B5EF4-FFF2-40B4-BE49-F238E27FC236}">
                  <a16:creationId xmlns:a16="http://schemas.microsoft.com/office/drawing/2014/main" id="{0357BE15-E871-4B44-AE71-0CFFEFEC94E6}"/>
                </a:ext>
              </a:extLst>
            </p:cNvPr>
            <p:cNvCxnSpPr>
              <a:cxnSpLocks/>
            </p:cNvCxnSpPr>
            <p:nvPr/>
          </p:nvCxnSpPr>
          <p:spPr>
            <a:xfrm flipV="1">
              <a:off x="2782740" y="459596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95500A49-293D-4EE2-9218-C2311D22C8AC}"/>
                </a:ext>
              </a:extLst>
            </p:cNvPr>
            <p:cNvCxnSpPr>
              <a:cxnSpLocks/>
            </p:cNvCxnSpPr>
            <p:nvPr/>
          </p:nvCxnSpPr>
          <p:spPr>
            <a:xfrm rot="10800000" flipV="1">
              <a:off x="990195" y="333901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7C1C9556-C1FE-471E-B8E9-BA36598B0ABC}"/>
                </a:ext>
              </a:extLst>
            </p:cNvPr>
            <p:cNvCxnSpPr>
              <a:cxnSpLocks/>
            </p:cNvCxnSpPr>
            <p:nvPr/>
          </p:nvCxnSpPr>
          <p:spPr>
            <a:xfrm rot="10800000" flipV="1">
              <a:off x="2768451" y="334586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0E319220-327E-4DF3-B010-FFCBF5FDAD79}"/>
                </a:ext>
              </a:extLst>
            </p:cNvPr>
            <p:cNvCxnSpPr>
              <a:cxnSpLocks/>
            </p:cNvCxnSpPr>
            <p:nvPr/>
          </p:nvCxnSpPr>
          <p:spPr>
            <a:xfrm flipV="1">
              <a:off x="1031384" y="31973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9B18CF06-8629-475B-96D6-72D4CA5E7620}"/>
                </a:ext>
              </a:extLst>
            </p:cNvPr>
            <p:cNvCxnSpPr>
              <a:cxnSpLocks/>
            </p:cNvCxnSpPr>
            <p:nvPr/>
          </p:nvCxnSpPr>
          <p:spPr>
            <a:xfrm flipV="1">
              <a:off x="2768451" y="31973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0B3A7FE4-6F3F-44AF-8EAC-AEE688B3E972}"/>
                </a:ext>
              </a:extLst>
            </p:cNvPr>
            <p:cNvCxnSpPr>
              <a:cxnSpLocks/>
            </p:cNvCxnSpPr>
            <p:nvPr/>
          </p:nvCxnSpPr>
          <p:spPr>
            <a:xfrm rot="10800000" flipV="1">
              <a:off x="2724001" y="275260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a:extLst>
                <a:ext uri="{FF2B5EF4-FFF2-40B4-BE49-F238E27FC236}">
                  <a16:creationId xmlns:a16="http://schemas.microsoft.com/office/drawing/2014/main" id="{2157909E-EEF2-4CE0-A25C-615399204420}"/>
                </a:ext>
              </a:extLst>
            </p:cNvPr>
            <p:cNvCxnSpPr>
              <a:cxnSpLocks/>
            </p:cNvCxnSpPr>
            <p:nvPr/>
          </p:nvCxnSpPr>
          <p:spPr>
            <a:xfrm rot="10800000" flipV="1">
              <a:off x="989964" y="27344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DC32BD5B-55C7-4D3B-9ACE-ACB988070BF8}"/>
                </a:ext>
              </a:extLst>
            </p:cNvPr>
            <p:cNvCxnSpPr>
              <a:cxnSpLocks/>
            </p:cNvCxnSpPr>
            <p:nvPr/>
          </p:nvCxnSpPr>
          <p:spPr>
            <a:xfrm rot="5400000" flipH="1">
              <a:off x="1935381" y="296793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E1E4930D-F74F-414F-A4AF-F21B0AD6BAD8}"/>
                </a:ext>
              </a:extLst>
            </p:cNvPr>
            <p:cNvCxnSpPr>
              <a:cxnSpLocks/>
            </p:cNvCxnSpPr>
            <p:nvPr/>
          </p:nvCxnSpPr>
          <p:spPr>
            <a:xfrm rot="16200000" flipH="1">
              <a:off x="277749" y="297380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452F886F-B26D-4CC8-A806-2D9F44775D40}"/>
                </a:ext>
              </a:extLst>
            </p:cNvPr>
            <p:cNvCxnSpPr>
              <a:cxnSpLocks/>
            </p:cNvCxnSpPr>
            <p:nvPr/>
          </p:nvCxnSpPr>
          <p:spPr>
            <a:xfrm rot="16200000" flipH="1">
              <a:off x="2053974" y="298538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4" name="Oval 133">
              <a:extLst>
                <a:ext uri="{FF2B5EF4-FFF2-40B4-BE49-F238E27FC236}">
                  <a16:creationId xmlns:a16="http://schemas.microsoft.com/office/drawing/2014/main" id="{5E3AC64E-0681-4797-BE75-2851F3E93757}"/>
                </a:ext>
              </a:extLst>
            </p:cNvPr>
            <p:cNvSpPr/>
            <p:nvPr/>
          </p:nvSpPr>
          <p:spPr>
            <a:xfrm>
              <a:off x="1971125" y="254841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36" name="Oval 135">
              <a:extLst>
                <a:ext uri="{FF2B5EF4-FFF2-40B4-BE49-F238E27FC236}">
                  <a16:creationId xmlns:a16="http://schemas.microsoft.com/office/drawing/2014/main" id="{82D867D1-10CA-413C-912B-94D13E280D6E}"/>
                </a:ext>
              </a:extLst>
            </p:cNvPr>
            <p:cNvSpPr/>
            <p:nvPr/>
          </p:nvSpPr>
          <p:spPr>
            <a:xfrm>
              <a:off x="183159" y="255339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73" name="Oval 72">
              <a:extLst>
                <a:ext uri="{FF2B5EF4-FFF2-40B4-BE49-F238E27FC236}">
                  <a16:creationId xmlns:a16="http://schemas.microsoft.com/office/drawing/2014/main" id="{7558DDDE-13EF-4E28-97F6-193B2135703C}"/>
                </a:ext>
              </a:extLst>
            </p:cNvPr>
            <p:cNvSpPr/>
            <p:nvPr/>
          </p:nvSpPr>
          <p:spPr>
            <a:xfrm>
              <a:off x="3723867" y="255519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245" name="TextBox 244">
              <a:extLst>
                <a:ext uri="{FF2B5EF4-FFF2-40B4-BE49-F238E27FC236}">
                  <a16:creationId xmlns:a16="http://schemas.microsoft.com/office/drawing/2014/main" id="{1DBE53E1-D0AC-4FFF-AA7C-EB4DE0BB0CE2}"/>
                </a:ext>
              </a:extLst>
            </p:cNvPr>
            <p:cNvSpPr txBox="1"/>
            <p:nvPr/>
          </p:nvSpPr>
          <p:spPr>
            <a:xfrm>
              <a:off x="1651255" y="2902970"/>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246" name="TextBox 245">
              <a:extLst>
                <a:ext uri="{FF2B5EF4-FFF2-40B4-BE49-F238E27FC236}">
                  <a16:creationId xmlns:a16="http://schemas.microsoft.com/office/drawing/2014/main" id="{AD852F66-EDD3-44F8-B0A9-2EC5C3BA7371}"/>
                </a:ext>
              </a:extLst>
            </p:cNvPr>
            <p:cNvSpPr txBox="1"/>
            <p:nvPr/>
          </p:nvSpPr>
          <p:spPr>
            <a:xfrm>
              <a:off x="2140758" y="2636216"/>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grpSp>
      <p:sp>
        <p:nvSpPr>
          <p:cNvPr id="233" name="Rectangle 197">
            <a:extLst>
              <a:ext uri="{FF2B5EF4-FFF2-40B4-BE49-F238E27FC236}">
                <a16:creationId xmlns:a16="http://schemas.microsoft.com/office/drawing/2014/main" id="{1EAA5E7D-F244-4E29-93F7-5CADD449E1A2}"/>
              </a:ext>
            </a:extLst>
          </p:cNvPr>
          <p:cNvSpPr/>
          <p:nvPr/>
        </p:nvSpPr>
        <p:spPr>
          <a:xfrm rot="5400000">
            <a:off x="6140935" y="3594099"/>
            <a:ext cx="1403952" cy="79950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nvGrpSpPr>
          <p:cNvPr id="122" name="Group 121">
            <a:extLst>
              <a:ext uri="{FF2B5EF4-FFF2-40B4-BE49-F238E27FC236}">
                <a16:creationId xmlns:a16="http://schemas.microsoft.com/office/drawing/2014/main" id="{F124F46E-A575-4EB0-94E1-3C1F89BD81E9}"/>
              </a:ext>
            </a:extLst>
          </p:cNvPr>
          <p:cNvGrpSpPr/>
          <p:nvPr/>
        </p:nvGrpSpPr>
        <p:grpSpPr>
          <a:xfrm>
            <a:off x="4913032" y="1157028"/>
            <a:ext cx="3853012" cy="1533967"/>
            <a:chOff x="238224" y="4636821"/>
            <a:chExt cx="3853012" cy="1533967"/>
          </a:xfrm>
        </p:grpSpPr>
        <p:sp>
          <p:nvSpPr>
            <p:cNvPr id="123" name="Rectangle 122">
              <a:extLst>
                <a:ext uri="{FF2B5EF4-FFF2-40B4-BE49-F238E27FC236}">
                  <a16:creationId xmlns:a16="http://schemas.microsoft.com/office/drawing/2014/main" id="{1996A080-7BE7-4E91-ABF6-6C7C97BB2632}"/>
                </a:ext>
              </a:extLst>
            </p:cNvPr>
            <p:cNvSpPr/>
            <p:nvPr/>
          </p:nvSpPr>
          <p:spPr>
            <a:xfrm rot="5400000">
              <a:off x="561566" y="4582929"/>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29" name="Rectangle 128">
              <a:extLst>
                <a:ext uri="{FF2B5EF4-FFF2-40B4-BE49-F238E27FC236}">
                  <a16:creationId xmlns:a16="http://schemas.microsoft.com/office/drawing/2014/main" id="{0B74D9B8-727F-4247-BBF5-F505F85486FA}"/>
                </a:ext>
              </a:extLst>
            </p:cNvPr>
            <p:cNvSpPr/>
            <p:nvPr/>
          </p:nvSpPr>
          <p:spPr>
            <a:xfrm rot="5400000">
              <a:off x="2337293" y="4583096"/>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1" name="Oval 130">
              <a:extLst>
                <a:ext uri="{FF2B5EF4-FFF2-40B4-BE49-F238E27FC236}">
                  <a16:creationId xmlns:a16="http://schemas.microsoft.com/office/drawing/2014/main" id="{581CD25B-D3FA-4CEB-B62F-460BCCB8DFFF}"/>
                </a:ext>
              </a:extLst>
            </p:cNvPr>
            <p:cNvSpPr/>
            <p:nvPr/>
          </p:nvSpPr>
          <p:spPr>
            <a:xfrm>
              <a:off x="3822295" y="464016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44" name="Oval 143">
              <a:extLst>
                <a:ext uri="{FF2B5EF4-FFF2-40B4-BE49-F238E27FC236}">
                  <a16:creationId xmlns:a16="http://schemas.microsoft.com/office/drawing/2014/main" id="{B2972A67-83B3-40DD-BE96-B3E0B7490967}"/>
                </a:ext>
              </a:extLst>
            </p:cNvPr>
            <p:cNvSpPr/>
            <p:nvPr/>
          </p:nvSpPr>
          <p:spPr>
            <a:xfrm>
              <a:off x="2014450"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54" name="Oval 153">
              <a:extLst>
                <a:ext uri="{FF2B5EF4-FFF2-40B4-BE49-F238E27FC236}">
                  <a16:creationId xmlns:a16="http://schemas.microsoft.com/office/drawing/2014/main" id="{F89A1D80-0318-4743-94F0-6DA9DBBE95D8}"/>
                </a:ext>
              </a:extLst>
            </p:cNvPr>
            <p:cNvSpPr/>
            <p:nvPr/>
          </p:nvSpPr>
          <p:spPr>
            <a:xfrm>
              <a:off x="238224"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55" name="Straight Arrow Connector 154">
              <a:extLst>
                <a:ext uri="{FF2B5EF4-FFF2-40B4-BE49-F238E27FC236}">
                  <a16:creationId xmlns:a16="http://schemas.microsoft.com/office/drawing/2014/main" id="{623A3BA9-6931-4DAC-91FB-A6011930DF25}"/>
                </a:ext>
              </a:extLst>
            </p:cNvPr>
            <p:cNvCxnSpPr>
              <a:cxnSpLocks/>
            </p:cNvCxnSpPr>
            <p:nvPr/>
          </p:nvCxnSpPr>
          <p:spPr>
            <a:xfrm rot="16200000" flipV="1">
              <a:off x="1832087" y="54125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9C354A5B-FFA6-49F7-853A-EDC7C5B68D2D}"/>
                </a:ext>
              </a:extLst>
            </p:cNvPr>
            <p:cNvCxnSpPr>
              <a:cxnSpLocks/>
            </p:cNvCxnSpPr>
            <p:nvPr/>
          </p:nvCxnSpPr>
          <p:spPr>
            <a:xfrm rot="5400000" flipV="1">
              <a:off x="2003522" y="54443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2EA2B9A9-386E-4847-B143-9F38F209F450}"/>
                </a:ext>
              </a:extLst>
            </p:cNvPr>
            <p:cNvCxnSpPr>
              <a:cxnSpLocks/>
            </p:cNvCxnSpPr>
            <p:nvPr/>
          </p:nvCxnSpPr>
          <p:spPr>
            <a:xfrm flipV="1">
              <a:off x="1045260" y="60858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3DA1331-6F8F-49AB-8F65-6455C7750C2A}"/>
                </a:ext>
              </a:extLst>
            </p:cNvPr>
            <p:cNvCxnSpPr>
              <a:cxnSpLocks/>
            </p:cNvCxnSpPr>
            <p:nvPr/>
          </p:nvCxnSpPr>
          <p:spPr>
            <a:xfrm rot="16200000" flipV="1">
              <a:off x="3624487" y="541250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94FFC83C-A129-42DF-AF4E-DA82836C46B1}"/>
                </a:ext>
              </a:extLst>
            </p:cNvPr>
            <p:cNvCxnSpPr>
              <a:cxnSpLocks/>
            </p:cNvCxnSpPr>
            <p:nvPr/>
          </p:nvCxnSpPr>
          <p:spPr>
            <a:xfrm rot="5400000" flipV="1">
              <a:off x="249176" y="5444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0" name="TextBox 179">
              <a:extLst>
                <a:ext uri="{FF2B5EF4-FFF2-40B4-BE49-F238E27FC236}">
                  <a16:creationId xmlns:a16="http://schemas.microsoft.com/office/drawing/2014/main" id="{30F0158D-A2EC-402A-BF1A-12D7E924D4EC}"/>
                </a:ext>
              </a:extLst>
            </p:cNvPr>
            <p:cNvSpPr txBox="1"/>
            <p:nvPr/>
          </p:nvSpPr>
          <p:spPr>
            <a:xfrm>
              <a:off x="1086449" y="5232292"/>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181" name="TextBox 180">
              <a:extLst>
                <a:ext uri="{FF2B5EF4-FFF2-40B4-BE49-F238E27FC236}">
                  <a16:creationId xmlns:a16="http://schemas.microsoft.com/office/drawing/2014/main" id="{AF35574C-F9B0-4E85-9196-C2FFFA15C4D3}"/>
                </a:ext>
              </a:extLst>
            </p:cNvPr>
            <p:cNvSpPr txBox="1"/>
            <p:nvPr/>
          </p:nvSpPr>
          <p:spPr>
            <a:xfrm>
              <a:off x="2937355" y="5228535"/>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187" name="Straight Arrow Connector 186">
              <a:extLst>
                <a:ext uri="{FF2B5EF4-FFF2-40B4-BE49-F238E27FC236}">
                  <a16:creationId xmlns:a16="http://schemas.microsoft.com/office/drawing/2014/main" id="{B3930703-55B9-4E48-B99C-D7A91BCB3FAE}"/>
                </a:ext>
              </a:extLst>
            </p:cNvPr>
            <p:cNvCxnSpPr>
              <a:cxnSpLocks/>
            </p:cNvCxnSpPr>
            <p:nvPr/>
          </p:nvCxnSpPr>
          <p:spPr>
            <a:xfrm flipV="1">
              <a:off x="2837805" y="608434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5E9DA3C3-9BC9-4A55-8D0D-4F5894DCC885}"/>
                </a:ext>
              </a:extLst>
            </p:cNvPr>
            <p:cNvCxnSpPr>
              <a:cxnSpLocks/>
            </p:cNvCxnSpPr>
            <p:nvPr/>
          </p:nvCxnSpPr>
          <p:spPr>
            <a:xfrm rot="10800000" flipV="1">
              <a:off x="1045260" y="48273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1" name="Straight Arrow Connector 190">
              <a:extLst>
                <a:ext uri="{FF2B5EF4-FFF2-40B4-BE49-F238E27FC236}">
                  <a16:creationId xmlns:a16="http://schemas.microsoft.com/office/drawing/2014/main" id="{4F1C696B-9127-47A0-9AFE-3687F76A4650}"/>
                </a:ext>
              </a:extLst>
            </p:cNvPr>
            <p:cNvCxnSpPr>
              <a:cxnSpLocks/>
            </p:cNvCxnSpPr>
            <p:nvPr/>
          </p:nvCxnSpPr>
          <p:spPr>
            <a:xfrm rot="10800000" flipV="1">
              <a:off x="2823516" y="48342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93" name="Rectangle 192">
            <a:extLst>
              <a:ext uri="{FF2B5EF4-FFF2-40B4-BE49-F238E27FC236}">
                <a16:creationId xmlns:a16="http://schemas.microsoft.com/office/drawing/2014/main" id="{39FCD856-EE7C-4A98-A0B8-6204AF35495F}"/>
              </a:ext>
            </a:extLst>
          </p:cNvPr>
          <p:cNvSpPr/>
          <p:nvPr/>
        </p:nvSpPr>
        <p:spPr>
          <a:xfrm rot="5400000">
            <a:off x="5638090" y="2103062"/>
            <a:ext cx="595051" cy="1776224"/>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604579"/>
              <a:gd name="connsiteY0" fmla="*/ 0 h 1776224"/>
              <a:gd name="connsiteX1" fmla="*/ 604579 w 604579"/>
              <a:gd name="connsiteY1" fmla="*/ 381000 h 1776224"/>
              <a:gd name="connsiteX2" fmla="*/ 595051 w 604579"/>
              <a:gd name="connsiteY2" fmla="*/ 1776224 h 1776224"/>
              <a:gd name="connsiteX3" fmla="*/ 0 w 604579"/>
              <a:gd name="connsiteY3" fmla="*/ 1776224 h 1776224"/>
              <a:gd name="connsiteX4" fmla="*/ 0 w 604579"/>
              <a:gd name="connsiteY4" fmla="*/ 0 h 1776224"/>
              <a:gd name="connsiteX0" fmla="*/ 0 w 595051"/>
              <a:gd name="connsiteY0" fmla="*/ 0 h 1776224"/>
              <a:gd name="connsiteX1" fmla="*/ 590294 w 595051"/>
              <a:gd name="connsiteY1" fmla="*/ 381000 h 1776224"/>
              <a:gd name="connsiteX2" fmla="*/ 595051 w 595051"/>
              <a:gd name="connsiteY2" fmla="*/ 1776224 h 1776224"/>
              <a:gd name="connsiteX3" fmla="*/ 0 w 595051"/>
              <a:gd name="connsiteY3" fmla="*/ 1776224 h 1776224"/>
              <a:gd name="connsiteX4" fmla="*/ 0 w 595051"/>
              <a:gd name="connsiteY4" fmla="*/ 0 h 1776224"/>
              <a:gd name="connsiteX0" fmla="*/ 0 w 595516"/>
              <a:gd name="connsiteY0" fmla="*/ 0 h 1776224"/>
              <a:gd name="connsiteX1" fmla="*/ 595060 w 595516"/>
              <a:gd name="connsiteY1" fmla="*/ 376237 h 1776224"/>
              <a:gd name="connsiteX2" fmla="*/ 595051 w 595516"/>
              <a:gd name="connsiteY2" fmla="*/ 1776224 h 1776224"/>
              <a:gd name="connsiteX3" fmla="*/ 0 w 595516"/>
              <a:gd name="connsiteY3" fmla="*/ 1776224 h 1776224"/>
              <a:gd name="connsiteX4" fmla="*/ 0 w 595516"/>
              <a:gd name="connsiteY4" fmla="*/ 0 h 1776224"/>
              <a:gd name="connsiteX0" fmla="*/ 0 w 595516"/>
              <a:gd name="connsiteY0" fmla="*/ 0 h 1776224"/>
              <a:gd name="connsiteX1" fmla="*/ 595060 w 595516"/>
              <a:gd name="connsiteY1" fmla="*/ 383381 h 1776224"/>
              <a:gd name="connsiteX2" fmla="*/ 595051 w 595516"/>
              <a:gd name="connsiteY2" fmla="*/ 1776224 h 1776224"/>
              <a:gd name="connsiteX3" fmla="*/ 0 w 595516"/>
              <a:gd name="connsiteY3" fmla="*/ 1776224 h 1776224"/>
              <a:gd name="connsiteX4" fmla="*/ 0 w 595516"/>
              <a:gd name="connsiteY4" fmla="*/ 0 h 1776224"/>
              <a:gd name="connsiteX0" fmla="*/ 0 w 595051"/>
              <a:gd name="connsiteY0" fmla="*/ 0 h 1776224"/>
              <a:gd name="connsiteX1" fmla="*/ 590298 w 595051"/>
              <a:gd name="connsiteY1" fmla="*/ 395287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1 w 595051"/>
              <a:gd name="connsiteY1" fmla="*/ 385762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4 w 595051"/>
              <a:gd name="connsiteY1" fmla="*/ 380999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2689 w 595051"/>
              <a:gd name="connsiteY1" fmla="*/ 378618 h 1776224"/>
              <a:gd name="connsiteX2" fmla="*/ 595051 w 595051"/>
              <a:gd name="connsiteY2" fmla="*/ 1776224 h 1776224"/>
              <a:gd name="connsiteX3" fmla="*/ 0 w 595051"/>
              <a:gd name="connsiteY3" fmla="*/ 1776224 h 1776224"/>
              <a:gd name="connsiteX4" fmla="*/ 0 w 595051"/>
              <a:gd name="connsiteY4" fmla="*/ 0 h 177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1" h="1776224">
                <a:moveTo>
                  <a:pt x="0" y="0"/>
                </a:moveTo>
                <a:lnTo>
                  <a:pt x="592689" y="378618"/>
                </a:lnTo>
                <a:cubicBezTo>
                  <a:pt x="594275" y="843693"/>
                  <a:pt x="593465" y="1311149"/>
                  <a:pt x="595051" y="1776224"/>
                </a:cubicBezTo>
                <a:lnTo>
                  <a:pt x="0" y="1776224"/>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9FDAE0E7-FB4E-4BC3-A80E-2B231FFF2E06}"/>
              </a:ext>
            </a:extLst>
          </p:cNvPr>
          <p:cNvSpPr/>
          <p:nvPr/>
        </p:nvSpPr>
        <p:spPr>
          <a:xfrm rot="5400000">
            <a:off x="7414313" y="2101265"/>
            <a:ext cx="595054" cy="1776224"/>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595054"/>
              <a:gd name="connsiteY0" fmla="*/ 0 h 1776224"/>
              <a:gd name="connsiteX1" fmla="*/ 595051 w 595054"/>
              <a:gd name="connsiteY1" fmla="*/ 0 h 1776224"/>
              <a:gd name="connsiteX2" fmla="*/ 595054 w 595054"/>
              <a:gd name="connsiteY2" fmla="*/ 1360299 h 1776224"/>
              <a:gd name="connsiteX3" fmla="*/ 0 w 595054"/>
              <a:gd name="connsiteY3" fmla="*/ 1776224 h 1776224"/>
              <a:gd name="connsiteX4" fmla="*/ 0 w 595054"/>
              <a:gd name="connsiteY4" fmla="*/ 0 h 177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4" h="1776224">
                <a:moveTo>
                  <a:pt x="0" y="0"/>
                </a:moveTo>
                <a:lnTo>
                  <a:pt x="595051" y="0"/>
                </a:lnTo>
                <a:lnTo>
                  <a:pt x="595054" y="1360299"/>
                </a:lnTo>
                <a:lnTo>
                  <a:pt x="0" y="1776224"/>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8" name="Rectangle 197">
            <a:extLst>
              <a:ext uri="{FF2B5EF4-FFF2-40B4-BE49-F238E27FC236}">
                <a16:creationId xmlns:a16="http://schemas.microsoft.com/office/drawing/2014/main" id="{A1AD576F-9774-497E-9ADC-C31DCBA1CCEC}"/>
              </a:ext>
            </a:extLst>
          </p:cNvPr>
          <p:cNvSpPr/>
          <p:nvPr/>
        </p:nvSpPr>
        <p:spPr>
          <a:xfrm rot="5400000">
            <a:off x="5043493" y="3291419"/>
            <a:ext cx="1404256" cy="1395224"/>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93F537E-E43D-4ACA-A581-7DBC18E770B1}"/>
              </a:ext>
            </a:extLst>
          </p:cNvPr>
          <p:cNvSpPr/>
          <p:nvPr/>
        </p:nvSpPr>
        <p:spPr>
          <a:xfrm rot="5400000">
            <a:off x="7215744" y="3311788"/>
            <a:ext cx="1410961" cy="1357124"/>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403910"/>
              <a:gd name="connsiteY0" fmla="*/ 0 h 1776224"/>
              <a:gd name="connsiteX1" fmla="*/ 1399148 w 1403910"/>
              <a:gd name="connsiteY1" fmla="*/ 0 h 1776224"/>
              <a:gd name="connsiteX2" fmla="*/ 1403910 w 1403910"/>
              <a:gd name="connsiteY2" fmla="*/ 1357124 h 1776224"/>
              <a:gd name="connsiteX3" fmla="*/ 0 w 1403910"/>
              <a:gd name="connsiteY3" fmla="*/ 1776224 h 1776224"/>
              <a:gd name="connsiteX4" fmla="*/ 0 w 1403910"/>
              <a:gd name="connsiteY4" fmla="*/ 0 h 1776224"/>
              <a:gd name="connsiteX0" fmla="*/ 4763 w 1408673"/>
              <a:gd name="connsiteY0" fmla="*/ 0 h 1357124"/>
              <a:gd name="connsiteX1" fmla="*/ 1403911 w 1408673"/>
              <a:gd name="connsiteY1" fmla="*/ 0 h 1357124"/>
              <a:gd name="connsiteX2" fmla="*/ 1408673 w 1408673"/>
              <a:gd name="connsiteY2" fmla="*/ 1357124 h 1357124"/>
              <a:gd name="connsiteX3" fmla="*/ 0 w 1408673"/>
              <a:gd name="connsiteY3" fmla="*/ 1347599 h 1357124"/>
              <a:gd name="connsiteX4" fmla="*/ 4763 w 1408673"/>
              <a:gd name="connsiteY4" fmla="*/ 0 h 1357124"/>
              <a:gd name="connsiteX0" fmla="*/ 212 w 1404122"/>
              <a:gd name="connsiteY0" fmla="*/ 0 h 1366649"/>
              <a:gd name="connsiteX1" fmla="*/ 1399360 w 1404122"/>
              <a:gd name="connsiteY1" fmla="*/ 0 h 1366649"/>
              <a:gd name="connsiteX2" fmla="*/ 1404122 w 1404122"/>
              <a:gd name="connsiteY2" fmla="*/ 1357124 h 1366649"/>
              <a:gd name="connsiteX3" fmla="*/ 4977 w 1404122"/>
              <a:gd name="connsiteY3" fmla="*/ 1366649 h 1366649"/>
              <a:gd name="connsiteX4" fmla="*/ 212 w 1404122"/>
              <a:gd name="connsiteY4" fmla="*/ 0 h 1366649"/>
              <a:gd name="connsiteX0" fmla="*/ 2377 w 1406287"/>
              <a:gd name="connsiteY0" fmla="*/ 0 h 1371411"/>
              <a:gd name="connsiteX1" fmla="*/ 1401525 w 1406287"/>
              <a:gd name="connsiteY1" fmla="*/ 0 h 1371411"/>
              <a:gd name="connsiteX2" fmla="*/ 1406287 w 1406287"/>
              <a:gd name="connsiteY2" fmla="*/ 1357124 h 1371411"/>
              <a:gd name="connsiteX3" fmla="*/ 0 w 1406287"/>
              <a:gd name="connsiteY3" fmla="*/ 1371411 h 1371411"/>
              <a:gd name="connsiteX4" fmla="*/ 2377 w 1406287"/>
              <a:gd name="connsiteY4" fmla="*/ 0 h 1371411"/>
              <a:gd name="connsiteX0" fmla="*/ 2377 w 1406287"/>
              <a:gd name="connsiteY0" fmla="*/ 0 h 1369029"/>
              <a:gd name="connsiteX1" fmla="*/ 1401525 w 1406287"/>
              <a:gd name="connsiteY1" fmla="*/ 0 h 1369029"/>
              <a:gd name="connsiteX2" fmla="*/ 1406287 w 1406287"/>
              <a:gd name="connsiteY2" fmla="*/ 1357124 h 1369029"/>
              <a:gd name="connsiteX3" fmla="*/ 0 w 1406287"/>
              <a:gd name="connsiteY3" fmla="*/ 1369029 h 1369029"/>
              <a:gd name="connsiteX4" fmla="*/ 2377 w 1406287"/>
              <a:gd name="connsiteY4" fmla="*/ 0 h 1369029"/>
              <a:gd name="connsiteX0" fmla="*/ 2377 w 1406287"/>
              <a:gd name="connsiteY0" fmla="*/ 0 h 1357124"/>
              <a:gd name="connsiteX1" fmla="*/ 1401525 w 1406287"/>
              <a:gd name="connsiteY1" fmla="*/ 0 h 1357124"/>
              <a:gd name="connsiteX2" fmla="*/ 1406287 w 1406287"/>
              <a:gd name="connsiteY2" fmla="*/ 1357124 h 1357124"/>
              <a:gd name="connsiteX3" fmla="*/ 0 w 1406287"/>
              <a:gd name="connsiteY3" fmla="*/ 1347598 h 1357124"/>
              <a:gd name="connsiteX4" fmla="*/ 2377 w 1406287"/>
              <a:gd name="connsiteY4" fmla="*/ 0 h 1357124"/>
              <a:gd name="connsiteX0" fmla="*/ 2374 w 1406284"/>
              <a:gd name="connsiteY0" fmla="*/ 0 h 1357124"/>
              <a:gd name="connsiteX1" fmla="*/ 1401522 w 1406284"/>
              <a:gd name="connsiteY1" fmla="*/ 0 h 1357124"/>
              <a:gd name="connsiteX2" fmla="*/ 1406284 w 1406284"/>
              <a:gd name="connsiteY2" fmla="*/ 1357124 h 1357124"/>
              <a:gd name="connsiteX3" fmla="*/ 0 w 1406284"/>
              <a:gd name="connsiteY3" fmla="*/ 1354742 h 1357124"/>
              <a:gd name="connsiteX4" fmla="*/ 2374 w 1406284"/>
              <a:gd name="connsiteY4" fmla="*/ 0 h 1357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284" h="1357124">
                <a:moveTo>
                  <a:pt x="2374" y="0"/>
                </a:moveTo>
                <a:lnTo>
                  <a:pt x="1401522" y="0"/>
                </a:lnTo>
                <a:cubicBezTo>
                  <a:pt x="1403109" y="452375"/>
                  <a:pt x="1404697" y="904749"/>
                  <a:pt x="1406284" y="1357124"/>
                </a:cubicBezTo>
                <a:lnTo>
                  <a:pt x="0" y="1354742"/>
                </a:lnTo>
                <a:cubicBezTo>
                  <a:pt x="1588" y="905542"/>
                  <a:pt x="786" y="449200"/>
                  <a:pt x="2374"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00" name="Oval 199">
            <a:extLst>
              <a:ext uri="{FF2B5EF4-FFF2-40B4-BE49-F238E27FC236}">
                <a16:creationId xmlns:a16="http://schemas.microsoft.com/office/drawing/2014/main" id="{22CE37A1-4435-440D-A76C-2A0B68AD620C}"/>
              </a:ext>
            </a:extLst>
          </p:cNvPr>
          <p:cNvSpPr/>
          <p:nvPr/>
        </p:nvSpPr>
        <p:spPr>
          <a:xfrm>
            <a:off x="8497103" y="31557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01" name="Oval 200">
            <a:extLst>
              <a:ext uri="{FF2B5EF4-FFF2-40B4-BE49-F238E27FC236}">
                <a16:creationId xmlns:a16="http://schemas.microsoft.com/office/drawing/2014/main" id="{EA1143D9-F98F-4BC7-B53E-D59A8F251C45}"/>
              </a:ext>
            </a:extLst>
          </p:cNvPr>
          <p:cNvSpPr/>
          <p:nvPr/>
        </p:nvSpPr>
        <p:spPr>
          <a:xfrm>
            <a:off x="6304496" y="315422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02" name="Oval 201">
            <a:extLst>
              <a:ext uri="{FF2B5EF4-FFF2-40B4-BE49-F238E27FC236}">
                <a16:creationId xmlns:a16="http://schemas.microsoft.com/office/drawing/2014/main" id="{45FAD201-7221-41A7-8A27-0E9BD1604618}"/>
              </a:ext>
            </a:extLst>
          </p:cNvPr>
          <p:cNvSpPr/>
          <p:nvPr/>
        </p:nvSpPr>
        <p:spPr>
          <a:xfrm>
            <a:off x="4913032" y="315243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205" name="Straight Arrow Connector 204">
            <a:extLst>
              <a:ext uri="{FF2B5EF4-FFF2-40B4-BE49-F238E27FC236}">
                <a16:creationId xmlns:a16="http://schemas.microsoft.com/office/drawing/2014/main" id="{3037A2BE-4922-4D74-B0DA-2A40818EDF8B}"/>
              </a:ext>
            </a:extLst>
          </p:cNvPr>
          <p:cNvCxnSpPr>
            <a:cxnSpLocks/>
          </p:cNvCxnSpPr>
          <p:nvPr/>
        </p:nvCxnSpPr>
        <p:spPr>
          <a:xfrm rot="16200000" flipV="1">
            <a:off x="6133515" y="397256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a:extLst>
              <a:ext uri="{FF2B5EF4-FFF2-40B4-BE49-F238E27FC236}">
                <a16:creationId xmlns:a16="http://schemas.microsoft.com/office/drawing/2014/main" id="{D71C9F65-8D0D-478E-A005-A907274D2E1E}"/>
              </a:ext>
            </a:extLst>
          </p:cNvPr>
          <p:cNvCxnSpPr>
            <a:cxnSpLocks/>
          </p:cNvCxnSpPr>
          <p:nvPr/>
        </p:nvCxnSpPr>
        <p:spPr>
          <a:xfrm rot="5400000" flipV="1">
            <a:off x="7097430" y="400437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a:extLst>
              <a:ext uri="{FF2B5EF4-FFF2-40B4-BE49-F238E27FC236}">
                <a16:creationId xmlns:a16="http://schemas.microsoft.com/office/drawing/2014/main" id="{6C8ED2F1-EA6F-4A27-8908-7DCD0E9BA0B5}"/>
              </a:ext>
            </a:extLst>
          </p:cNvPr>
          <p:cNvCxnSpPr>
            <a:cxnSpLocks/>
          </p:cNvCxnSpPr>
          <p:nvPr/>
        </p:nvCxnSpPr>
        <p:spPr>
          <a:xfrm rot="5400000" flipH="1">
            <a:off x="8428227" y="2989374"/>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a:extLst>
              <a:ext uri="{FF2B5EF4-FFF2-40B4-BE49-F238E27FC236}">
                <a16:creationId xmlns:a16="http://schemas.microsoft.com/office/drawing/2014/main" id="{2E43E056-27B1-40E5-B8BE-E63C7874425B}"/>
              </a:ext>
            </a:extLst>
          </p:cNvPr>
          <p:cNvCxnSpPr>
            <a:cxnSpLocks/>
          </p:cNvCxnSpPr>
          <p:nvPr/>
        </p:nvCxnSpPr>
        <p:spPr>
          <a:xfrm flipV="1">
            <a:off x="5524801" y="460146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D9DE892E-C431-407F-938F-CE4FF811D48B}"/>
              </a:ext>
            </a:extLst>
          </p:cNvPr>
          <p:cNvCxnSpPr>
            <a:cxnSpLocks/>
          </p:cNvCxnSpPr>
          <p:nvPr/>
        </p:nvCxnSpPr>
        <p:spPr>
          <a:xfrm rot="16200000" flipV="1">
            <a:off x="8299295" y="397256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0" name="TextBox 209">
            <a:extLst>
              <a:ext uri="{FF2B5EF4-FFF2-40B4-BE49-F238E27FC236}">
                <a16:creationId xmlns:a16="http://schemas.microsoft.com/office/drawing/2014/main" id="{B963BA6E-E6B7-4F26-9D78-6B7D6DB881DA}"/>
              </a:ext>
            </a:extLst>
          </p:cNvPr>
          <p:cNvSpPr txBox="1"/>
          <p:nvPr/>
        </p:nvSpPr>
        <p:spPr>
          <a:xfrm>
            <a:off x="6054647" y="4234839"/>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11" name="TextBox 210">
            <a:extLst>
              <a:ext uri="{FF2B5EF4-FFF2-40B4-BE49-F238E27FC236}">
                <a16:creationId xmlns:a16="http://schemas.microsoft.com/office/drawing/2014/main" id="{62421BDA-C9B9-4E2A-8D90-DE21B2261DA7}"/>
              </a:ext>
            </a:extLst>
          </p:cNvPr>
          <p:cNvSpPr txBox="1"/>
          <p:nvPr/>
        </p:nvSpPr>
        <p:spPr>
          <a:xfrm>
            <a:off x="7180322" y="3342738"/>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212" name="Straight Arrow Connector 211">
            <a:extLst>
              <a:ext uri="{FF2B5EF4-FFF2-40B4-BE49-F238E27FC236}">
                <a16:creationId xmlns:a16="http://schemas.microsoft.com/office/drawing/2014/main" id="{F5E29E16-7ECB-46A9-9ED6-44427D4EDA0B}"/>
              </a:ext>
            </a:extLst>
          </p:cNvPr>
          <p:cNvCxnSpPr>
            <a:cxnSpLocks/>
          </p:cNvCxnSpPr>
          <p:nvPr/>
        </p:nvCxnSpPr>
        <p:spPr>
          <a:xfrm rot="5400000" flipV="1">
            <a:off x="4923984" y="39599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3" name="Oval 212">
            <a:extLst>
              <a:ext uri="{FF2B5EF4-FFF2-40B4-BE49-F238E27FC236}">
                <a16:creationId xmlns:a16="http://schemas.microsoft.com/office/drawing/2014/main" id="{02972624-ABA2-4498-89CD-817D1CB5CD5A}"/>
              </a:ext>
            </a:extLst>
          </p:cNvPr>
          <p:cNvSpPr/>
          <p:nvPr/>
        </p:nvSpPr>
        <p:spPr>
          <a:xfrm>
            <a:off x="4901808" y="454858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214" name="Oval 213">
            <a:extLst>
              <a:ext uri="{FF2B5EF4-FFF2-40B4-BE49-F238E27FC236}">
                <a16:creationId xmlns:a16="http://schemas.microsoft.com/office/drawing/2014/main" id="{DCE29F1C-DB68-4BC5-81A4-F0723826DEC7}"/>
              </a:ext>
            </a:extLst>
          </p:cNvPr>
          <p:cNvSpPr/>
          <p:nvPr/>
        </p:nvSpPr>
        <p:spPr>
          <a:xfrm>
            <a:off x="6320493" y="454858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215" name="Oval 214">
            <a:extLst>
              <a:ext uri="{FF2B5EF4-FFF2-40B4-BE49-F238E27FC236}">
                <a16:creationId xmlns:a16="http://schemas.microsoft.com/office/drawing/2014/main" id="{58CF5B64-6113-4433-B25F-0549B449DF90}"/>
              </a:ext>
            </a:extLst>
          </p:cNvPr>
          <p:cNvSpPr/>
          <p:nvPr/>
        </p:nvSpPr>
        <p:spPr>
          <a:xfrm>
            <a:off x="8453740" y="455849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216" name="TextBox 215">
            <a:extLst>
              <a:ext uri="{FF2B5EF4-FFF2-40B4-BE49-F238E27FC236}">
                <a16:creationId xmlns:a16="http://schemas.microsoft.com/office/drawing/2014/main" id="{CCA860FB-20BF-41F7-A02C-55186335D74F}"/>
              </a:ext>
            </a:extLst>
          </p:cNvPr>
          <p:cNvSpPr txBox="1"/>
          <p:nvPr/>
        </p:nvSpPr>
        <p:spPr>
          <a:xfrm>
            <a:off x="5643843" y="2810894"/>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217" name="TextBox 216">
            <a:extLst>
              <a:ext uri="{FF2B5EF4-FFF2-40B4-BE49-F238E27FC236}">
                <a16:creationId xmlns:a16="http://schemas.microsoft.com/office/drawing/2014/main" id="{9529322E-B5A4-49F5-A450-B7265DFED0E5}"/>
              </a:ext>
            </a:extLst>
          </p:cNvPr>
          <p:cNvSpPr txBox="1"/>
          <p:nvPr/>
        </p:nvSpPr>
        <p:spPr>
          <a:xfrm>
            <a:off x="7781582" y="2821342"/>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218" name="TextBox 217">
            <a:extLst>
              <a:ext uri="{FF2B5EF4-FFF2-40B4-BE49-F238E27FC236}">
                <a16:creationId xmlns:a16="http://schemas.microsoft.com/office/drawing/2014/main" id="{C2C25438-3436-4068-962C-65059FAFC734}"/>
              </a:ext>
            </a:extLst>
          </p:cNvPr>
          <p:cNvSpPr txBox="1"/>
          <p:nvPr/>
        </p:nvSpPr>
        <p:spPr>
          <a:xfrm>
            <a:off x="5604797" y="3764042"/>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219" name="TextBox 218">
            <a:extLst>
              <a:ext uri="{FF2B5EF4-FFF2-40B4-BE49-F238E27FC236}">
                <a16:creationId xmlns:a16="http://schemas.microsoft.com/office/drawing/2014/main" id="{579F2506-069A-486B-8239-D3E1BCA1FAE7}"/>
              </a:ext>
            </a:extLst>
          </p:cNvPr>
          <p:cNvSpPr txBox="1"/>
          <p:nvPr/>
        </p:nvSpPr>
        <p:spPr>
          <a:xfrm>
            <a:off x="7802216" y="3770235"/>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220" name="Straight Arrow Connector 219">
            <a:extLst>
              <a:ext uri="{FF2B5EF4-FFF2-40B4-BE49-F238E27FC236}">
                <a16:creationId xmlns:a16="http://schemas.microsoft.com/office/drawing/2014/main" id="{8833DE14-593E-4B28-809F-8AD64BD80739}"/>
              </a:ext>
            </a:extLst>
          </p:cNvPr>
          <p:cNvCxnSpPr>
            <a:cxnSpLocks/>
          </p:cNvCxnSpPr>
          <p:nvPr/>
        </p:nvCxnSpPr>
        <p:spPr>
          <a:xfrm flipV="1">
            <a:off x="7709463" y="459995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2E81551F-B861-4458-B9CF-3F2C856CFBB8}"/>
              </a:ext>
            </a:extLst>
          </p:cNvPr>
          <p:cNvCxnSpPr>
            <a:cxnSpLocks/>
          </p:cNvCxnSpPr>
          <p:nvPr/>
        </p:nvCxnSpPr>
        <p:spPr>
          <a:xfrm rot="10800000" flipV="1">
            <a:off x="5515272" y="33430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43F21073-39B2-4270-B7DE-8C30060AA930}"/>
              </a:ext>
            </a:extLst>
          </p:cNvPr>
          <p:cNvCxnSpPr>
            <a:cxnSpLocks/>
          </p:cNvCxnSpPr>
          <p:nvPr/>
        </p:nvCxnSpPr>
        <p:spPr>
          <a:xfrm rot="10800000" flipV="1">
            <a:off x="7695174" y="334985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B956173E-083F-4CEB-988D-EFD3D43EE3A0}"/>
              </a:ext>
            </a:extLst>
          </p:cNvPr>
          <p:cNvCxnSpPr>
            <a:cxnSpLocks/>
          </p:cNvCxnSpPr>
          <p:nvPr/>
        </p:nvCxnSpPr>
        <p:spPr>
          <a:xfrm flipV="1">
            <a:off x="5583457" y="320128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4" name="Straight Arrow Connector 223">
            <a:extLst>
              <a:ext uri="{FF2B5EF4-FFF2-40B4-BE49-F238E27FC236}">
                <a16:creationId xmlns:a16="http://schemas.microsoft.com/office/drawing/2014/main" id="{25B8557B-85C0-4A05-BCCE-F723F2D22FDF}"/>
              </a:ext>
            </a:extLst>
          </p:cNvPr>
          <p:cNvCxnSpPr>
            <a:cxnSpLocks/>
          </p:cNvCxnSpPr>
          <p:nvPr/>
        </p:nvCxnSpPr>
        <p:spPr>
          <a:xfrm flipV="1">
            <a:off x="7726924" y="320128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5" name="Straight Arrow Connector 224">
            <a:extLst>
              <a:ext uri="{FF2B5EF4-FFF2-40B4-BE49-F238E27FC236}">
                <a16:creationId xmlns:a16="http://schemas.microsoft.com/office/drawing/2014/main" id="{44D6AACF-0A38-4B52-AB75-6C0E232832BC}"/>
              </a:ext>
            </a:extLst>
          </p:cNvPr>
          <p:cNvCxnSpPr>
            <a:cxnSpLocks/>
          </p:cNvCxnSpPr>
          <p:nvPr/>
        </p:nvCxnSpPr>
        <p:spPr>
          <a:xfrm rot="10800000" flipV="1">
            <a:off x="7682474" y="27565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6633F6D6-DB9C-47F3-B910-50DCC68C709C}"/>
              </a:ext>
            </a:extLst>
          </p:cNvPr>
          <p:cNvCxnSpPr>
            <a:cxnSpLocks/>
          </p:cNvCxnSpPr>
          <p:nvPr/>
        </p:nvCxnSpPr>
        <p:spPr>
          <a:xfrm rot="10800000" flipV="1">
            <a:off x="5542037" y="273840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D3815EBA-572E-4D6F-962E-9732EAA87C7C}"/>
              </a:ext>
            </a:extLst>
          </p:cNvPr>
          <p:cNvCxnSpPr>
            <a:cxnSpLocks/>
          </p:cNvCxnSpPr>
          <p:nvPr/>
        </p:nvCxnSpPr>
        <p:spPr>
          <a:xfrm rot="7440000" flipH="1">
            <a:off x="6471254" y="297246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AD7FDBDC-2552-4897-99C2-1CAF3080790F}"/>
              </a:ext>
            </a:extLst>
          </p:cNvPr>
          <p:cNvCxnSpPr>
            <a:cxnSpLocks/>
          </p:cNvCxnSpPr>
          <p:nvPr/>
        </p:nvCxnSpPr>
        <p:spPr>
          <a:xfrm rot="16200000" flipH="1">
            <a:off x="5007622" y="297778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9" name="Straight Arrow Connector 228">
            <a:extLst>
              <a:ext uri="{FF2B5EF4-FFF2-40B4-BE49-F238E27FC236}">
                <a16:creationId xmlns:a16="http://schemas.microsoft.com/office/drawing/2014/main" id="{ED92016A-5190-4EB0-9B48-4E00CEA3EDA3}"/>
              </a:ext>
            </a:extLst>
          </p:cNvPr>
          <p:cNvCxnSpPr>
            <a:cxnSpLocks/>
          </p:cNvCxnSpPr>
          <p:nvPr/>
        </p:nvCxnSpPr>
        <p:spPr>
          <a:xfrm rot="14100000" flipH="1">
            <a:off x="6984502" y="296079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0" name="Oval 229">
            <a:extLst>
              <a:ext uri="{FF2B5EF4-FFF2-40B4-BE49-F238E27FC236}">
                <a16:creationId xmlns:a16="http://schemas.microsoft.com/office/drawing/2014/main" id="{59BF1B6E-41BB-431F-AAB8-CE6A1D337E22}"/>
              </a:ext>
            </a:extLst>
          </p:cNvPr>
          <p:cNvSpPr/>
          <p:nvPr/>
        </p:nvSpPr>
        <p:spPr>
          <a:xfrm>
            <a:off x="6692568" y="256275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31" name="Oval 230">
            <a:extLst>
              <a:ext uri="{FF2B5EF4-FFF2-40B4-BE49-F238E27FC236}">
                <a16:creationId xmlns:a16="http://schemas.microsoft.com/office/drawing/2014/main" id="{81894B15-BA7E-4A18-9482-EA8EE8A6390D}"/>
              </a:ext>
            </a:extLst>
          </p:cNvPr>
          <p:cNvSpPr/>
          <p:nvPr/>
        </p:nvSpPr>
        <p:spPr>
          <a:xfrm>
            <a:off x="4913032" y="255737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32" name="Oval 231">
            <a:extLst>
              <a:ext uri="{FF2B5EF4-FFF2-40B4-BE49-F238E27FC236}">
                <a16:creationId xmlns:a16="http://schemas.microsoft.com/office/drawing/2014/main" id="{BAC1FB18-4AA3-49E9-94B0-5FE40D9143D9}"/>
              </a:ext>
            </a:extLst>
          </p:cNvPr>
          <p:cNvSpPr/>
          <p:nvPr/>
        </p:nvSpPr>
        <p:spPr>
          <a:xfrm>
            <a:off x="8453740" y="25591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234" name="TextBox 233">
            <a:extLst>
              <a:ext uri="{FF2B5EF4-FFF2-40B4-BE49-F238E27FC236}">
                <a16:creationId xmlns:a16="http://schemas.microsoft.com/office/drawing/2014/main" id="{9B795804-A359-4115-A677-1D1FAEE22D0A}"/>
              </a:ext>
            </a:extLst>
          </p:cNvPr>
          <p:cNvSpPr txBox="1"/>
          <p:nvPr/>
        </p:nvSpPr>
        <p:spPr>
          <a:xfrm>
            <a:off x="6691555" y="3778749"/>
            <a:ext cx="310896" cy="307777"/>
          </a:xfrm>
          <a:prstGeom prst="rect">
            <a:avLst/>
          </a:prstGeom>
          <a:noFill/>
          <a:ln w="19050">
            <a:solidFill>
              <a:schemeClr val="bg1"/>
            </a:solidFill>
          </a:ln>
        </p:spPr>
        <p:txBody>
          <a:bodyPr wrap="square" rtlCol="0">
            <a:spAutoFit/>
          </a:bodyPr>
          <a:lstStyle/>
          <a:p>
            <a:pPr algn="ctr"/>
            <a:r>
              <a:rPr lang="pt-BR" sz="1400" dirty="0"/>
              <a:t>N</a:t>
            </a:r>
            <a:endParaRPr lang="en-US" sz="1400" dirty="0"/>
          </a:p>
        </p:txBody>
      </p:sp>
      <p:sp>
        <p:nvSpPr>
          <p:cNvPr id="235" name="Oval 234">
            <a:extLst>
              <a:ext uri="{FF2B5EF4-FFF2-40B4-BE49-F238E27FC236}">
                <a16:creationId xmlns:a16="http://schemas.microsoft.com/office/drawing/2014/main" id="{3E173176-46A2-4E75-BAF1-FC0D788E8C89}"/>
              </a:ext>
            </a:extLst>
          </p:cNvPr>
          <p:cNvSpPr/>
          <p:nvPr/>
        </p:nvSpPr>
        <p:spPr>
          <a:xfrm>
            <a:off x="7119768" y="456233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236" name="Oval 235">
            <a:extLst>
              <a:ext uri="{FF2B5EF4-FFF2-40B4-BE49-F238E27FC236}">
                <a16:creationId xmlns:a16="http://schemas.microsoft.com/office/drawing/2014/main" id="{BE5E72AC-C414-47C1-B64D-DA2443ECEF82}"/>
              </a:ext>
            </a:extLst>
          </p:cNvPr>
          <p:cNvSpPr/>
          <p:nvPr/>
        </p:nvSpPr>
        <p:spPr>
          <a:xfrm>
            <a:off x="7103925" y="312935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237" name="TextBox 236">
            <a:extLst>
              <a:ext uri="{FF2B5EF4-FFF2-40B4-BE49-F238E27FC236}">
                <a16:creationId xmlns:a16="http://schemas.microsoft.com/office/drawing/2014/main" id="{CF5CD261-68EB-4A94-B5C3-CD895513749E}"/>
              </a:ext>
            </a:extLst>
          </p:cNvPr>
          <p:cNvSpPr txBox="1"/>
          <p:nvPr/>
        </p:nvSpPr>
        <p:spPr>
          <a:xfrm>
            <a:off x="6368567" y="423626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cxnSp>
        <p:nvCxnSpPr>
          <p:cNvPr id="238" name="Straight Arrow Connector 237">
            <a:extLst>
              <a:ext uri="{FF2B5EF4-FFF2-40B4-BE49-F238E27FC236}">
                <a16:creationId xmlns:a16="http://schemas.microsoft.com/office/drawing/2014/main" id="{6F664A79-877C-43F9-BDDB-E7F27E2904BD}"/>
              </a:ext>
            </a:extLst>
          </p:cNvPr>
          <p:cNvCxnSpPr>
            <a:cxnSpLocks/>
          </p:cNvCxnSpPr>
          <p:nvPr/>
        </p:nvCxnSpPr>
        <p:spPr>
          <a:xfrm rot="16200000" flipV="1">
            <a:off x="6971422" y="398514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7EE9DFD7-C874-48AE-8050-8A422FA1DE96}"/>
              </a:ext>
            </a:extLst>
          </p:cNvPr>
          <p:cNvCxnSpPr>
            <a:cxnSpLocks/>
          </p:cNvCxnSpPr>
          <p:nvPr/>
        </p:nvCxnSpPr>
        <p:spPr>
          <a:xfrm rot="5400000" flipV="1">
            <a:off x="6311884" y="39785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7FA8D949-BF9F-4E8D-90AB-393383557AC8}"/>
              </a:ext>
            </a:extLst>
          </p:cNvPr>
          <p:cNvCxnSpPr>
            <a:cxnSpLocks/>
          </p:cNvCxnSpPr>
          <p:nvPr/>
        </p:nvCxnSpPr>
        <p:spPr>
          <a:xfrm rot="10800000" flipH="1">
            <a:off x="6780376" y="4604171"/>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A13DB6CA-C304-4D55-8C0B-E198A77DD3B1}"/>
              </a:ext>
            </a:extLst>
          </p:cNvPr>
          <p:cNvCxnSpPr>
            <a:cxnSpLocks/>
          </p:cNvCxnSpPr>
          <p:nvPr/>
        </p:nvCxnSpPr>
        <p:spPr>
          <a:xfrm flipH="1">
            <a:off x="6740686" y="337842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2" name="TextBox 241">
            <a:extLst>
              <a:ext uri="{FF2B5EF4-FFF2-40B4-BE49-F238E27FC236}">
                <a16:creationId xmlns:a16="http://schemas.microsoft.com/office/drawing/2014/main" id="{AB646A61-EEA3-4F61-9CBF-E036EE346163}"/>
              </a:ext>
            </a:extLst>
          </p:cNvPr>
          <p:cNvSpPr txBox="1"/>
          <p:nvPr/>
        </p:nvSpPr>
        <p:spPr>
          <a:xfrm>
            <a:off x="6372688" y="332904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243" name="TextBox 242">
            <a:extLst>
              <a:ext uri="{FF2B5EF4-FFF2-40B4-BE49-F238E27FC236}">
                <a16:creationId xmlns:a16="http://schemas.microsoft.com/office/drawing/2014/main" id="{12BFF284-AAEC-469D-96FA-0A1692C69DA3}"/>
              </a:ext>
            </a:extLst>
          </p:cNvPr>
          <p:cNvSpPr txBox="1"/>
          <p:nvPr/>
        </p:nvSpPr>
        <p:spPr>
          <a:xfrm>
            <a:off x="6913513" y="4215618"/>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244" name="TextBox 243">
            <a:extLst>
              <a:ext uri="{FF2B5EF4-FFF2-40B4-BE49-F238E27FC236}">
                <a16:creationId xmlns:a16="http://schemas.microsoft.com/office/drawing/2014/main" id="{0C3BE554-77B2-49C7-83DF-5CE3F4E5753C}"/>
              </a:ext>
            </a:extLst>
          </p:cNvPr>
          <p:cNvSpPr txBox="1"/>
          <p:nvPr/>
        </p:nvSpPr>
        <p:spPr>
          <a:xfrm>
            <a:off x="6920422" y="327781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247" name="TextBox 246">
            <a:extLst>
              <a:ext uri="{FF2B5EF4-FFF2-40B4-BE49-F238E27FC236}">
                <a16:creationId xmlns:a16="http://schemas.microsoft.com/office/drawing/2014/main" id="{F6F5C3F4-5656-4EAA-BF06-7CDB66CE88E8}"/>
              </a:ext>
            </a:extLst>
          </p:cNvPr>
          <p:cNvSpPr txBox="1"/>
          <p:nvPr/>
        </p:nvSpPr>
        <p:spPr>
          <a:xfrm>
            <a:off x="6146166" y="2833293"/>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248" name="TextBox 247">
            <a:extLst>
              <a:ext uri="{FF2B5EF4-FFF2-40B4-BE49-F238E27FC236}">
                <a16:creationId xmlns:a16="http://schemas.microsoft.com/office/drawing/2014/main" id="{F4F3CE88-5333-4691-BE7B-6C411C108FEE}"/>
              </a:ext>
            </a:extLst>
          </p:cNvPr>
          <p:cNvSpPr txBox="1"/>
          <p:nvPr/>
        </p:nvSpPr>
        <p:spPr>
          <a:xfrm>
            <a:off x="6973981" y="2636216"/>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sp>
        <p:nvSpPr>
          <p:cNvPr id="249" name="TextBox 248">
            <a:extLst>
              <a:ext uri="{FF2B5EF4-FFF2-40B4-BE49-F238E27FC236}">
                <a16:creationId xmlns:a16="http://schemas.microsoft.com/office/drawing/2014/main" id="{1B6E9C36-048D-4AC0-BDE7-AFBA1DD8E696}"/>
              </a:ext>
            </a:extLst>
          </p:cNvPr>
          <p:cNvSpPr txBox="1"/>
          <p:nvPr/>
        </p:nvSpPr>
        <p:spPr>
          <a:xfrm>
            <a:off x="6454963" y="2205139"/>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p>
        </p:txBody>
      </p:sp>
      <p:sp>
        <p:nvSpPr>
          <p:cNvPr id="250" name="TextBox 249">
            <a:extLst>
              <a:ext uri="{FF2B5EF4-FFF2-40B4-BE49-F238E27FC236}">
                <a16:creationId xmlns:a16="http://schemas.microsoft.com/office/drawing/2014/main" id="{FF4C9AAD-6DFB-478F-823F-DFF45839B5A0}"/>
              </a:ext>
            </a:extLst>
          </p:cNvPr>
          <p:cNvSpPr txBox="1"/>
          <p:nvPr/>
        </p:nvSpPr>
        <p:spPr>
          <a:xfrm>
            <a:off x="6754297" y="1346211"/>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p>
        </p:txBody>
      </p:sp>
      <p:sp>
        <p:nvSpPr>
          <p:cNvPr id="320" name="Rectangle 197">
            <a:extLst>
              <a:ext uri="{FF2B5EF4-FFF2-40B4-BE49-F238E27FC236}">
                <a16:creationId xmlns:a16="http://schemas.microsoft.com/office/drawing/2014/main" id="{4D6AD9E7-B8F3-411B-81C9-FBC210EA5F9B}"/>
              </a:ext>
            </a:extLst>
          </p:cNvPr>
          <p:cNvSpPr/>
          <p:nvPr/>
        </p:nvSpPr>
        <p:spPr>
          <a:xfrm rot="5400000">
            <a:off x="11070984" y="3586279"/>
            <a:ext cx="1403952" cy="79950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72" name="Rectangle 371">
            <a:extLst>
              <a:ext uri="{FF2B5EF4-FFF2-40B4-BE49-F238E27FC236}">
                <a16:creationId xmlns:a16="http://schemas.microsoft.com/office/drawing/2014/main" id="{BD07D9AF-1730-4DBE-A9B7-07FCE23E6BCB}"/>
              </a:ext>
            </a:extLst>
          </p:cNvPr>
          <p:cNvSpPr/>
          <p:nvPr/>
        </p:nvSpPr>
        <p:spPr>
          <a:xfrm rot="5400000">
            <a:off x="9974620" y="1279979"/>
            <a:ext cx="1406858" cy="1399986"/>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1875"/>
              <a:gd name="connsiteY0" fmla="*/ 0 h 1776224"/>
              <a:gd name="connsiteX1" fmla="*/ 1401875 w 1401875"/>
              <a:gd name="connsiteY1" fmla="*/ 369094 h 1776224"/>
              <a:gd name="connsiteX2" fmla="*/ 1399494 w 1401875"/>
              <a:gd name="connsiteY2" fmla="*/ 1776224 h 1776224"/>
              <a:gd name="connsiteX3" fmla="*/ 0 w 1401875"/>
              <a:gd name="connsiteY3" fmla="*/ 1776224 h 1776224"/>
              <a:gd name="connsiteX4" fmla="*/ 0 w 1401875"/>
              <a:gd name="connsiteY4" fmla="*/ 0 h 1776224"/>
              <a:gd name="connsiteX0" fmla="*/ 0 w 1401877"/>
              <a:gd name="connsiteY0" fmla="*/ 0 h 1776224"/>
              <a:gd name="connsiteX1" fmla="*/ 1401877 w 1401877"/>
              <a:gd name="connsiteY1" fmla="*/ 373857 h 1776224"/>
              <a:gd name="connsiteX2" fmla="*/ 1399494 w 1401877"/>
              <a:gd name="connsiteY2" fmla="*/ 1776224 h 1776224"/>
              <a:gd name="connsiteX3" fmla="*/ 0 w 1401877"/>
              <a:gd name="connsiteY3" fmla="*/ 1776224 h 1776224"/>
              <a:gd name="connsiteX4" fmla="*/ 0 w 1401877"/>
              <a:gd name="connsiteY4" fmla="*/ 0 h 1776224"/>
              <a:gd name="connsiteX0" fmla="*/ 3 w 1401877"/>
              <a:gd name="connsiteY0" fmla="*/ 0 h 1409511"/>
              <a:gd name="connsiteX1" fmla="*/ 1401877 w 1401877"/>
              <a:gd name="connsiteY1" fmla="*/ 7144 h 1409511"/>
              <a:gd name="connsiteX2" fmla="*/ 1399494 w 1401877"/>
              <a:gd name="connsiteY2" fmla="*/ 1409511 h 1409511"/>
              <a:gd name="connsiteX3" fmla="*/ 0 w 1401877"/>
              <a:gd name="connsiteY3" fmla="*/ 1409511 h 1409511"/>
              <a:gd name="connsiteX4" fmla="*/ 3 w 1401877"/>
              <a:gd name="connsiteY4" fmla="*/ 0 h 1409511"/>
              <a:gd name="connsiteX0" fmla="*/ 3 w 1401877"/>
              <a:gd name="connsiteY0" fmla="*/ 9525 h 1402367"/>
              <a:gd name="connsiteX1" fmla="*/ 1401877 w 1401877"/>
              <a:gd name="connsiteY1" fmla="*/ 0 h 1402367"/>
              <a:gd name="connsiteX2" fmla="*/ 1399494 w 1401877"/>
              <a:gd name="connsiteY2" fmla="*/ 1402367 h 1402367"/>
              <a:gd name="connsiteX3" fmla="*/ 0 w 1401877"/>
              <a:gd name="connsiteY3" fmla="*/ 1402367 h 1402367"/>
              <a:gd name="connsiteX4" fmla="*/ 3 w 1401877"/>
              <a:gd name="connsiteY4" fmla="*/ 9525 h 1402367"/>
              <a:gd name="connsiteX0" fmla="*/ 3 w 1401877"/>
              <a:gd name="connsiteY0" fmla="*/ 0 h 1421417"/>
              <a:gd name="connsiteX1" fmla="*/ 1401877 w 1401877"/>
              <a:gd name="connsiteY1" fmla="*/ 19050 h 1421417"/>
              <a:gd name="connsiteX2" fmla="*/ 1399494 w 1401877"/>
              <a:gd name="connsiteY2" fmla="*/ 1421417 h 1421417"/>
              <a:gd name="connsiteX3" fmla="*/ 0 w 1401877"/>
              <a:gd name="connsiteY3" fmla="*/ 1421417 h 1421417"/>
              <a:gd name="connsiteX4" fmla="*/ 3 w 1401877"/>
              <a:gd name="connsiteY4" fmla="*/ 0 h 1421417"/>
              <a:gd name="connsiteX0" fmla="*/ 2384 w 1401877"/>
              <a:gd name="connsiteY0" fmla="*/ 0 h 1416655"/>
              <a:gd name="connsiteX1" fmla="*/ 1401877 w 1401877"/>
              <a:gd name="connsiteY1" fmla="*/ 14288 h 1416655"/>
              <a:gd name="connsiteX2" fmla="*/ 1399494 w 1401877"/>
              <a:gd name="connsiteY2" fmla="*/ 1416655 h 1416655"/>
              <a:gd name="connsiteX3" fmla="*/ 0 w 1401877"/>
              <a:gd name="connsiteY3" fmla="*/ 1416655 h 1416655"/>
              <a:gd name="connsiteX4" fmla="*/ 2384 w 1401877"/>
              <a:gd name="connsiteY4" fmla="*/ 0 h 1416655"/>
              <a:gd name="connsiteX0" fmla="*/ 2384 w 1401877"/>
              <a:gd name="connsiteY0" fmla="*/ 0 h 1411892"/>
              <a:gd name="connsiteX1" fmla="*/ 1401877 w 1401877"/>
              <a:gd name="connsiteY1" fmla="*/ 9525 h 1411892"/>
              <a:gd name="connsiteX2" fmla="*/ 1399494 w 1401877"/>
              <a:gd name="connsiteY2" fmla="*/ 1411892 h 1411892"/>
              <a:gd name="connsiteX3" fmla="*/ 0 w 1401877"/>
              <a:gd name="connsiteY3" fmla="*/ 1411892 h 1411892"/>
              <a:gd name="connsiteX4" fmla="*/ 2384 w 1401877"/>
              <a:gd name="connsiteY4" fmla="*/ 0 h 1411892"/>
              <a:gd name="connsiteX0" fmla="*/ 2387 w 1401877"/>
              <a:gd name="connsiteY0" fmla="*/ 0 h 1404749"/>
              <a:gd name="connsiteX1" fmla="*/ 1401877 w 1401877"/>
              <a:gd name="connsiteY1" fmla="*/ 2382 h 1404749"/>
              <a:gd name="connsiteX2" fmla="*/ 1399494 w 1401877"/>
              <a:gd name="connsiteY2" fmla="*/ 1404749 h 1404749"/>
              <a:gd name="connsiteX3" fmla="*/ 0 w 1401877"/>
              <a:gd name="connsiteY3" fmla="*/ 1404749 h 1404749"/>
              <a:gd name="connsiteX4" fmla="*/ 2387 w 1401877"/>
              <a:gd name="connsiteY4" fmla="*/ 0 h 1404749"/>
              <a:gd name="connsiteX0" fmla="*/ 2387 w 1399545"/>
              <a:gd name="connsiteY0" fmla="*/ 0 h 1404749"/>
              <a:gd name="connsiteX1" fmla="*/ 1392352 w 1399545"/>
              <a:gd name="connsiteY1" fmla="*/ 28576 h 1404749"/>
              <a:gd name="connsiteX2" fmla="*/ 1399494 w 1399545"/>
              <a:gd name="connsiteY2" fmla="*/ 1404749 h 1404749"/>
              <a:gd name="connsiteX3" fmla="*/ 0 w 1399545"/>
              <a:gd name="connsiteY3" fmla="*/ 1404749 h 1404749"/>
              <a:gd name="connsiteX4" fmla="*/ 2387 w 1399545"/>
              <a:gd name="connsiteY4" fmla="*/ 0 h 1404749"/>
              <a:gd name="connsiteX0" fmla="*/ 2387 w 1399599"/>
              <a:gd name="connsiteY0" fmla="*/ 0 h 1404749"/>
              <a:gd name="connsiteX1" fmla="*/ 1397115 w 1399599"/>
              <a:gd name="connsiteY1" fmla="*/ 7145 h 1404749"/>
              <a:gd name="connsiteX2" fmla="*/ 1399494 w 1399599"/>
              <a:gd name="connsiteY2" fmla="*/ 1404749 h 1404749"/>
              <a:gd name="connsiteX3" fmla="*/ 0 w 1399599"/>
              <a:gd name="connsiteY3" fmla="*/ 1404749 h 1404749"/>
              <a:gd name="connsiteX4" fmla="*/ 2387 w 1399599"/>
              <a:gd name="connsiteY4" fmla="*/ 0 h 1404749"/>
              <a:gd name="connsiteX0" fmla="*/ 2387 w 1399599"/>
              <a:gd name="connsiteY0" fmla="*/ 2380 h 1407129"/>
              <a:gd name="connsiteX1" fmla="*/ 1397115 w 1399599"/>
              <a:gd name="connsiteY1" fmla="*/ 0 h 1407129"/>
              <a:gd name="connsiteX2" fmla="*/ 1399494 w 1399599"/>
              <a:gd name="connsiteY2" fmla="*/ 1407129 h 1407129"/>
              <a:gd name="connsiteX3" fmla="*/ 0 w 1399599"/>
              <a:gd name="connsiteY3" fmla="*/ 1407129 h 1407129"/>
              <a:gd name="connsiteX4" fmla="*/ 2387 w 1399599"/>
              <a:gd name="connsiteY4" fmla="*/ 2380 h 1407129"/>
              <a:gd name="connsiteX0" fmla="*/ 2387 w 1399599"/>
              <a:gd name="connsiteY0" fmla="*/ 0 h 1404749"/>
              <a:gd name="connsiteX1" fmla="*/ 1397115 w 1399599"/>
              <a:gd name="connsiteY1" fmla="*/ 2382 h 1404749"/>
              <a:gd name="connsiteX2" fmla="*/ 1399494 w 1399599"/>
              <a:gd name="connsiteY2" fmla="*/ 1404749 h 1404749"/>
              <a:gd name="connsiteX3" fmla="*/ 0 w 1399599"/>
              <a:gd name="connsiteY3" fmla="*/ 1404749 h 1404749"/>
              <a:gd name="connsiteX4" fmla="*/ 2387 w 1399599"/>
              <a:gd name="connsiteY4" fmla="*/ 0 h 1404749"/>
              <a:gd name="connsiteX0" fmla="*/ 2387 w 1399723"/>
              <a:gd name="connsiteY0" fmla="*/ 0 h 1404749"/>
              <a:gd name="connsiteX1" fmla="*/ 1399496 w 1399723"/>
              <a:gd name="connsiteY1" fmla="*/ 4764 h 1404749"/>
              <a:gd name="connsiteX2" fmla="*/ 1399494 w 1399723"/>
              <a:gd name="connsiteY2" fmla="*/ 1404749 h 1404749"/>
              <a:gd name="connsiteX3" fmla="*/ 0 w 1399723"/>
              <a:gd name="connsiteY3" fmla="*/ 1404749 h 1404749"/>
              <a:gd name="connsiteX4" fmla="*/ 2387 w 1399723"/>
              <a:gd name="connsiteY4" fmla="*/ 0 h 1404749"/>
              <a:gd name="connsiteX0" fmla="*/ 5 w 1399723"/>
              <a:gd name="connsiteY0" fmla="*/ 0 h 1402367"/>
              <a:gd name="connsiteX1" fmla="*/ 1399496 w 1399723"/>
              <a:gd name="connsiteY1" fmla="*/ 2382 h 1402367"/>
              <a:gd name="connsiteX2" fmla="*/ 1399494 w 1399723"/>
              <a:gd name="connsiteY2" fmla="*/ 1402367 h 1402367"/>
              <a:gd name="connsiteX3" fmla="*/ 0 w 1399723"/>
              <a:gd name="connsiteY3" fmla="*/ 1402367 h 1402367"/>
              <a:gd name="connsiteX4" fmla="*/ 5 w 1399723"/>
              <a:gd name="connsiteY4" fmla="*/ 0 h 1402367"/>
              <a:gd name="connsiteX0" fmla="*/ 5 w 1399723"/>
              <a:gd name="connsiteY0" fmla="*/ 2381 h 1399985"/>
              <a:gd name="connsiteX1" fmla="*/ 1399496 w 1399723"/>
              <a:gd name="connsiteY1" fmla="*/ 0 h 1399985"/>
              <a:gd name="connsiteX2" fmla="*/ 1399494 w 1399723"/>
              <a:gd name="connsiteY2" fmla="*/ 1399985 h 1399985"/>
              <a:gd name="connsiteX3" fmla="*/ 0 w 1399723"/>
              <a:gd name="connsiteY3" fmla="*/ 1399985 h 1399985"/>
              <a:gd name="connsiteX4" fmla="*/ 5 w 1399723"/>
              <a:gd name="connsiteY4" fmla="*/ 2381 h 1399985"/>
              <a:gd name="connsiteX0" fmla="*/ 5 w 1399723"/>
              <a:gd name="connsiteY0" fmla="*/ 2381 h 1399985"/>
              <a:gd name="connsiteX1" fmla="*/ 1399496 w 1399723"/>
              <a:gd name="connsiteY1" fmla="*/ 0 h 1399985"/>
              <a:gd name="connsiteX2" fmla="*/ 1399494 w 1399723"/>
              <a:gd name="connsiteY2" fmla="*/ 1399985 h 1399985"/>
              <a:gd name="connsiteX3" fmla="*/ 0 w 1399723"/>
              <a:gd name="connsiteY3" fmla="*/ 1399985 h 1399985"/>
              <a:gd name="connsiteX4" fmla="*/ 5 w 1399723"/>
              <a:gd name="connsiteY4" fmla="*/ 2381 h 1399985"/>
              <a:gd name="connsiteX0" fmla="*/ 5 w 1399723"/>
              <a:gd name="connsiteY0" fmla="*/ 0 h 1404748"/>
              <a:gd name="connsiteX1" fmla="*/ 1399496 w 1399723"/>
              <a:gd name="connsiteY1" fmla="*/ 4763 h 1404748"/>
              <a:gd name="connsiteX2" fmla="*/ 1399494 w 1399723"/>
              <a:gd name="connsiteY2" fmla="*/ 1404748 h 1404748"/>
              <a:gd name="connsiteX3" fmla="*/ 0 w 1399723"/>
              <a:gd name="connsiteY3" fmla="*/ 1404748 h 1404748"/>
              <a:gd name="connsiteX4" fmla="*/ 5 w 1399723"/>
              <a:gd name="connsiteY4" fmla="*/ 0 h 1404748"/>
              <a:gd name="connsiteX0" fmla="*/ 8 w 1399723"/>
              <a:gd name="connsiteY0" fmla="*/ 0 h 1402367"/>
              <a:gd name="connsiteX1" fmla="*/ 1399496 w 1399723"/>
              <a:gd name="connsiteY1" fmla="*/ 2382 h 1402367"/>
              <a:gd name="connsiteX2" fmla="*/ 1399494 w 1399723"/>
              <a:gd name="connsiteY2" fmla="*/ 1402367 h 1402367"/>
              <a:gd name="connsiteX3" fmla="*/ 0 w 1399723"/>
              <a:gd name="connsiteY3" fmla="*/ 1402367 h 1402367"/>
              <a:gd name="connsiteX4" fmla="*/ 8 w 1399723"/>
              <a:gd name="connsiteY4" fmla="*/ 0 h 1402367"/>
              <a:gd name="connsiteX0" fmla="*/ 0 w 1406858"/>
              <a:gd name="connsiteY0" fmla="*/ 0 h 1399986"/>
              <a:gd name="connsiteX1" fmla="*/ 1406631 w 1406858"/>
              <a:gd name="connsiteY1" fmla="*/ 1 h 1399986"/>
              <a:gd name="connsiteX2" fmla="*/ 1406629 w 1406858"/>
              <a:gd name="connsiteY2" fmla="*/ 1399986 h 1399986"/>
              <a:gd name="connsiteX3" fmla="*/ 7135 w 1406858"/>
              <a:gd name="connsiteY3" fmla="*/ 1399986 h 1399986"/>
              <a:gd name="connsiteX4" fmla="*/ 0 w 1406858"/>
              <a:gd name="connsiteY4" fmla="*/ 0 h 1399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858" h="1399986">
                <a:moveTo>
                  <a:pt x="0" y="0"/>
                </a:moveTo>
                <a:lnTo>
                  <a:pt x="1406631" y="1"/>
                </a:lnTo>
                <a:cubicBezTo>
                  <a:pt x="1405837" y="469044"/>
                  <a:pt x="1407423" y="930943"/>
                  <a:pt x="1406629" y="1399986"/>
                </a:cubicBezTo>
                <a:lnTo>
                  <a:pt x="7135" y="1399986"/>
                </a:lnTo>
                <a:cubicBezTo>
                  <a:pt x="7136" y="935705"/>
                  <a:pt x="-1" y="464281"/>
                  <a:pt x="0"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73" name="Rectangle 372">
            <a:extLst>
              <a:ext uri="{FF2B5EF4-FFF2-40B4-BE49-F238E27FC236}">
                <a16:creationId xmlns:a16="http://schemas.microsoft.com/office/drawing/2014/main" id="{FFB9668A-7B3A-4F8C-974B-72EE755DF4D3}"/>
              </a:ext>
            </a:extLst>
          </p:cNvPr>
          <p:cNvSpPr/>
          <p:nvPr/>
        </p:nvSpPr>
        <p:spPr>
          <a:xfrm rot="5400000">
            <a:off x="12148132" y="1301460"/>
            <a:ext cx="1401524" cy="1361886"/>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399148"/>
              <a:gd name="connsiteY0" fmla="*/ 0 h 1776224"/>
              <a:gd name="connsiteX1" fmla="*/ 1399148 w 1399148"/>
              <a:gd name="connsiteY1" fmla="*/ 0 h 1776224"/>
              <a:gd name="connsiteX2" fmla="*/ 1399148 w 1399148"/>
              <a:gd name="connsiteY2" fmla="*/ 1359506 h 1776224"/>
              <a:gd name="connsiteX3" fmla="*/ 0 w 1399148"/>
              <a:gd name="connsiteY3" fmla="*/ 1776224 h 1776224"/>
              <a:gd name="connsiteX4" fmla="*/ 0 w 1399148"/>
              <a:gd name="connsiteY4" fmla="*/ 0 h 1776224"/>
              <a:gd name="connsiteX0" fmla="*/ 2381 w 1401529"/>
              <a:gd name="connsiteY0" fmla="*/ 0 h 1366649"/>
              <a:gd name="connsiteX1" fmla="*/ 1401529 w 1401529"/>
              <a:gd name="connsiteY1" fmla="*/ 0 h 1366649"/>
              <a:gd name="connsiteX2" fmla="*/ 1401529 w 1401529"/>
              <a:gd name="connsiteY2" fmla="*/ 1359506 h 1366649"/>
              <a:gd name="connsiteX3" fmla="*/ 0 w 1401529"/>
              <a:gd name="connsiteY3" fmla="*/ 1366649 h 1366649"/>
              <a:gd name="connsiteX4" fmla="*/ 2381 w 1401529"/>
              <a:gd name="connsiteY4" fmla="*/ 0 h 1366649"/>
              <a:gd name="connsiteX0" fmla="*/ 7144 w 1406292"/>
              <a:gd name="connsiteY0" fmla="*/ 0 h 1364268"/>
              <a:gd name="connsiteX1" fmla="*/ 1406292 w 1406292"/>
              <a:gd name="connsiteY1" fmla="*/ 0 h 1364268"/>
              <a:gd name="connsiteX2" fmla="*/ 1406292 w 1406292"/>
              <a:gd name="connsiteY2" fmla="*/ 1359506 h 1364268"/>
              <a:gd name="connsiteX3" fmla="*/ 0 w 1406292"/>
              <a:gd name="connsiteY3" fmla="*/ 1364268 h 1364268"/>
              <a:gd name="connsiteX4" fmla="*/ 7144 w 1406292"/>
              <a:gd name="connsiteY4" fmla="*/ 0 h 1364268"/>
              <a:gd name="connsiteX0" fmla="*/ 7144 w 1406292"/>
              <a:gd name="connsiteY0" fmla="*/ 0 h 1359506"/>
              <a:gd name="connsiteX1" fmla="*/ 1406292 w 1406292"/>
              <a:gd name="connsiteY1" fmla="*/ 0 h 1359506"/>
              <a:gd name="connsiteX2" fmla="*/ 1406292 w 1406292"/>
              <a:gd name="connsiteY2" fmla="*/ 1359506 h 1359506"/>
              <a:gd name="connsiteX3" fmla="*/ 0 w 1406292"/>
              <a:gd name="connsiteY3" fmla="*/ 1357124 h 1359506"/>
              <a:gd name="connsiteX4" fmla="*/ 7144 w 1406292"/>
              <a:gd name="connsiteY4" fmla="*/ 0 h 1359506"/>
              <a:gd name="connsiteX0" fmla="*/ 7144 w 1406292"/>
              <a:gd name="connsiteY0" fmla="*/ 0 h 1369030"/>
              <a:gd name="connsiteX1" fmla="*/ 1406292 w 1406292"/>
              <a:gd name="connsiteY1" fmla="*/ 0 h 1369030"/>
              <a:gd name="connsiteX2" fmla="*/ 1406292 w 1406292"/>
              <a:gd name="connsiteY2" fmla="*/ 1359506 h 1369030"/>
              <a:gd name="connsiteX3" fmla="*/ 0 w 1406292"/>
              <a:gd name="connsiteY3" fmla="*/ 1369030 h 1369030"/>
              <a:gd name="connsiteX4" fmla="*/ 7144 w 1406292"/>
              <a:gd name="connsiteY4" fmla="*/ 0 h 1369030"/>
              <a:gd name="connsiteX0" fmla="*/ 4762 w 1403910"/>
              <a:gd name="connsiteY0" fmla="*/ 0 h 1373792"/>
              <a:gd name="connsiteX1" fmla="*/ 1403910 w 1403910"/>
              <a:gd name="connsiteY1" fmla="*/ 0 h 1373792"/>
              <a:gd name="connsiteX2" fmla="*/ 1403910 w 1403910"/>
              <a:gd name="connsiteY2" fmla="*/ 1359506 h 1373792"/>
              <a:gd name="connsiteX3" fmla="*/ 0 w 1403910"/>
              <a:gd name="connsiteY3" fmla="*/ 1373792 h 1373792"/>
              <a:gd name="connsiteX4" fmla="*/ 4762 w 1403910"/>
              <a:gd name="connsiteY4" fmla="*/ 0 h 1373792"/>
              <a:gd name="connsiteX0" fmla="*/ 106 w 1399254"/>
              <a:gd name="connsiteY0" fmla="*/ 0 h 1376174"/>
              <a:gd name="connsiteX1" fmla="*/ 1399254 w 1399254"/>
              <a:gd name="connsiteY1" fmla="*/ 0 h 1376174"/>
              <a:gd name="connsiteX2" fmla="*/ 1399254 w 1399254"/>
              <a:gd name="connsiteY2" fmla="*/ 1359506 h 1376174"/>
              <a:gd name="connsiteX3" fmla="*/ 2487 w 1399254"/>
              <a:gd name="connsiteY3" fmla="*/ 1376174 h 1376174"/>
              <a:gd name="connsiteX4" fmla="*/ 106 w 1399254"/>
              <a:gd name="connsiteY4" fmla="*/ 0 h 1376174"/>
              <a:gd name="connsiteX0" fmla="*/ 106 w 1399254"/>
              <a:gd name="connsiteY0" fmla="*/ 0 h 1366649"/>
              <a:gd name="connsiteX1" fmla="*/ 1399254 w 1399254"/>
              <a:gd name="connsiteY1" fmla="*/ 0 h 1366649"/>
              <a:gd name="connsiteX2" fmla="*/ 1399254 w 1399254"/>
              <a:gd name="connsiteY2" fmla="*/ 1359506 h 1366649"/>
              <a:gd name="connsiteX3" fmla="*/ 2487 w 1399254"/>
              <a:gd name="connsiteY3" fmla="*/ 1366649 h 1366649"/>
              <a:gd name="connsiteX4" fmla="*/ 106 w 1399254"/>
              <a:gd name="connsiteY4" fmla="*/ 0 h 1366649"/>
              <a:gd name="connsiteX0" fmla="*/ 106 w 1399254"/>
              <a:gd name="connsiteY0" fmla="*/ 0 h 1369030"/>
              <a:gd name="connsiteX1" fmla="*/ 1399254 w 1399254"/>
              <a:gd name="connsiteY1" fmla="*/ 0 h 1369030"/>
              <a:gd name="connsiteX2" fmla="*/ 1399254 w 1399254"/>
              <a:gd name="connsiteY2" fmla="*/ 1359506 h 1369030"/>
              <a:gd name="connsiteX3" fmla="*/ 2489 w 1399254"/>
              <a:gd name="connsiteY3" fmla="*/ 1369030 h 1369030"/>
              <a:gd name="connsiteX4" fmla="*/ 106 w 1399254"/>
              <a:gd name="connsiteY4" fmla="*/ 0 h 1369030"/>
              <a:gd name="connsiteX0" fmla="*/ 69 w 1399217"/>
              <a:gd name="connsiteY0" fmla="*/ 0 h 1364268"/>
              <a:gd name="connsiteX1" fmla="*/ 1399217 w 1399217"/>
              <a:gd name="connsiteY1" fmla="*/ 0 h 1364268"/>
              <a:gd name="connsiteX2" fmla="*/ 1399217 w 1399217"/>
              <a:gd name="connsiteY2" fmla="*/ 1359506 h 1364268"/>
              <a:gd name="connsiteX3" fmla="*/ 4833 w 1399217"/>
              <a:gd name="connsiteY3" fmla="*/ 1364268 h 1364268"/>
              <a:gd name="connsiteX4" fmla="*/ 69 w 1399217"/>
              <a:gd name="connsiteY4" fmla="*/ 0 h 1364268"/>
              <a:gd name="connsiteX0" fmla="*/ 2378 w 1401526"/>
              <a:gd name="connsiteY0" fmla="*/ 0 h 1359506"/>
              <a:gd name="connsiteX1" fmla="*/ 1401526 w 1401526"/>
              <a:gd name="connsiteY1" fmla="*/ 0 h 1359506"/>
              <a:gd name="connsiteX2" fmla="*/ 1401526 w 1401526"/>
              <a:gd name="connsiteY2" fmla="*/ 1359506 h 1359506"/>
              <a:gd name="connsiteX3" fmla="*/ 0 w 1401526"/>
              <a:gd name="connsiteY3" fmla="*/ 1357124 h 1359506"/>
              <a:gd name="connsiteX4" fmla="*/ 2378 w 1401526"/>
              <a:gd name="connsiteY4" fmla="*/ 0 h 1359506"/>
              <a:gd name="connsiteX0" fmla="*/ 229 w 1399377"/>
              <a:gd name="connsiteY0" fmla="*/ 0 h 1359506"/>
              <a:gd name="connsiteX1" fmla="*/ 1399377 w 1399377"/>
              <a:gd name="connsiteY1" fmla="*/ 0 h 1359506"/>
              <a:gd name="connsiteX2" fmla="*/ 1399377 w 1399377"/>
              <a:gd name="connsiteY2" fmla="*/ 1359506 h 1359506"/>
              <a:gd name="connsiteX3" fmla="*/ 233 w 1399377"/>
              <a:gd name="connsiteY3" fmla="*/ 1357124 h 1359506"/>
              <a:gd name="connsiteX4" fmla="*/ 229 w 1399377"/>
              <a:gd name="connsiteY4" fmla="*/ 0 h 1359506"/>
              <a:gd name="connsiteX0" fmla="*/ 2376 w 1401524"/>
              <a:gd name="connsiteY0" fmla="*/ 0 h 1364268"/>
              <a:gd name="connsiteX1" fmla="*/ 1401524 w 1401524"/>
              <a:gd name="connsiteY1" fmla="*/ 0 h 1364268"/>
              <a:gd name="connsiteX2" fmla="*/ 1401524 w 1401524"/>
              <a:gd name="connsiteY2" fmla="*/ 1359506 h 1364268"/>
              <a:gd name="connsiteX3" fmla="*/ 0 w 1401524"/>
              <a:gd name="connsiteY3" fmla="*/ 1364268 h 1364268"/>
              <a:gd name="connsiteX4" fmla="*/ 2376 w 1401524"/>
              <a:gd name="connsiteY4" fmla="*/ 0 h 1364268"/>
              <a:gd name="connsiteX0" fmla="*/ 2376 w 1401524"/>
              <a:gd name="connsiteY0" fmla="*/ 0 h 1361886"/>
              <a:gd name="connsiteX1" fmla="*/ 1401524 w 1401524"/>
              <a:gd name="connsiteY1" fmla="*/ 0 h 1361886"/>
              <a:gd name="connsiteX2" fmla="*/ 1401524 w 1401524"/>
              <a:gd name="connsiteY2" fmla="*/ 1359506 h 1361886"/>
              <a:gd name="connsiteX3" fmla="*/ 0 w 1401524"/>
              <a:gd name="connsiteY3" fmla="*/ 1361886 h 1361886"/>
              <a:gd name="connsiteX4" fmla="*/ 2376 w 1401524"/>
              <a:gd name="connsiteY4" fmla="*/ 0 h 1361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524" h="1361886">
                <a:moveTo>
                  <a:pt x="2376" y="0"/>
                </a:moveTo>
                <a:lnTo>
                  <a:pt x="1401524" y="0"/>
                </a:lnTo>
                <a:lnTo>
                  <a:pt x="1401524" y="1359506"/>
                </a:lnTo>
                <a:lnTo>
                  <a:pt x="0" y="1361886"/>
                </a:lnTo>
                <a:cubicBezTo>
                  <a:pt x="794" y="906336"/>
                  <a:pt x="1582" y="455550"/>
                  <a:pt x="2376"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74" name="Oval 373">
            <a:extLst>
              <a:ext uri="{FF2B5EF4-FFF2-40B4-BE49-F238E27FC236}">
                <a16:creationId xmlns:a16="http://schemas.microsoft.com/office/drawing/2014/main" id="{4ADFC6A7-EBA8-44AF-A478-69E9A7D720B7}"/>
              </a:ext>
            </a:extLst>
          </p:cNvPr>
          <p:cNvSpPr/>
          <p:nvPr/>
        </p:nvSpPr>
        <p:spPr>
          <a:xfrm>
            <a:off x="13427152" y="115255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75" name="Oval 374">
            <a:extLst>
              <a:ext uri="{FF2B5EF4-FFF2-40B4-BE49-F238E27FC236}">
                <a16:creationId xmlns:a16="http://schemas.microsoft.com/office/drawing/2014/main" id="{C14F607C-EDF7-4BBD-AED3-F4877E9D2D9B}"/>
              </a:ext>
            </a:extLst>
          </p:cNvPr>
          <p:cNvSpPr/>
          <p:nvPr/>
        </p:nvSpPr>
        <p:spPr>
          <a:xfrm>
            <a:off x="11234544" y="114204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376" name="Oval 375">
            <a:extLst>
              <a:ext uri="{FF2B5EF4-FFF2-40B4-BE49-F238E27FC236}">
                <a16:creationId xmlns:a16="http://schemas.microsoft.com/office/drawing/2014/main" id="{6CAD6F34-27A7-48BC-9A29-04754AE73555}"/>
              </a:ext>
            </a:extLst>
          </p:cNvPr>
          <p:cNvSpPr/>
          <p:nvPr/>
        </p:nvSpPr>
        <p:spPr>
          <a:xfrm>
            <a:off x="9843081" y="114920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377" name="Straight Arrow Connector 376">
            <a:extLst>
              <a:ext uri="{FF2B5EF4-FFF2-40B4-BE49-F238E27FC236}">
                <a16:creationId xmlns:a16="http://schemas.microsoft.com/office/drawing/2014/main" id="{8B7FEB73-2A84-4301-AFAA-7CF233FB00FF}"/>
              </a:ext>
            </a:extLst>
          </p:cNvPr>
          <p:cNvCxnSpPr>
            <a:cxnSpLocks/>
          </p:cNvCxnSpPr>
          <p:nvPr/>
        </p:nvCxnSpPr>
        <p:spPr>
          <a:xfrm rot="16200000" flipV="1">
            <a:off x="11106196" y="210709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8" name="Straight Arrow Connector 377">
            <a:extLst>
              <a:ext uri="{FF2B5EF4-FFF2-40B4-BE49-F238E27FC236}">
                <a16:creationId xmlns:a16="http://schemas.microsoft.com/office/drawing/2014/main" id="{594FB09B-9C71-4B4C-AEA4-DD87534A5AA5}"/>
              </a:ext>
            </a:extLst>
          </p:cNvPr>
          <p:cNvCxnSpPr>
            <a:cxnSpLocks/>
          </p:cNvCxnSpPr>
          <p:nvPr/>
        </p:nvCxnSpPr>
        <p:spPr>
          <a:xfrm rot="5400000" flipV="1">
            <a:off x="12027479" y="207562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9" name="Straight Arrow Connector 378">
            <a:extLst>
              <a:ext uri="{FF2B5EF4-FFF2-40B4-BE49-F238E27FC236}">
                <a16:creationId xmlns:a16="http://schemas.microsoft.com/office/drawing/2014/main" id="{432B6D38-F3D3-47BD-B03F-163361100C06}"/>
              </a:ext>
            </a:extLst>
          </p:cNvPr>
          <p:cNvCxnSpPr>
            <a:cxnSpLocks/>
          </p:cNvCxnSpPr>
          <p:nvPr/>
        </p:nvCxnSpPr>
        <p:spPr>
          <a:xfrm flipV="1">
            <a:off x="10650117" y="259823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0" name="Straight Arrow Connector 379">
            <a:extLst>
              <a:ext uri="{FF2B5EF4-FFF2-40B4-BE49-F238E27FC236}">
                <a16:creationId xmlns:a16="http://schemas.microsoft.com/office/drawing/2014/main" id="{F6CD9049-4F28-41A1-B713-8A5611F24E4C}"/>
              </a:ext>
            </a:extLst>
          </p:cNvPr>
          <p:cNvCxnSpPr>
            <a:cxnSpLocks/>
          </p:cNvCxnSpPr>
          <p:nvPr/>
        </p:nvCxnSpPr>
        <p:spPr>
          <a:xfrm rot="16200000" flipV="1">
            <a:off x="13229344" y="1924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1" name="Straight Arrow Connector 380">
            <a:extLst>
              <a:ext uri="{FF2B5EF4-FFF2-40B4-BE49-F238E27FC236}">
                <a16:creationId xmlns:a16="http://schemas.microsoft.com/office/drawing/2014/main" id="{A64ECA40-E82B-4DE8-92C7-3D6461761C49}"/>
              </a:ext>
            </a:extLst>
          </p:cNvPr>
          <p:cNvCxnSpPr>
            <a:cxnSpLocks/>
          </p:cNvCxnSpPr>
          <p:nvPr/>
        </p:nvCxnSpPr>
        <p:spPr>
          <a:xfrm rot="5400000" flipV="1">
            <a:off x="9854033" y="1956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2" name="TextBox 381">
            <a:extLst>
              <a:ext uri="{FF2B5EF4-FFF2-40B4-BE49-F238E27FC236}">
                <a16:creationId xmlns:a16="http://schemas.microsoft.com/office/drawing/2014/main" id="{9670EB19-8D80-4CE8-801C-2921C82D57B4}"/>
              </a:ext>
            </a:extLst>
          </p:cNvPr>
          <p:cNvSpPr txBox="1"/>
          <p:nvPr/>
        </p:nvSpPr>
        <p:spPr>
          <a:xfrm>
            <a:off x="10691306" y="1744676"/>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383" name="TextBox 382">
            <a:extLst>
              <a:ext uri="{FF2B5EF4-FFF2-40B4-BE49-F238E27FC236}">
                <a16:creationId xmlns:a16="http://schemas.microsoft.com/office/drawing/2014/main" id="{62644080-E582-4747-9B02-8E0B9FE8C3E4}"/>
              </a:ext>
            </a:extLst>
          </p:cNvPr>
          <p:cNvSpPr txBox="1"/>
          <p:nvPr/>
        </p:nvSpPr>
        <p:spPr>
          <a:xfrm>
            <a:off x="12542212" y="1740919"/>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384" name="Straight Arrow Connector 383">
            <a:extLst>
              <a:ext uri="{FF2B5EF4-FFF2-40B4-BE49-F238E27FC236}">
                <a16:creationId xmlns:a16="http://schemas.microsoft.com/office/drawing/2014/main" id="{47DD381D-D400-4132-AC1A-382308F2D025}"/>
              </a:ext>
            </a:extLst>
          </p:cNvPr>
          <p:cNvCxnSpPr>
            <a:cxnSpLocks/>
          </p:cNvCxnSpPr>
          <p:nvPr/>
        </p:nvCxnSpPr>
        <p:spPr>
          <a:xfrm flipV="1">
            <a:off x="12442662" y="259672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5" name="Straight Arrow Connector 384">
            <a:extLst>
              <a:ext uri="{FF2B5EF4-FFF2-40B4-BE49-F238E27FC236}">
                <a16:creationId xmlns:a16="http://schemas.microsoft.com/office/drawing/2014/main" id="{60FD3BEB-398D-4B50-99DE-1259B08455A7}"/>
              </a:ext>
            </a:extLst>
          </p:cNvPr>
          <p:cNvCxnSpPr>
            <a:cxnSpLocks/>
          </p:cNvCxnSpPr>
          <p:nvPr/>
        </p:nvCxnSpPr>
        <p:spPr>
          <a:xfrm rot="10800000" flipV="1">
            <a:off x="10650117" y="133977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6" name="Straight Arrow Connector 385">
            <a:extLst>
              <a:ext uri="{FF2B5EF4-FFF2-40B4-BE49-F238E27FC236}">
                <a16:creationId xmlns:a16="http://schemas.microsoft.com/office/drawing/2014/main" id="{AFA15BBF-5A99-4C86-A347-4FAB4754E425}"/>
              </a:ext>
            </a:extLst>
          </p:cNvPr>
          <p:cNvCxnSpPr>
            <a:cxnSpLocks/>
          </p:cNvCxnSpPr>
          <p:nvPr/>
        </p:nvCxnSpPr>
        <p:spPr>
          <a:xfrm rot="10800000" flipV="1">
            <a:off x="12428373" y="134663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2" name="Rectangle 192">
            <a:extLst>
              <a:ext uri="{FF2B5EF4-FFF2-40B4-BE49-F238E27FC236}">
                <a16:creationId xmlns:a16="http://schemas.microsoft.com/office/drawing/2014/main" id="{D9BA27CF-570F-49DD-B8A1-C17B87F4DD14}"/>
              </a:ext>
            </a:extLst>
          </p:cNvPr>
          <p:cNvSpPr/>
          <p:nvPr/>
        </p:nvSpPr>
        <p:spPr>
          <a:xfrm rot="5400000">
            <a:off x="10378837" y="2282174"/>
            <a:ext cx="597422" cy="1399989"/>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604579"/>
              <a:gd name="connsiteY0" fmla="*/ 0 h 1776224"/>
              <a:gd name="connsiteX1" fmla="*/ 604579 w 604579"/>
              <a:gd name="connsiteY1" fmla="*/ 381000 h 1776224"/>
              <a:gd name="connsiteX2" fmla="*/ 595051 w 604579"/>
              <a:gd name="connsiteY2" fmla="*/ 1776224 h 1776224"/>
              <a:gd name="connsiteX3" fmla="*/ 0 w 604579"/>
              <a:gd name="connsiteY3" fmla="*/ 1776224 h 1776224"/>
              <a:gd name="connsiteX4" fmla="*/ 0 w 604579"/>
              <a:gd name="connsiteY4" fmla="*/ 0 h 1776224"/>
              <a:gd name="connsiteX0" fmla="*/ 0 w 595051"/>
              <a:gd name="connsiteY0" fmla="*/ 0 h 1776224"/>
              <a:gd name="connsiteX1" fmla="*/ 590294 w 595051"/>
              <a:gd name="connsiteY1" fmla="*/ 381000 h 1776224"/>
              <a:gd name="connsiteX2" fmla="*/ 595051 w 595051"/>
              <a:gd name="connsiteY2" fmla="*/ 1776224 h 1776224"/>
              <a:gd name="connsiteX3" fmla="*/ 0 w 595051"/>
              <a:gd name="connsiteY3" fmla="*/ 1776224 h 1776224"/>
              <a:gd name="connsiteX4" fmla="*/ 0 w 595051"/>
              <a:gd name="connsiteY4" fmla="*/ 0 h 1776224"/>
              <a:gd name="connsiteX0" fmla="*/ 0 w 595516"/>
              <a:gd name="connsiteY0" fmla="*/ 0 h 1776224"/>
              <a:gd name="connsiteX1" fmla="*/ 595060 w 595516"/>
              <a:gd name="connsiteY1" fmla="*/ 376237 h 1776224"/>
              <a:gd name="connsiteX2" fmla="*/ 595051 w 595516"/>
              <a:gd name="connsiteY2" fmla="*/ 1776224 h 1776224"/>
              <a:gd name="connsiteX3" fmla="*/ 0 w 595516"/>
              <a:gd name="connsiteY3" fmla="*/ 1776224 h 1776224"/>
              <a:gd name="connsiteX4" fmla="*/ 0 w 595516"/>
              <a:gd name="connsiteY4" fmla="*/ 0 h 1776224"/>
              <a:gd name="connsiteX0" fmla="*/ 0 w 595516"/>
              <a:gd name="connsiteY0" fmla="*/ 0 h 1776224"/>
              <a:gd name="connsiteX1" fmla="*/ 595060 w 595516"/>
              <a:gd name="connsiteY1" fmla="*/ 383381 h 1776224"/>
              <a:gd name="connsiteX2" fmla="*/ 595051 w 595516"/>
              <a:gd name="connsiteY2" fmla="*/ 1776224 h 1776224"/>
              <a:gd name="connsiteX3" fmla="*/ 0 w 595516"/>
              <a:gd name="connsiteY3" fmla="*/ 1776224 h 1776224"/>
              <a:gd name="connsiteX4" fmla="*/ 0 w 595516"/>
              <a:gd name="connsiteY4" fmla="*/ 0 h 1776224"/>
              <a:gd name="connsiteX0" fmla="*/ 0 w 595051"/>
              <a:gd name="connsiteY0" fmla="*/ 0 h 1776224"/>
              <a:gd name="connsiteX1" fmla="*/ 590298 w 595051"/>
              <a:gd name="connsiteY1" fmla="*/ 395287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1 w 595051"/>
              <a:gd name="connsiteY1" fmla="*/ 385762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4 w 595051"/>
              <a:gd name="connsiteY1" fmla="*/ 380999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2689 w 595051"/>
              <a:gd name="connsiteY1" fmla="*/ 378618 h 1776224"/>
              <a:gd name="connsiteX2" fmla="*/ 595051 w 595051"/>
              <a:gd name="connsiteY2" fmla="*/ 1776224 h 1776224"/>
              <a:gd name="connsiteX3" fmla="*/ 0 w 595051"/>
              <a:gd name="connsiteY3" fmla="*/ 1776224 h 1776224"/>
              <a:gd name="connsiteX4" fmla="*/ 0 w 595051"/>
              <a:gd name="connsiteY4" fmla="*/ 0 h 1776224"/>
              <a:gd name="connsiteX0" fmla="*/ 0 w 602193"/>
              <a:gd name="connsiteY0" fmla="*/ 0 h 1402368"/>
              <a:gd name="connsiteX1" fmla="*/ 599831 w 602193"/>
              <a:gd name="connsiteY1" fmla="*/ 4762 h 1402368"/>
              <a:gd name="connsiteX2" fmla="*/ 602193 w 602193"/>
              <a:gd name="connsiteY2" fmla="*/ 1402368 h 1402368"/>
              <a:gd name="connsiteX3" fmla="*/ 7142 w 602193"/>
              <a:gd name="connsiteY3" fmla="*/ 1402368 h 1402368"/>
              <a:gd name="connsiteX4" fmla="*/ 0 w 602193"/>
              <a:gd name="connsiteY4" fmla="*/ 0 h 1402368"/>
              <a:gd name="connsiteX0" fmla="*/ 26330 w 595182"/>
              <a:gd name="connsiteY0" fmla="*/ 0 h 1399987"/>
              <a:gd name="connsiteX1" fmla="*/ 592820 w 595182"/>
              <a:gd name="connsiteY1" fmla="*/ 2381 h 1399987"/>
              <a:gd name="connsiteX2" fmla="*/ 595182 w 595182"/>
              <a:gd name="connsiteY2" fmla="*/ 1399987 h 1399987"/>
              <a:gd name="connsiteX3" fmla="*/ 131 w 595182"/>
              <a:gd name="connsiteY3" fmla="*/ 1399987 h 1399987"/>
              <a:gd name="connsiteX4" fmla="*/ 26330 w 595182"/>
              <a:gd name="connsiteY4" fmla="*/ 0 h 1399987"/>
              <a:gd name="connsiteX0" fmla="*/ 5156 w 595436"/>
              <a:gd name="connsiteY0" fmla="*/ 0 h 1399988"/>
              <a:gd name="connsiteX1" fmla="*/ 593074 w 595436"/>
              <a:gd name="connsiteY1" fmla="*/ 2382 h 1399988"/>
              <a:gd name="connsiteX2" fmla="*/ 595436 w 595436"/>
              <a:gd name="connsiteY2" fmla="*/ 1399988 h 1399988"/>
              <a:gd name="connsiteX3" fmla="*/ 385 w 595436"/>
              <a:gd name="connsiteY3" fmla="*/ 1399988 h 1399988"/>
              <a:gd name="connsiteX4" fmla="*/ 5156 w 595436"/>
              <a:gd name="connsiteY4" fmla="*/ 0 h 1399988"/>
              <a:gd name="connsiteX0" fmla="*/ 2881 w 595543"/>
              <a:gd name="connsiteY0" fmla="*/ 0 h 1399988"/>
              <a:gd name="connsiteX1" fmla="*/ 593181 w 595543"/>
              <a:gd name="connsiteY1" fmla="*/ 2382 h 1399988"/>
              <a:gd name="connsiteX2" fmla="*/ 595543 w 595543"/>
              <a:gd name="connsiteY2" fmla="*/ 1399988 h 1399988"/>
              <a:gd name="connsiteX3" fmla="*/ 492 w 595543"/>
              <a:gd name="connsiteY3" fmla="*/ 1399988 h 1399988"/>
              <a:gd name="connsiteX4" fmla="*/ 2881 w 595543"/>
              <a:gd name="connsiteY4" fmla="*/ 0 h 1399988"/>
              <a:gd name="connsiteX0" fmla="*/ 697 w 595737"/>
              <a:gd name="connsiteY0" fmla="*/ 0 h 1399989"/>
              <a:gd name="connsiteX1" fmla="*/ 593375 w 595737"/>
              <a:gd name="connsiteY1" fmla="*/ 2383 h 1399989"/>
              <a:gd name="connsiteX2" fmla="*/ 595737 w 595737"/>
              <a:gd name="connsiteY2" fmla="*/ 1399989 h 1399989"/>
              <a:gd name="connsiteX3" fmla="*/ 686 w 595737"/>
              <a:gd name="connsiteY3" fmla="*/ 1399989 h 1399989"/>
              <a:gd name="connsiteX4" fmla="*/ 697 w 595737"/>
              <a:gd name="connsiteY4" fmla="*/ 0 h 1399989"/>
              <a:gd name="connsiteX0" fmla="*/ 0 w 604565"/>
              <a:gd name="connsiteY0" fmla="*/ 0 h 1399989"/>
              <a:gd name="connsiteX1" fmla="*/ 602203 w 604565"/>
              <a:gd name="connsiteY1" fmla="*/ 2383 h 1399989"/>
              <a:gd name="connsiteX2" fmla="*/ 604565 w 604565"/>
              <a:gd name="connsiteY2" fmla="*/ 1399989 h 1399989"/>
              <a:gd name="connsiteX3" fmla="*/ 9514 w 604565"/>
              <a:gd name="connsiteY3" fmla="*/ 1399989 h 1399989"/>
              <a:gd name="connsiteX4" fmla="*/ 0 w 604565"/>
              <a:gd name="connsiteY4" fmla="*/ 0 h 1399989"/>
              <a:gd name="connsiteX0" fmla="*/ 0 w 599803"/>
              <a:gd name="connsiteY0" fmla="*/ 0 h 1399989"/>
              <a:gd name="connsiteX1" fmla="*/ 597441 w 599803"/>
              <a:gd name="connsiteY1" fmla="*/ 2383 h 1399989"/>
              <a:gd name="connsiteX2" fmla="*/ 599803 w 599803"/>
              <a:gd name="connsiteY2" fmla="*/ 1399989 h 1399989"/>
              <a:gd name="connsiteX3" fmla="*/ 4752 w 599803"/>
              <a:gd name="connsiteY3" fmla="*/ 1399989 h 1399989"/>
              <a:gd name="connsiteX4" fmla="*/ 0 w 599803"/>
              <a:gd name="connsiteY4" fmla="*/ 0 h 1399989"/>
              <a:gd name="connsiteX0" fmla="*/ 0 w 599803"/>
              <a:gd name="connsiteY0" fmla="*/ 0 h 1399989"/>
              <a:gd name="connsiteX1" fmla="*/ 597441 w 599803"/>
              <a:gd name="connsiteY1" fmla="*/ 2383 h 1399989"/>
              <a:gd name="connsiteX2" fmla="*/ 599803 w 599803"/>
              <a:gd name="connsiteY2" fmla="*/ 1399989 h 1399989"/>
              <a:gd name="connsiteX3" fmla="*/ 4752 w 599803"/>
              <a:gd name="connsiteY3" fmla="*/ 1399989 h 1399989"/>
              <a:gd name="connsiteX4" fmla="*/ 0 w 599803"/>
              <a:gd name="connsiteY4" fmla="*/ 0 h 1399989"/>
              <a:gd name="connsiteX0" fmla="*/ 0 w 597422"/>
              <a:gd name="connsiteY0" fmla="*/ 0 h 1399989"/>
              <a:gd name="connsiteX1" fmla="*/ 595060 w 597422"/>
              <a:gd name="connsiteY1" fmla="*/ 2383 h 1399989"/>
              <a:gd name="connsiteX2" fmla="*/ 597422 w 597422"/>
              <a:gd name="connsiteY2" fmla="*/ 1399989 h 1399989"/>
              <a:gd name="connsiteX3" fmla="*/ 2371 w 597422"/>
              <a:gd name="connsiteY3" fmla="*/ 1399989 h 1399989"/>
              <a:gd name="connsiteX4" fmla="*/ 0 w 597422"/>
              <a:gd name="connsiteY4" fmla="*/ 0 h 139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7422" h="1399989">
                <a:moveTo>
                  <a:pt x="0" y="0"/>
                </a:moveTo>
                <a:lnTo>
                  <a:pt x="595060" y="2383"/>
                </a:lnTo>
                <a:cubicBezTo>
                  <a:pt x="596646" y="467458"/>
                  <a:pt x="595836" y="934914"/>
                  <a:pt x="597422" y="1399989"/>
                </a:cubicBezTo>
                <a:lnTo>
                  <a:pt x="2371" y="1399989"/>
                </a:lnTo>
                <a:cubicBezTo>
                  <a:pt x="-10" y="932533"/>
                  <a:pt x="2381" y="467456"/>
                  <a:pt x="0"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23" name="Rectangle 193">
            <a:extLst>
              <a:ext uri="{FF2B5EF4-FFF2-40B4-BE49-F238E27FC236}">
                <a16:creationId xmlns:a16="http://schemas.microsoft.com/office/drawing/2014/main" id="{4B476FB7-7E25-463A-8AA4-D65883572C15}"/>
              </a:ext>
            </a:extLst>
          </p:cNvPr>
          <p:cNvSpPr/>
          <p:nvPr/>
        </p:nvSpPr>
        <p:spPr>
          <a:xfrm rot="5400000">
            <a:off x="12552326" y="2301407"/>
            <a:ext cx="595054" cy="1360299"/>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595054"/>
              <a:gd name="connsiteY0" fmla="*/ 0 h 1776224"/>
              <a:gd name="connsiteX1" fmla="*/ 595051 w 595054"/>
              <a:gd name="connsiteY1" fmla="*/ 0 h 1776224"/>
              <a:gd name="connsiteX2" fmla="*/ 595054 w 595054"/>
              <a:gd name="connsiteY2" fmla="*/ 1360299 h 1776224"/>
              <a:gd name="connsiteX3" fmla="*/ 0 w 595054"/>
              <a:gd name="connsiteY3" fmla="*/ 1776224 h 1776224"/>
              <a:gd name="connsiteX4" fmla="*/ 0 w 595054"/>
              <a:gd name="connsiteY4" fmla="*/ 0 h 1776224"/>
              <a:gd name="connsiteX0" fmla="*/ 0 w 595054"/>
              <a:gd name="connsiteY0" fmla="*/ 0 h 1366649"/>
              <a:gd name="connsiteX1" fmla="*/ 595051 w 595054"/>
              <a:gd name="connsiteY1" fmla="*/ 0 h 1366649"/>
              <a:gd name="connsiteX2" fmla="*/ 595054 w 595054"/>
              <a:gd name="connsiteY2" fmla="*/ 1360299 h 1366649"/>
              <a:gd name="connsiteX3" fmla="*/ 0 w 595054"/>
              <a:gd name="connsiteY3" fmla="*/ 1366649 h 1366649"/>
              <a:gd name="connsiteX4" fmla="*/ 0 w 595054"/>
              <a:gd name="connsiteY4" fmla="*/ 0 h 1366649"/>
              <a:gd name="connsiteX0" fmla="*/ 0 w 595054"/>
              <a:gd name="connsiteY0" fmla="*/ 0 h 1364268"/>
              <a:gd name="connsiteX1" fmla="*/ 595051 w 595054"/>
              <a:gd name="connsiteY1" fmla="*/ 0 h 1364268"/>
              <a:gd name="connsiteX2" fmla="*/ 595054 w 595054"/>
              <a:gd name="connsiteY2" fmla="*/ 1360299 h 1364268"/>
              <a:gd name="connsiteX3" fmla="*/ 3 w 595054"/>
              <a:gd name="connsiteY3" fmla="*/ 1364268 h 1364268"/>
              <a:gd name="connsiteX4" fmla="*/ 0 w 595054"/>
              <a:gd name="connsiteY4" fmla="*/ 0 h 1364268"/>
              <a:gd name="connsiteX0" fmla="*/ 0 w 595054"/>
              <a:gd name="connsiteY0" fmla="*/ 0 h 1360299"/>
              <a:gd name="connsiteX1" fmla="*/ 595051 w 595054"/>
              <a:gd name="connsiteY1" fmla="*/ 0 h 1360299"/>
              <a:gd name="connsiteX2" fmla="*/ 595054 w 595054"/>
              <a:gd name="connsiteY2" fmla="*/ 1360299 h 1360299"/>
              <a:gd name="connsiteX3" fmla="*/ 3 w 595054"/>
              <a:gd name="connsiteY3" fmla="*/ 1359505 h 1360299"/>
              <a:gd name="connsiteX4" fmla="*/ 0 w 595054"/>
              <a:gd name="connsiteY4" fmla="*/ 0 h 1360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4" h="1360299">
                <a:moveTo>
                  <a:pt x="0" y="0"/>
                </a:moveTo>
                <a:lnTo>
                  <a:pt x="595051" y="0"/>
                </a:lnTo>
                <a:lnTo>
                  <a:pt x="595054" y="1360299"/>
                </a:lnTo>
                <a:lnTo>
                  <a:pt x="3" y="1359505"/>
                </a:lnTo>
                <a:cubicBezTo>
                  <a:pt x="2" y="906337"/>
                  <a:pt x="1" y="453168"/>
                  <a:pt x="0"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24" name="Rectangle 197">
            <a:extLst>
              <a:ext uri="{FF2B5EF4-FFF2-40B4-BE49-F238E27FC236}">
                <a16:creationId xmlns:a16="http://schemas.microsoft.com/office/drawing/2014/main" id="{86CF23A3-DE55-44AD-8DD8-84234AFE0479}"/>
              </a:ext>
            </a:extLst>
          </p:cNvPr>
          <p:cNvSpPr/>
          <p:nvPr/>
        </p:nvSpPr>
        <p:spPr>
          <a:xfrm rot="5400000">
            <a:off x="9973542" y="3283599"/>
            <a:ext cx="1404256" cy="1395224"/>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25" name="Rectangle 198">
            <a:extLst>
              <a:ext uri="{FF2B5EF4-FFF2-40B4-BE49-F238E27FC236}">
                <a16:creationId xmlns:a16="http://schemas.microsoft.com/office/drawing/2014/main" id="{A8FDC33E-3649-4E09-907D-9B6F4C1CE763}"/>
              </a:ext>
            </a:extLst>
          </p:cNvPr>
          <p:cNvSpPr/>
          <p:nvPr/>
        </p:nvSpPr>
        <p:spPr>
          <a:xfrm rot="5400000">
            <a:off x="12145793" y="3303968"/>
            <a:ext cx="1410961" cy="1357124"/>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403910"/>
              <a:gd name="connsiteY0" fmla="*/ 0 h 1776224"/>
              <a:gd name="connsiteX1" fmla="*/ 1399148 w 1403910"/>
              <a:gd name="connsiteY1" fmla="*/ 0 h 1776224"/>
              <a:gd name="connsiteX2" fmla="*/ 1403910 w 1403910"/>
              <a:gd name="connsiteY2" fmla="*/ 1357124 h 1776224"/>
              <a:gd name="connsiteX3" fmla="*/ 0 w 1403910"/>
              <a:gd name="connsiteY3" fmla="*/ 1776224 h 1776224"/>
              <a:gd name="connsiteX4" fmla="*/ 0 w 1403910"/>
              <a:gd name="connsiteY4" fmla="*/ 0 h 1776224"/>
              <a:gd name="connsiteX0" fmla="*/ 4763 w 1408673"/>
              <a:gd name="connsiteY0" fmla="*/ 0 h 1357124"/>
              <a:gd name="connsiteX1" fmla="*/ 1403911 w 1408673"/>
              <a:gd name="connsiteY1" fmla="*/ 0 h 1357124"/>
              <a:gd name="connsiteX2" fmla="*/ 1408673 w 1408673"/>
              <a:gd name="connsiteY2" fmla="*/ 1357124 h 1357124"/>
              <a:gd name="connsiteX3" fmla="*/ 0 w 1408673"/>
              <a:gd name="connsiteY3" fmla="*/ 1347599 h 1357124"/>
              <a:gd name="connsiteX4" fmla="*/ 4763 w 1408673"/>
              <a:gd name="connsiteY4" fmla="*/ 0 h 1357124"/>
              <a:gd name="connsiteX0" fmla="*/ 212 w 1404122"/>
              <a:gd name="connsiteY0" fmla="*/ 0 h 1366649"/>
              <a:gd name="connsiteX1" fmla="*/ 1399360 w 1404122"/>
              <a:gd name="connsiteY1" fmla="*/ 0 h 1366649"/>
              <a:gd name="connsiteX2" fmla="*/ 1404122 w 1404122"/>
              <a:gd name="connsiteY2" fmla="*/ 1357124 h 1366649"/>
              <a:gd name="connsiteX3" fmla="*/ 4977 w 1404122"/>
              <a:gd name="connsiteY3" fmla="*/ 1366649 h 1366649"/>
              <a:gd name="connsiteX4" fmla="*/ 212 w 1404122"/>
              <a:gd name="connsiteY4" fmla="*/ 0 h 1366649"/>
              <a:gd name="connsiteX0" fmla="*/ 2377 w 1406287"/>
              <a:gd name="connsiteY0" fmla="*/ 0 h 1371411"/>
              <a:gd name="connsiteX1" fmla="*/ 1401525 w 1406287"/>
              <a:gd name="connsiteY1" fmla="*/ 0 h 1371411"/>
              <a:gd name="connsiteX2" fmla="*/ 1406287 w 1406287"/>
              <a:gd name="connsiteY2" fmla="*/ 1357124 h 1371411"/>
              <a:gd name="connsiteX3" fmla="*/ 0 w 1406287"/>
              <a:gd name="connsiteY3" fmla="*/ 1371411 h 1371411"/>
              <a:gd name="connsiteX4" fmla="*/ 2377 w 1406287"/>
              <a:gd name="connsiteY4" fmla="*/ 0 h 1371411"/>
              <a:gd name="connsiteX0" fmla="*/ 2377 w 1406287"/>
              <a:gd name="connsiteY0" fmla="*/ 0 h 1369029"/>
              <a:gd name="connsiteX1" fmla="*/ 1401525 w 1406287"/>
              <a:gd name="connsiteY1" fmla="*/ 0 h 1369029"/>
              <a:gd name="connsiteX2" fmla="*/ 1406287 w 1406287"/>
              <a:gd name="connsiteY2" fmla="*/ 1357124 h 1369029"/>
              <a:gd name="connsiteX3" fmla="*/ 0 w 1406287"/>
              <a:gd name="connsiteY3" fmla="*/ 1369029 h 1369029"/>
              <a:gd name="connsiteX4" fmla="*/ 2377 w 1406287"/>
              <a:gd name="connsiteY4" fmla="*/ 0 h 1369029"/>
              <a:gd name="connsiteX0" fmla="*/ 2377 w 1406287"/>
              <a:gd name="connsiteY0" fmla="*/ 0 h 1357124"/>
              <a:gd name="connsiteX1" fmla="*/ 1401525 w 1406287"/>
              <a:gd name="connsiteY1" fmla="*/ 0 h 1357124"/>
              <a:gd name="connsiteX2" fmla="*/ 1406287 w 1406287"/>
              <a:gd name="connsiteY2" fmla="*/ 1357124 h 1357124"/>
              <a:gd name="connsiteX3" fmla="*/ 0 w 1406287"/>
              <a:gd name="connsiteY3" fmla="*/ 1347598 h 1357124"/>
              <a:gd name="connsiteX4" fmla="*/ 2377 w 1406287"/>
              <a:gd name="connsiteY4" fmla="*/ 0 h 1357124"/>
              <a:gd name="connsiteX0" fmla="*/ 2374 w 1406284"/>
              <a:gd name="connsiteY0" fmla="*/ 0 h 1357124"/>
              <a:gd name="connsiteX1" fmla="*/ 1401522 w 1406284"/>
              <a:gd name="connsiteY1" fmla="*/ 0 h 1357124"/>
              <a:gd name="connsiteX2" fmla="*/ 1406284 w 1406284"/>
              <a:gd name="connsiteY2" fmla="*/ 1357124 h 1357124"/>
              <a:gd name="connsiteX3" fmla="*/ 0 w 1406284"/>
              <a:gd name="connsiteY3" fmla="*/ 1354742 h 1357124"/>
              <a:gd name="connsiteX4" fmla="*/ 2374 w 1406284"/>
              <a:gd name="connsiteY4" fmla="*/ 0 h 1357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284" h="1357124">
                <a:moveTo>
                  <a:pt x="2374" y="0"/>
                </a:moveTo>
                <a:lnTo>
                  <a:pt x="1401522" y="0"/>
                </a:lnTo>
                <a:cubicBezTo>
                  <a:pt x="1403109" y="452375"/>
                  <a:pt x="1404697" y="904749"/>
                  <a:pt x="1406284" y="1357124"/>
                </a:cubicBezTo>
                <a:lnTo>
                  <a:pt x="0" y="1354742"/>
                </a:lnTo>
                <a:cubicBezTo>
                  <a:pt x="1588" y="905542"/>
                  <a:pt x="786" y="449200"/>
                  <a:pt x="2374"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326" name="Oval 325">
            <a:extLst>
              <a:ext uri="{FF2B5EF4-FFF2-40B4-BE49-F238E27FC236}">
                <a16:creationId xmlns:a16="http://schemas.microsoft.com/office/drawing/2014/main" id="{1D6C7812-0F79-4433-BEDD-9E9C7505E73C}"/>
              </a:ext>
            </a:extLst>
          </p:cNvPr>
          <p:cNvSpPr/>
          <p:nvPr/>
        </p:nvSpPr>
        <p:spPr>
          <a:xfrm>
            <a:off x="13427152" y="314795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27" name="Oval 326">
            <a:extLst>
              <a:ext uri="{FF2B5EF4-FFF2-40B4-BE49-F238E27FC236}">
                <a16:creationId xmlns:a16="http://schemas.microsoft.com/office/drawing/2014/main" id="{23C6992D-7850-4C3A-B439-A89CCBA29F84}"/>
              </a:ext>
            </a:extLst>
          </p:cNvPr>
          <p:cNvSpPr/>
          <p:nvPr/>
        </p:nvSpPr>
        <p:spPr>
          <a:xfrm>
            <a:off x="11234545" y="314640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328" name="Oval 327">
            <a:extLst>
              <a:ext uri="{FF2B5EF4-FFF2-40B4-BE49-F238E27FC236}">
                <a16:creationId xmlns:a16="http://schemas.microsoft.com/office/drawing/2014/main" id="{731564F5-4E4D-4277-B9F5-ECECACB1AE99}"/>
              </a:ext>
            </a:extLst>
          </p:cNvPr>
          <p:cNvSpPr/>
          <p:nvPr/>
        </p:nvSpPr>
        <p:spPr>
          <a:xfrm>
            <a:off x="9843081" y="314461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329" name="Straight Arrow Connector 328">
            <a:extLst>
              <a:ext uri="{FF2B5EF4-FFF2-40B4-BE49-F238E27FC236}">
                <a16:creationId xmlns:a16="http://schemas.microsoft.com/office/drawing/2014/main" id="{F87C8F8E-3071-4891-8768-A4A1D58E5C41}"/>
              </a:ext>
            </a:extLst>
          </p:cNvPr>
          <p:cNvCxnSpPr>
            <a:cxnSpLocks/>
          </p:cNvCxnSpPr>
          <p:nvPr/>
        </p:nvCxnSpPr>
        <p:spPr>
          <a:xfrm rot="16200000" flipV="1">
            <a:off x="11063564" y="396474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0" name="Straight Arrow Connector 329">
            <a:extLst>
              <a:ext uri="{FF2B5EF4-FFF2-40B4-BE49-F238E27FC236}">
                <a16:creationId xmlns:a16="http://schemas.microsoft.com/office/drawing/2014/main" id="{99F8F472-4B5F-490A-A227-004D69039CB2}"/>
              </a:ext>
            </a:extLst>
          </p:cNvPr>
          <p:cNvCxnSpPr>
            <a:cxnSpLocks/>
          </p:cNvCxnSpPr>
          <p:nvPr/>
        </p:nvCxnSpPr>
        <p:spPr>
          <a:xfrm rot="5400000" flipV="1">
            <a:off x="12027479" y="399655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1" name="Straight Arrow Connector 330">
            <a:extLst>
              <a:ext uri="{FF2B5EF4-FFF2-40B4-BE49-F238E27FC236}">
                <a16:creationId xmlns:a16="http://schemas.microsoft.com/office/drawing/2014/main" id="{FA61A996-1F80-4BB1-A683-34248A6036C0}"/>
              </a:ext>
            </a:extLst>
          </p:cNvPr>
          <p:cNvCxnSpPr>
            <a:cxnSpLocks/>
          </p:cNvCxnSpPr>
          <p:nvPr/>
        </p:nvCxnSpPr>
        <p:spPr>
          <a:xfrm rot="5400000" flipH="1">
            <a:off x="13358276" y="2981554"/>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2" name="Straight Arrow Connector 331">
            <a:extLst>
              <a:ext uri="{FF2B5EF4-FFF2-40B4-BE49-F238E27FC236}">
                <a16:creationId xmlns:a16="http://schemas.microsoft.com/office/drawing/2014/main" id="{B8BC1F80-221B-48B6-8858-C02B7F2FD832}"/>
              </a:ext>
            </a:extLst>
          </p:cNvPr>
          <p:cNvCxnSpPr>
            <a:cxnSpLocks/>
          </p:cNvCxnSpPr>
          <p:nvPr/>
        </p:nvCxnSpPr>
        <p:spPr>
          <a:xfrm flipV="1">
            <a:off x="10454850" y="459364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3" name="Straight Arrow Connector 332">
            <a:extLst>
              <a:ext uri="{FF2B5EF4-FFF2-40B4-BE49-F238E27FC236}">
                <a16:creationId xmlns:a16="http://schemas.microsoft.com/office/drawing/2014/main" id="{AF5CD5A1-558C-4B76-861F-312AD1CF2B32}"/>
              </a:ext>
            </a:extLst>
          </p:cNvPr>
          <p:cNvCxnSpPr>
            <a:cxnSpLocks/>
          </p:cNvCxnSpPr>
          <p:nvPr/>
        </p:nvCxnSpPr>
        <p:spPr>
          <a:xfrm rot="16200000" flipV="1">
            <a:off x="13229344" y="396474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4" name="TextBox 333">
            <a:extLst>
              <a:ext uri="{FF2B5EF4-FFF2-40B4-BE49-F238E27FC236}">
                <a16:creationId xmlns:a16="http://schemas.microsoft.com/office/drawing/2014/main" id="{9674A490-8170-48F7-9C43-A20652762DA6}"/>
              </a:ext>
            </a:extLst>
          </p:cNvPr>
          <p:cNvSpPr txBox="1"/>
          <p:nvPr/>
        </p:nvSpPr>
        <p:spPr>
          <a:xfrm>
            <a:off x="10984696" y="4227019"/>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335" name="TextBox 334">
            <a:extLst>
              <a:ext uri="{FF2B5EF4-FFF2-40B4-BE49-F238E27FC236}">
                <a16:creationId xmlns:a16="http://schemas.microsoft.com/office/drawing/2014/main" id="{61B7955D-B77A-459F-B613-4478F2ACCA81}"/>
              </a:ext>
            </a:extLst>
          </p:cNvPr>
          <p:cNvSpPr txBox="1"/>
          <p:nvPr/>
        </p:nvSpPr>
        <p:spPr>
          <a:xfrm>
            <a:off x="12110371" y="3334918"/>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336" name="Straight Arrow Connector 335">
            <a:extLst>
              <a:ext uri="{FF2B5EF4-FFF2-40B4-BE49-F238E27FC236}">
                <a16:creationId xmlns:a16="http://schemas.microsoft.com/office/drawing/2014/main" id="{A635FAE3-D1AE-43D3-871A-8424AF98F59F}"/>
              </a:ext>
            </a:extLst>
          </p:cNvPr>
          <p:cNvCxnSpPr>
            <a:cxnSpLocks/>
          </p:cNvCxnSpPr>
          <p:nvPr/>
        </p:nvCxnSpPr>
        <p:spPr>
          <a:xfrm rot="5400000" flipV="1">
            <a:off x="9854033" y="395210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7" name="Oval 336">
            <a:extLst>
              <a:ext uri="{FF2B5EF4-FFF2-40B4-BE49-F238E27FC236}">
                <a16:creationId xmlns:a16="http://schemas.microsoft.com/office/drawing/2014/main" id="{AFEE7A38-2382-4282-B79C-199B42287252}"/>
              </a:ext>
            </a:extLst>
          </p:cNvPr>
          <p:cNvSpPr/>
          <p:nvPr/>
        </p:nvSpPr>
        <p:spPr>
          <a:xfrm>
            <a:off x="9831857" y="454076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338" name="Oval 337">
            <a:extLst>
              <a:ext uri="{FF2B5EF4-FFF2-40B4-BE49-F238E27FC236}">
                <a16:creationId xmlns:a16="http://schemas.microsoft.com/office/drawing/2014/main" id="{C90B7E17-D22D-4FFD-BA67-72EDD517E7CE}"/>
              </a:ext>
            </a:extLst>
          </p:cNvPr>
          <p:cNvSpPr/>
          <p:nvPr/>
        </p:nvSpPr>
        <p:spPr>
          <a:xfrm>
            <a:off x="11250542" y="454076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339" name="Oval 338">
            <a:extLst>
              <a:ext uri="{FF2B5EF4-FFF2-40B4-BE49-F238E27FC236}">
                <a16:creationId xmlns:a16="http://schemas.microsoft.com/office/drawing/2014/main" id="{CFE9C1C6-BC55-4D96-8ABE-A8F8783CE7CA}"/>
              </a:ext>
            </a:extLst>
          </p:cNvPr>
          <p:cNvSpPr/>
          <p:nvPr/>
        </p:nvSpPr>
        <p:spPr>
          <a:xfrm>
            <a:off x="13383789" y="45506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40" name="TextBox 339">
            <a:extLst>
              <a:ext uri="{FF2B5EF4-FFF2-40B4-BE49-F238E27FC236}">
                <a16:creationId xmlns:a16="http://schemas.microsoft.com/office/drawing/2014/main" id="{428B667A-E031-48C8-B9AD-D8F4BB686E7B}"/>
              </a:ext>
            </a:extLst>
          </p:cNvPr>
          <p:cNvSpPr txBox="1"/>
          <p:nvPr/>
        </p:nvSpPr>
        <p:spPr>
          <a:xfrm>
            <a:off x="10573892" y="2803074"/>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341" name="TextBox 340">
            <a:extLst>
              <a:ext uri="{FF2B5EF4-FFF2-40B4-BE49-F238E27FC236}">
                <a16:creationId xmlns:a16="http://schemas.microsoft.com/office/drawing/2014/main" id="{0198993C-1A10-4CFB-A402-E68A5D31DBE9}"/>
              </a:ext>
            </a:extLst>
          </p:cNvPr>
          <p:cNvSpPr txBox="1"/>
          <p:nvPr/>
        </p:nvSpPr>
        <p:spPr>
          <a:xfrm>
            <a:off x="12711631" y="2813522"/>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342" name="TextBox 341">
            <a:extLst>
              <a:ext uri="{FF2B5EF4-FFF2-40B4-BE49-F238E27FC236}">
                <a16:creationId xmlns:a16="http://schemas.microsoft.com/office/drawing/2014/main" id="{4372083A-9111-4BD0-9605-81C75667E49E}"/>
              </a:ext>
            </a:extLst>
          </p:cNvPr>
          <p:cNvSpPr txBox="1"/>
          <p:nvPr/>
        </p:nvSpPr>
        <p:spPr>
          <a:xfrm>
            <a:off x="10534846" y="3756222"/>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343" name="TextBox 342">
            <a:extLst>
              <a:ext uri="{FF2B5EF4-FFF2-40B4-BE49-F238E27FC236}">
                <a16:creationId xmlns:a16="http://schemas.microsoft.com/office/drawing/2014/main" id="{F243497C-838B-4496-AD9A-7B47EDD13EBF}"/>
              </a:ext>
            </a:extLst>
          </p:cNvPr>
          <p:cNvSpPr txBox="1"/>
          <p:nvPr/>
        </p:nvSpPr>
        <p:spPr>
          <a:xfrm>
            <a:off x="12732265" y="3762415"/>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344" name="Straight Arrow Connector 343">
            <a:extLst>
              <a:ext uri="{FF2B5EF4-FFF2-40B4-BE49-F238E27FC236}">
                <a16:creationId xmlns:a16="http://schemas.microsoft.com/office/drawing/2014/main" id="{AABA94C6-C745-40F4-AA18-F1D4909975ED}"/>
              </a:ext>
            </a:extLst>
          </p:cNvPr>
          <p:cNvCxnSpPr>
            <a:cxnSpLocks/>
          </p:cNvCxnSpPr>
          <p:nvPr/>
        </p:nvCxnSpPr>
        <p:spPr>
          <a:xfrm flipV="1">
            <a:off x="12639512" y="459213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5" name="Straight Arrow Connector 344">
            <a:extLst>
              <a:ext uri="{FF2B5EF4-FFF2-40B4-BE49-F238E27FC236}">
                <a16:creationId xmlns:a16="http://schemas.microsoft.com/office/drawing/2014/main" id="{66C1B6E0-159A-4536-A9D6-ED1B42BA0982}"/>
              </a:ext>
            </a:extLst>
          </p:cNvPr>
          <p:cNvCxnSpPr>
            <a:cxnSpLocks/>
          </p:cNvCxnSpPr>
          <p:nvPr/>
        </p:nvCxnSpPr>
        <p:spPr>
          <a:xfrm rot="10800000" flipV="1">
            <a:off x="10445321" y="333518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6" name="Straight Arrow Connector 345">
            <a:extLst>
              <a:ext uri="{FF2B5EF4-FFF2-40B4-BE49-F238E27FC236}">
                <a16:creationId xmlns:a16="http://schemas.microsoft.com/office/drawing/2014/main" id="{7A2AAA18-8251-4F53-A487-CBAD12B298E3}"/>
              </a:ext>
            </a:extLst>
          </p:cNvPr>
          <p:cNvCxnSpPr>
            <a:cxnSpLocks/>
          </p:cNvCxnSpPr>
          <p:nvPr/>
        </p:nvCxnSpPr>
        <p:spPr>
          <a:xfrm rot="10800000" flipV="1">
            <a:off x="12625223" y="334203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7" name="Straight Arrow Connector 346">
            <a:extLst>
              <a:ext uri="{FF2B5EF4-FFF2-40B4-BE49-F238E27FC236}">
                <a16:creationId xmlns:a16="http://schemas.microsoft.com/office/drawing/2014/main" id="{94C0F204-D025-4098-A64A-8B2C9DF45421}"/>
              </a:ext>
            </a:extLst>
          </p:cNvPr>
          <p:cNvCxnSpPr>
            <a:cxnSpLocks/>
          </p:cNvCxnSpPr>
          <p:nvPr/>
        </p:nvCxnSpPr>
        <p:spPr>
          <a:xfrm flipV="1">
            <a:off x="10513506" y="319346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8" name="Straight Arrow Connector 347">
            <a:extLst>
              <a:ext uri="{FF2B5EF4-FFF2-40B4-BE49-F238E27FC236}">
                <a16:creationId xmlns:a16="http://schemas.microsoft.com/office/drawing/2014/main" id="{64BDF4BA-7542-4758-B027-CEE2DF471B1C}"/>
              </a:ext>
            </a:extLst>
          </p:cNvPr>
          <p:cNvCxnSpPr>
            <a:cxnSpLocks/>
          </p:cNvCxnSpPr>
          <p:nvPr/>
        </p:nvCxnSpPr>
        <p:spPr>
          <a:xfrm flipV="1">
            <a:off x="12656973" y="319346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9" name="Straight Arrow Connector 348">
            <a:extLst>
              <a:ext uri="{FF2B5EF4-FFF2-40B4-BE49-F238E27FC236}">
                <a16:creationId xmlns:a16="http://schemas.microsoft.com/office/drawing/2014/main" id="{662E2769-B504-481B-BCB0-D4EF57660EF1}"/>
              </a:ext>
            </a:extLst>
          </p:cNvPr>
          <p:cNvCxnSpPr>
            <a:cxnSpLocks/>
          </p:cNvCxnSpPr>
          <p:nvPr/>
        </p:nvCxnSpPr>
        <p:spPr>
          <a:xfrm rot="10800000" flipV="1">
            <a:off x="12612523" y="274877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0" name="Straight Arrow Connector 349">
            <a:extLst>
              <a:ext uri="{FF2B5EF4-FFF2-40B4-BE49-F238E27FC236}">
                <a16:creationId xmlns:a16="http://schemas.microsoft.com/office/drawing/2014/main" id="{DFA60DE7-1F4B-4BB8-A101-7E7ADAF60CF9}"/>
              </a:ext>
            </a:extLst>
          </p:cNvPr>
          <p:cNvCxnSpPr>
            <a:cxnSpLocks/>
          </p:cNvCxnSpPr>
          <p:nvPr/>
        </p:nvCxnSpPr>
        <p:spPr>
          <a:xfrm rot="10800000" flipV="1">
            <a:off x="10472086" y="27305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1" name="Straight Arrow Connector 350">
            <a:extLst>
              <a:ext uri="{FF2B5EF4-FFF2-40B4-BE49-F238E27FC236}">
                <a16:creationId xmlns:a16="http://schemas.microsoft.com/office/drawing/2014/main" id="{3FC5CFCA-471D-42AA-BCA4-3149D2B6EB12}"/>
              </a:ext>
            </a:extLst>
          </p:cNvPr>
          <p:cNvCxnSpPr>
            <a:cxnSpLocks/>
          </p:cNvCxnSpPr>
          <p:nvPr/>
        </p:nvCxnSpPr>
        <p:spPr>
          <a:xfrm rot="5400000" flipH="1">
            <a:off x="11220536" y="295776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2" name="Straight Arrow Connector 351">
            <a:extLst>
              <a:ext uri="{FF2B5EF4-FFF2-40B4-BE49-F238E27FC236}">
                <a16:creationId xmlns:a16="http://schemas.microsoft.com/office/drawing/2014/main" id="{E4A99097-B7C6-4443-AC4D-89E045D6FFAD}"/>
              </a:ext>
            </a:extLst>
          </p:cNvPr>
          <p:cNvCxnSpPr>
            <a:cxnSpLocks/>
          </p:cNvCxnSpPr>
          <p:nvPr/>
        </p:nvCxnSpPr>
        <p:spPr>
          <a:xfrm rot="16200000" flipH="1">
            <a:off x="9937671" y="296996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3" name="Straight Arrow Connector 352">
            <a:extLst>
              <a:ext uri="{FF2B5EF4-FFF2-40B4-BE49-F238E27FC236}">
                <a16:creationId xmlns:a16="http://schemas.microsoft.com/office/drawing/2014/main" id="{095AE12C-9DC6-4006-AAE9-14FDE3F484DD}"/>
              </a:ext>
            </a:extLst>
          </p:cNvPr>
          <p:cNvCxnSpPr>
            <a:cxnSpLocks/>
          </p:cNvCxnSpPr>
          <p:nvPr/>
        </p:nvCxnSpPr>
        <p:spPr>
          <a:xfrm rot="-5400000" flipH="1">
            <a:off x="12126483" y="300554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4" name="Oval 353">
            <a:extLst>
              <a:ext uri="{FF2B5EF4-FFF2-40B4-BE49-F238E27FC236}">
                <a16:creationId xmlns:a16="http://schemas.microsoft.com/office/drawing/2014/main" id="{F32734E9-B8CE-4C3C-9C3E-D935A255CCA5}"/>
              </a:ext>
            </a:extLst>
          </p:cNvPr>
          <p:cNvSpPr/>
          <p:nvPr/>
        </p:nvSpPr>
        <p:spPr>
          <a:xfrm>
            <a:off x="11245235" y="254538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355" name="Oval 354">
            <a:extLst>
              <a:ext uri="{FF2B5EF4-FFF2-40B4-BE49-F238E27FC236}">
                <a16:creationId xmlns:a16="http://schemas.microsoft.com/office/drawing/2014/main" id="{B10A0715-A8E0-478A-9125-2AAFCE449844}"/>
              </a:ext>
            </a:extLst>
          </p:cNvPr>
          <p:cNvSpPr/>
          <p:nvPr/>
        </p:nvSpPr>
        <p:spPr>
          <a:xfrm>
            <a:off x="9843081" y="254955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356" name="Oval 355">
            <a:extLst>
              <a:ext uri="{FF2B5EF4-FFF2-40B4-BE49-F238E27FC236}">
                <a16:creationId xmlns:a16="http://schemas.microsoft.com/office/drawing/2014/main" id="{EFEFDF48-DE15-46B4-BB1E-57C13C856127}"/>
              </a:ext>
            </a:extLst>
          </p:cNvPr>
          <p:cNvSpPr/>
          <p:nvPr/>
        </p:nvSpPr>
        <p:spPr>
          <a:xfrm>
            <a:off x="13383789" y="255135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57" name="TextBox 356">
            <a:extLst>
              <a:ext uri="{FF2B5EF4-FFF2-40B4-BE49-F238E27FC236}">
                <a16:creationId xmlns:a16="http://schemas.microsoft.com/office/drawing/2014/main" id="{C2460C00-9BD2-4FC1-A3FE-097875EC4714}"/>
              </a:ext>
            </a:extLst>
          </p:cNvPr>
          <p:cNvSpPr txBox="1"/>
          <p:nvPr/>
        </p:nvSpPr>
        <p:spPr>
          <a:xfrm>
            <a:off x="11621604" y="3770929"/>
            <a:ext cx="310896" cy="307777"/>
          </a:xfrm>
          <a:prstGeom prst="rect">
            <a:avLst/>
          </a:prstGeom>
          <a:noFill/>
          <a:ln w="19050">
            <a:solidFill>
              <a:schemeClr val="bg1"/>
            </a:solidFill>
          </a:ln>
        </p:spPr>
        <p:txBody>
          <a:bodyPr wrap="square" rtlCol="0">
            <a:spAutoFit/>
          </a:bodyPr>
          <a:lstStyle/>
          <a:p>
            <a:pPr algn="ctr"/>
            <a:r>
              <a:rPr lang="pt-BR" sz="1400" dirty="0"/>
              <a:t>N</a:t>
            </a:r>
            <a:endParaRPr lang="en-US" sz="1400" dirty="0"/>
          </a:p>
        </p:txBody>
      </p:sp>
      <p:sp>
        <p:nvSpPr>
          <p:cNvPr id="358" name="Oval 357">
            <a:extLst>
              <a:ext uri="{FF2B5EF4-FFF2-40B4-BE49-F238E27FC236}">
                <a16:creationId xmlns:a16="http://schemas.microsoft.com/office/drawing/2014/main" id="{59699DDD-3AC0-493B-941D-6D3BDA3D01C0}"/>
              </a:ext>
            </a:extLst>
          </p:cNvPr>
          <p:cNvSpPr/>
          <p:nvPr/>
        </p:nvSpPr>
        <p:spPr>
          <a:xfrm>
            <a:off x="12049817" y="455451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59" name="Oval 358">
            <a:extLst>
              <a:ext uri="{FF2B5EF4-FFF2-40B4-BE49-F238E27FC236}">
                <a16:creationId xmlns:a16="http://schemas.microsoft.com/office/drawing/2014/main" id="{08ECD4C6-CB50-4314-A573-BE6CB6C333BC}"/>
              </a:ext>
            </a:extLst>
          </p:cNvPr>
          <p:cNvSpPr/>
          <p:nvPr/>
        </p:nvSpPr>
        <p:spPr>
          <a:xfrm>
            <a:off x="12033974" y="312153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360" name="TextBox 359">
            <a:extLst>
              <a:ext uri="{FF2B5EF4-FFF2-40B4-BE49-F238E27FC236}">
                <a16:creationId xmlns:a16="http://schemas.microsoft.com/office/drawing/2014/main" id="{C7D518B6-0CAD-4130-8749-1C52B30E79D9}"/>
              </a:ext>
            </a:extLst>
          </p:cNvPr>
          <p:cNvSpPr txBox="1"/>
          <p:nvPr/>
        </p:nvSpPr>
        <p:spPr>
          <a:xfrm>
            <a:off x="11298616" y="422844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cxnSp>
        <p:nvCxnSpPr>
          <p:cNvPr id="361" name="Straight Arrow Connector 360">
            <a:extLst>
              <a:ext uri="{FF2B5EF4-FFF2-40B4-BE49-F238E27FC236}">
                <a16:creationId xmlns:a16="http://schemas.microsoft.com/office/drawing/2014/main" id="{B3D2083C-D066-4B46-A143-478DBBF30F55}"/>
              </a:ext>
            </a:extLst>
          </p:cNvPr>
          <p:cNvCxnSpPr>
            <a:cxnSpLocks/>
          </p:cNvCxnSpPr>
          <p:nvPr/>
        </p:nvCxnSpPr>
        <p:spPr>
          <a:xfrm rot="16200000" flipV="1">
            <a:off x="11901471" y="397732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2" name="Straight Arrow Connector 361">
            <a:extLst>
              <a:ext uri="{FF2B5EF4-FFF2-40B4-BE49-F238E27FC236}">
                <a16:creationId xmlns:a16="http://schemas.microsoft.com/office/drawing/2014/main" id="{FCE83975-EDE3-4248-8DA2-0C7EC00A2B53}"/>
              </a:ext>
            </a:extLst>
          </p:cNvPr>
          <p:cNvCxnSpPr>
            <a:cxnSpLocks/>
          </p:cNvCxnSpPr>
          <p:nvPr/>
        </p:nvCxnSpPr>
        <p:spPr>
          <a:xfrm rot="5400000" flipV="1">
            <a:off x="11241933" y="397068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3" name="Straight Arrow Connector 362">
            <a:extLst>
              <a:ext uri="{FF2B5EF4-FFF2-40B4-BE49-F238E27FC236}">
                <a16:creationId xmlns:a16="http://schemas.microsoft.com/office/drawing/2014/main" id="{2EBC5845-25F4-4935-8F16-287D916B3684}"/>
              </a:ext>
            </a:extLst>
          </p:cNvPr>
          <p:cNvCxnSpPr>
            <a:cxnSpLocks/>
          </p:cNvCxnSpPr>
          <p:nvPr/>
        </p:nvCxnSpPr>
        <p:spPr>
          <a:xfrm rot="10800000" flipH="1">
            <a:off x="11710425" y="4596351"/>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4" name="Straight Arrow Connector 363">
            <a:extLst>
              <a:ext uri="{FF2B5EF4-FFF2-40B4-BE49-F238E27FC236}">
                <a16:creationId xmlns:a16="http://schemas.microsoft.com/office/drawing/2014/main" id="{4DFDDE15-0A4B-4C4B-B449-4F223CDC1993}"/>
              </a:ext>
            </a:extLst>
          </p:cNvPr>
          <p:cNvCxnSpPr>
            <a:cxnSpLocks/>
          </p:cNvCxnSpPr>
          <p:nvPr/>
        </p:nvCxnSpPr>
        <p:spPr>
          <a:xfrm flipH="1">
            <a:off x="11670735" y="337060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5" name="TextBox 364">
            <a:extLst>
              <a:ext uri="{FF2B5EF4-FFF2-40B4-BE49-F238E27FC236}">
                <a16:creationId xmlns:a16="http://schemas.microsoft.com/office/drawing/2014/main" id="{26A2F8FF-F886-4C8B-9497-15ECBBC902AB}"/>
              </a:ext>
            </a:extLst>
          </p:cNvPr>
          <p:cNvSpPr txBox="1"/>
          <p:nvPr/>
        </p:nvSpPr>
        <p:spPr>
          <a:xfrm>
            <a:off x="11302737" y="332122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366" name="TextBox 365">
            <a:extLst>
              <a:ext uri="{FF2B5EF4-FFF2-40B4-BE49-F238E27FC236}">
                <a16:creationId xmlns:a16="http://schemas.microsoft.com/office/drawing/2014/main" id="{2BB704C9-FD59-45D3-8D22-A76509F5645C}"/>
              </a:ext>
            </a:extLst>
          </p:cNvPr>
          <p:cNvSpPr txBox="1"/>
          <p:nvPr/>
        </p:nvSpPr>
        <p:spPr>
          <a:xfrm>
            <a:off x="11843562" y="4207798"/>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367" name="TextBox 366">
            <a:extLst>
              <a:ext uri="{FF2B5EF4-FFF2-40B4-BE49-F238E27FC236}">
                <a16:creationId xmlns:a16="http://schemas.microsoft.com/office/drawing/2014/main" id="{4249B8E4-17B0-4462-9FB3-F933EFC3DF1A}"/>
              </a:ext>
            </a:extLst>
          </p:cNvPr>
          <p:cNvSpPr txBox="1"/>
          <p:nvPr/>
        </p:nvSpPr>
        <p:spPr>
          <a:xfrm>
            <a:off x="11850471" y="326999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68" name="TextBox 367">
            <a:extLst>
              <a:ext uri="{FF2B5EF4-FFF2-40B4-BE49-F238E27FC236}">
                <a16:creationId xmlns:a16="http://schemas.microsoft.com/office/drawing/2014/main" id="{F5E34627-7D24-4C57-A5B9-9C84297CE4B7}"/>
              </a:ext>
            </a:extLst>
          </p:cNvPr>
          <p:cNvSpPr txBox="1"/>
          <p:nvPr/>
        </p:nvSpPr>
        <p:spPr>
          <a:xfrm>
            <a:off x="10925751" y="2910151"/>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369" name="TextBox 368">
            <a:extLst>
              <a:ext uri="{FF2B5EF4-FFF2-40B4-BE49-F238E27FC236}">
                <a16:creationId xmlns:a16="http://schemas.microsoft.com/office/drawing/2014/main" id="{082400C2-70FB-46EE-AA19-A3707D7DE4ED}"/>
              </a:ext>
            </a:extLst>
          </p:cNvPr>
          <p:cNvSpPr txBox="1"/>
          <p:nvPr/>
        </p:nvSpPr>
        <p:spPr>
          <a:xfrm>
            <a:off x="12233048" y="2651446"/>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sp>
        <p:nvSpPr>
          <p:cNvPr id="370" name="TextBox 369">
            <a:extLst>
              <a:ext uri="{FF2B5EF4-FFF2-40B4-BE49-F238E27FC236}">
                <a16:creationId xmlns:a16="http://schemas.microsoft.com/office/drawing/2014/main" id="{6DD1C769-7DBE-455A-BD88-D7EF201B7558}"/>
              </a:ext>
            </a:extLst>
          </p:cNvPr>
          <p:cNvSpPr txBox="1"/>
          <p:nvPr/>
        </p:nvSpPr>
        <p:spPr>
          <a:xfrm>
            <a:off x="11048550" y="2211807"/>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p>
        </p:txBody>
      </p:sp>
      <p:sp>
        <p:nvSpPr>
          <p:cNvPr id="371" name="TextBox 370">
            <a:extLst>
              <a:ext uri="{FF2B5EF4-FFF2-40B4-BE49-F238E27FC236}">
                <a16:creationId xmlns:a16="http://schemas.microsoft.com/office/drawing/2014/main" id="{CEA1F295-BD2B-4B60-8ABA-507B4B916F4C}"/>
              </a:ext>
            </a:extLst>
          </p:cNvPr>
          <p:cNvSpPr txBox="1"/>
          <p:nvPr/>
        </p:nvSpPr>
        <p:spPr>
          <a:xfrm>
            <a:off x="12104634" y="1352334"/>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p>
        </p:txBody>
      </p:sp>
      <p:sp>
        <p:nvSpPr>
          <p:cNvPr id="387" name="Oval 386">
            <a:extLst>
              <a:ext uri="{FF2B5EF4-FFF2-40B4-BE49-F238E27FC236}">
                <a16:creationId xmlns:a16="http://schemas.microsoft.com/office/drawing/2014/main" id="{522B1D25-4A7F-47CF-97FD-EF47AB618240}"/>
              </a:ext>
            </a:extLst>
          </p:cNvPr>
          <p:cNvSpPr/>
          <p:nvPr/>
        </p:nvSpPr>
        <p:spPr>
          <a:xfrm>
            <a:off x="12038240" y="1165659"/>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grpSp>
        <p:nvGrpSpPr>
          <p:cNvPr id="6" name="Group 5">
            <a:extLst>
              <a:ext uri="{FF2B5EF4-FFF2-40B4-BE49-F238E27FC236}">
                <a16:creationId xmlns:a16="http://schemas.microsoft.com/office/drawing/2014/main" id="{4D9F4A55-580B-4942-8F32-F14FFB1B9E0C}"/>
              </a:ext>
            </a:extLst>
          </p:cNvPr>
          <p:cNvGrpSpPr/>
          <p:nvPr/>
        </p:nvGrpSpPr>
        <p:grpSpPr>
          <a:xfrm>
            <a:off x="11300291" y="1245816"/>
            <a:ext cx="953192" cy="1378754"/>
            <a:chOff x="11438314" y="3369997"/>
            <a:chExt cx="953192" cy="1378754"/>
          </a:xfrm>
        </p:grpSpPr>
        <p:sp>
          <p:nvSpPr>
            <p:cNvPr id="389" name="TextBox 388">
              <a:extLst>
                <a:ext uri="{FF2B5EF4-FFF2-40B4-BE49-F238E27FC236}">
                  <a16:creationId xmlns:a16="http://schemas.microsoft.com/office/drawing/2014/main" id="{5C89DC9C-7701-4E47-8993-BE16C0BF9D94}"/>
                </a:ext>
              </a:extLst>
            </p:cNvPr>
            <p:cNvSpPr txBox="1"/>
            <p:nvPr/>
          </p:nvSpPr>
          <p:spPr>
            <a:xfrm>
              <a:off x="11774004" y="3923329"/>
              <a:ext cx="310896" cy="307777"/>
            </a:xfrm>
            <a:prstGeom prst="rect">
              <a:avLst/>
            </a:prstGeom>
            <a:noFill/>
            <a:ln w="19050">
              <a:solidFill>
                <a:schemeClr val="bg1"/>
              </a:solidFill>
            </a:ln>
          </p:spPr>
          <p:txBody>
            <a:bodyPr wrap="square" rtlCol="0">
              <a:spAutoFit/>
            </a:bodyPr>
            <a:lstStyle/>
            <a:p>
              <a:pPr algn="ctr"/>
              <a:r>
                <a:rPr lang="pt-BR" sz="1400" dirty="0"/>
                <a:t>M</a:t>
              </a:r>
              <a:endParaRPr lang="en-US" sz="1400" dirty="0"/>
            </a:p>
          </p:txBody>
        </p:sp>
        <p:sp>
          <p:nvSpPr>
            <p:cNvPr id="390" name="TextBox 389">
              <a:extLst>
                <a:ext uri="{FF2B5EF4-FFF2-40B4-BE49-F238E27FC236}">
                  <a16:creationId xmlns:a16="http://schemas.microsoft.com/office/drawing/2014/main" id="{A16E05F7-E56E-4BE7-A33E-6EAA7B54B5A1}"/>
                </a:ext>
              </a:extLst>
            </p:cNvPr>
            <p:cNvSpPr txBox="1"/>
            <p:nvPr/>
          </p:nvSpPr>
          <p:spPr>
            <a:xfrm>
              <a:off x="11438314" y="4328456"/>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1</a:t>
              </a:r>
            </a:p>
          </p:txBody>
        </p:sp>
        <p:cxnSp>
          <p:nvCxnSpPr>
            <p:cNvPr id="391" name="Straight Arrow Connector 390">
              <a:extLst>
                <a:ext uri="{FF2B5EF4-FFF2-40B4-BE49-F238E27FC236}">
                  <a16:creationId xmlns:a16="http://schemas.microsoft.com/office/drawing/2014/main" id="{5DF35C2A-D444-432F-9EDD-14DB2AED0678}"/>
                </a:ext>
              </a:extLst>
            </p:cNvPr>
            <p:cNvCxnSpPr>
              <a:cxnSpLocks/>
            </p:cNvCxnSpPr>
            <p:nvPr/>
          </p:nvCxnSpPr>
          <p:spPr>
            <a:xfrm rot="16200000" flipV="1">
              <a:off x="12034819" y="407733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2" name="Straight Arrow Connector 391">
              <a:extLst>
                <a:ext uri="{FF2B5EF4-FFF2-40B4-BE49-F238E27FC236}">
                  <a16:creationId xmlns:a16="http://schemas.microsoft.com/office/drawing/2014/main" id="{AA12F8DE-6D55-4E13-BD55-3E5946AE19DC}"/>
                </a:ext>
              </a:extLst>
            </p:cNvPr>
            <p:cNvCxnSpPr>
              <a:cxnSpLocks/>
            </p:cNvCxnSpPr>
            <p:nvPr/>
          </p:nvCxnSpPr>
          <p:spPr>
            <a:xfrm rot="5400000" flipV="1">
              <a:off x="11375281" y="407069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3" name="Straight Arrow Connector 392">
              <a:extLst>
                <a:ext uri="{FF2B5EF4-FFF2-40B4-BE49-F238E27FC236}">
                  <a16:creationId xmlns:a16="http://schemas.microsoft.com/office/drawing/2014/main" id="{3BD5170E-762A-43D2-9F90-8346E3875DAB}"/>
                </a:ext>
              </a:extLst>
            </p:cNvPr>
            <p:cNvCxnSpPr>
              <a:cxnSpLocks/>
            </p:cNvCxnSpPr>
            <p:nvPr/>
          </p:nvCxnSpPr>
          <p:spPr>
            <a:xfrm rot="10800000" flipH="1">
              <a:off x="11862825" y="4748751"/>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4" name="Straight Arrow Connector 393">
              <a:extLst>
                <a:ext uri="{FF2B5EF4-FFF2-40B4-BE49-F238E27FC236}">
                  <a16:creationId xmlns:a16="http://schemas.microsoft.com/office/drawing/2014/main" id="{EAB65609-30E1-4729-B694-0537924875EB}"/>
                </a:ext>
              </a:extLst>
            </p:cNvPr>
            <p:cNvCxnSpPr>
              <a:cxnSpLocks/>
            </p:cNvCxnSpPr>
            <p:nvPr/>
          </p:nvCxnSpPr>
          <p:spPr>
            <a:xfrm flipH="1">
              <a:off x="11804083" y="347061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5" name="TextBox 394">
              <a:extLst>
                <a:ext uri="{FF2B5EF4-FFF2-40B4-BE49-F238E27FC236}">
                  <a16:creationId xmlns:a16="http://schemas.microsoft.com/office/drawing/2014/main" id="{DA264627-77E0-48E8-8F6C-A1433BEE8F1D}"/>
                </a:ext>
              </a:extLst>
            </p:cNvPr>
            <p:cNvSpPr txBox="1"/>
            <p:nvPr/>
          </p:nvSpPr>
          <p:spPr>
            <a:xfrm>
              <a:off x="11442435" y="3421236"/>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0</a:t>
              </a:r>
            </a:p>
          </p:txBody>
        </p:sp>
        <p:sp>
          <p:nvSpPr>
            <p:cNvPr id="396" name="TextBox 395">
              <a:extLst>
                <a:ext uri="{FF2B5EF4-FFF2-40B4-BE49-F238E27FC236}">
                  <a16:creationId xmlns:a16="http://schemas.microsoft.com/office/drawing/2014/main" id="{A6004833-90BF-4B66-9688-912DB52AFC7D}"/>
                </a:ext>
              </a:extLst>
            </p:cNvPr>
            <p:cNvSpPr txBox="1"/>
            <p:nvPr/>
          </p:nvSpPr>
          <p:spPr>
            <a:xfrm>
              <a:off x="11976910" y="4307805"/>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2</a:t>
              </a:r>
            </a:p>
          </p:txBody>
        </p:sp>
        <p:sp>
          <p:nvSpPr>
            <p:cNvPr id="397" name="TextBox 396">
              <a:extLst>
                <a:ext uri="{FF2B5EF4-FFF2-40B4-BE49-F238E27FC236}">
                  <a16:creationId xmlns:a16="http://schemas.microsoft.com/office/drawing/2014/main" id="{EB191D68-1766-466E-ACEC-385B2C1A2A3B}"/>
                </a:ext>
              </a:extLst>
            </p:cNvPr>
            <p:cNvSpPr txBox="1"/>
            <p:nvPr/>
          </p:nvSpPr>
          <p:spPr>
            <a:xfrm>
              <a:off x="11983819" y="3369997"/>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3</a:t>
              </a:r>
            </a:p>
          </p:txBody>
        </p:sp>
      </p:grpSp>
      <p:sp>
        <p:nvSpPr>
          <p:cNvPr id="398" name="TextBox 397">
            <a:extLst>
              <a:ext uri="{FF2B5EF4-FFF2-40B4-BE49-F238E27FC236}">
                <a16:creationId xmlns:a16="http://schemas.microsoft.com/office/drawing/2014/main" id="{2D8432F6-AB02-4617-A872-8F3AF7744226}"/>
              </a:ext>
            </a:extLst>
          </p:cNvPr>
          <p:cNvSpPr txBox="1"/>
          <p:nvPr/>
        </p:nvSpPr>
        <p:spPr>
          <a:xfrm>
            <a:off x="284981" y="708031"/>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op4(he = </a:t>
            </a:r>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399" name="TextBox 398">
            <a:extLst>
              <a:ext uri="{FF2B5EF4-FFF2-40B4-BE49-F238E27FC236}">
                <a16:creationId xmlns:a16="http://schemas.microsoft.com/office/drawing/2014/main" id="{59BFD496-1338-47FC-8E02-A432638980BF}"/>
              </a:ext>
            </a:extLst>
          </p:cNvPr>
          <p:cNvSpPr txBox="1"/>
          <p:nvPr/>
        </p:nvSpPr>
        <p:spPr>
          <a:xfrm>
            <a:off x="5039902" y="278974"/>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op4(he = </a:t>
            </a:r>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400" name="TextBox 399">
            <a:extLst>
              <a:ext uri="{FF2B5EF4-FFF2-40B4-BE49-F238E27FC236}">
                <a16:creationId xmlns:a16="http://schemas.microsoft.com/office/drawing/2014/main" id="{4953D553-CAD7-42D6-B8E5-38003910024F}"/>
              </a:ext>
            </a:extLst>
          </p:cNvPr>
          <p:cNvSpPr txBox="1"/>
          <p:nvPr/>
        </p:nvSpPr>
        <p:spPr>
          <a:xfrm>
            <a:off x="5039902" y="716428"/>
            <a:ext cx="1700784"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op4(he = </a:t>
            </a:r>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401" name="TextBox 400">
            <a:extLst>
              <a:ext uri="{FF2B5EF4-FFF2-40B4-BE49-F238E27FC236}">
                <a16:creationId xmlns:a16="http://schemas.microsoft.com/office/drawing/2014/main" id="{DAA767F1-2476-4397-A5D6-4E77E207B21B}"/>
              </a:ext>
            </a:extLst>
          </p:cNvPr>
          <p:cNvSpPr txBox="1"/>
          <p:nvPr/>
        </p:nvSpPr>
        <p:spPr>
          <a:xfrm>
            <a:off x="317630" y="5042681"/>
            <a:ext cx="13212206" cy="830997"/>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sz="1200" dirty="0">
                <a:latin typeface="Consolas" panose="020B0609020204030204" pitchFamily="49" charset="0"/>
              </a:rPr>
              <a:t>When the vertex has no duplication, a hole should be inserted. The incident vertex (B and C) is always duplicated. If there is no hole yet, the edge in the interface element is also duplicated for the new two vertices. The elements are reindexed considering their respective half-edges. When a hole is already present, it is necessary to classify the edges connecting to vertex into two groups and add them to the respective vertices. It seems that the procedure to separate them here is very similar to the previous operator. Whenever a new edge is opened, the hole increases in number of vertices by one.</a:t>
            </a:r>
          </a:p>
        </p:txBody>
      </p:sp>
      <p:sp>
        <p:nvSpPr>
          <p:cNvPr id="402" name="Oval 401">
            <a:extLst>
              <a:ext uri="{FF2B5EF4-FFF2-40B4-BE49-F238E27FC236}">
                <a16:creationId xmlns:a16="http://schemas.microsoft.com/office/drawing/2014/main" id="{115E8B7B-A755-48B4-AED1-C2F5E7C2008B}"/>
              </a:ext>
            </a:extLst>
          </p:cNvPr>
          <p:cNvSpPr/>
          <p:nvPr/>
        </p:nvSpPr>
        <p:spPr>
          <a:xfrm>
            <a:off x="12047405" y="253020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Tree>
    <p:extLst>
      <p:ext uri="{BB962C8B-B14F-4D97-AF65-F5344CB8AC3E}">
        <p14:creationId xmlns:p14="http://schemas.microsoft.com/office/powerpoint/2010/main" val="316235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extBox 400">
            <a:extLst>
              <a:ext uri="{FF2B5EF4-FFF2-40B4-BE49-F238E27FC236}">
                <a16:creationId xmlns:a16="http://schemas.microsoft.com/office/drawing/2014/main" id="{DAA767F1-2476-4397-A5D6-4E77E207B21B}"/>
              </a:ext>
            </a:extLst>
          </p:cNvPr>
          <p:cNvSpPr txBox="1"/>
          <p:nvPr/>
        </p:nvSpPr>
        <p:spPr>
          <a:xfrm>
            <a:off x="420372" y="357666"/>
            <a:ext cx="13819610" cy="3785652"/>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sz="1200" dirty="0">
                <a:latin typeface="Consolas" panose="020B0609020204030204" pitchFamily="49" charset="0"/>
              </a:rPr>
              <a:t>Although the process splits an edge creating a new element, the decision about the right procedure should be taken considering the vertices. There are four operation that can be executed depending on the vertex V condition:</a:t>
            </a:r>
          </a:p>
          <a:p>
            <a:pPr algn="just"/>
            <a:endParaRPr lang="en-US" sz="1200" dirty="0">
              <a:latin typeface="Consolas" panose="020B0609020204030204" pitchFamily="49" charset="0"/>
            </a:endParaRPr>
          </a:p>
          <a:p>
            <a:pPr marL="228600" indent="-228600" algn="just">
              <a:buAutoNum type="arabicParenR"/>
            </a:pPr>
            <a:r>
              <a:rPr lang="en-US" sz="1200" b="1" dirty="0">
                <a:latin typeface="Consolas" panose="020B0609020204030204" pitchFamily="49" charset="0"/>
              </a:rPr>
              <a:t>A vertex is not part of any interface element: </a:t>
            </a:r>
            <a:r>
              <a:rPr lang="en-US" sz="1200" dirty="0">
                <a:latin typeface="Consolas" panose="020B0609020204030204" pitchFamily="49" charset="0"/>
              </a:rPr>
              <a:t>this is the first operation involving V. It should be duplicated by the </a:t>
            </a:r>
            <a:r>
              <a:rPr lang="en-US" sz="1200" b="1" dirty="0">
                <a:solidFill>
                  <a:schemeClr val="accent4">
                    <a:lumMod val="40000"/>
                    <a:lumOff val="60000"/>
                  </a:schemeClr>
                </a:solidFill>
                <a:latin typeface="Consolas" panose="020B0609020204030204" pitchFamily="49" charset="0"/>
              </a:rPr>
              <a:t>op1</a:t>
            </a:r>
            <a:r>
              <a:rPr lang="en-US" sz="1200" b="1" dirty="0">
                <a:latin typeface="Consolas" panose="020B0609020204030204" pitchFamily="49" charset="0"/>
              </a:rPr>
              <a:t>. </a:t>
            </a:r>
            <a:r>
              <a:rPr lang="en-US" sz="1200" dirty="0">
                <a:latin typeface="Consolas" panose="020B0609020204030204" pitchFamily="49" charset="0"/>
              </a:rPr>
              <a:t>If the vertex V is internal to the mesh, the inserted element will have a collapsed in V. On the other hand, if V is on the mesh border, a new vertex should be created in the geometry and used in the new interface element. In this case, no collapsed edge is necessary.</a:t>
            </a:r>
          </a:p>
          <a:p>
            <a:pPr marL="228600" indent="-228600" algn="just">
              <a:buAutoNum type="arabicParenR"/>
            </a:pPr>
            <a:endParaRPr lang="en-US" sz="1200" b="1" dirty="0">
              <a:latin typeface="Consolas" panose="020B0609020204030204" pitchFamily="49" charset="0"/>
            </a:endParaRPr>
          </a:p>
          <a:p>
            <a:pPr marL="228600" indent="-228600" algn="just">
              <a:buAutoNum type="arabicParenR"/>
            </a:pPr>
            <a:r>
              <a:rPr lang="en-US" sz="1200" b="1" dirty="0">
                <a:latin typeface="Consolas" panose="020B0609020204030204" pitchFamily="49" charset="0"/>
              </a:rPr>
              <a:t>A vertex is part of an interface element and it is duplicated:</a:t>
            </a:r>
          </a:p>
          <a:p>
            <a:pPr marL="685800" lvl="1" indent="-228600" algn="just">
              <a:buFont typeface="+mj-lt"/>
              <a:buAutoNum type="alphaLcParenR"/>
            </a:pPr>
            <a:r>
              <a:rPr lang="en-US" sz="1200" b="1" dirty="0">
                <a:latin typeface="Consolas" panose="020B0609020204030204" pitchFamily="49" charset="0"/>
              </a:rPr>
              <a:t>There is an outcome edge from the vertex that shares an element with the edge being spitted: </a:t>
            </a:r>
            <a:r>
              <a:rPr lang="en-US" sz="1200" dirty="0">
                <a:latin typeface="Consolas" panose="020B0609020204030204" pitchFamily="49" charset="0"/>
              </a:rPr>
              <a:t>the duplicated vertex should be placed inside the shared element by the </a:t>
            </a:r>
            <a:r>
              <a:rPr lang="en-US" sz="1200" b="1" dirty="0">
                <a:solidFill>
                  <a:schemeClr val="accent4">
                    <a:lumMod val="40000"/>
                    <a:lumOff val="60000"/>
                  </a:schemeClr>
                </a:solidFill>
                <a:latin typeface="Consolas" panose="020B0609020204030204" pitchFamily="49" charset="0"/>
              </a:rPr>
              <a:t>op2</a:t>
            </a:r>
            <a:r>
              <a:rPr lang="en-US" sz="1200" dirty="0">
                <a:latin typeface="Consolas" panose="020B0609020204030204" pitchFamily="49" charset="0"/>
              </a:rPr>
              <a:t>. The half-edge from the identified vertex should be used to index the new created vertex in shared and new elements.</a:t>
            </a:r>
            <a:endParaRPr lang="en-US" sz="1200" b="1" dirty="0">
              <a:latin typeface="Consolas" panose="020B0609020204030204" pitchFamily="49" charset="0"/>
            </a:endParaRPr>
          </a:p>
          <a:p>
            <a:pPr marL="685800" lvl="1" indent="-228600" algn="just">
              <a:buFont typeface="+mj-lt"/>
              <a:buAutoNum type="alphaLcParenR"/>
            </a:pPr>
            <a:endParaRPr lang="en-US" sz="1200" b="1" dirty="0">
              <a:latin typeface="Consolas" panose="020B0609020204030204" pitchFamily="49" charset="0"/>
            </a:endParaRPr>
          </a:p>
          <a:p>
            <a:pPr marL="685800" lvl="1" indent="-228600" algn="just">
              <a:buFont typeface="+mj-lt"/>
              <a:buAutoNum type="alphaLcParenR"/>
            </a:pPr>
            <a:r>
              <a:rPr lang="en-US" sz="1200" b="1" dirty="0">
                <a:latin typeface="Consolas" panose="020B0609020204030204" pitchFamily="49" charset="0"/>
              </a:rPr>
              <a:t>There is not face being shared: </a:t>
            </a:r>
            <a:r>
              <a:rPr lang="en-US" sz="1200" dirty="0">
                <a:latin typeface="Consolas" panose="020B0609020204030204" pitchFamily="49" charset="0"/>
              </a:rPr>
              <a:t>with no face in common, it should be applied the </a:t>
            </a:r>
            <a:r>
              <a:rPr lang="en-US" sz="1200" b="1" dirty="0">
                <a:solidFill>
                  <a:schemeClr val="accent4">
                    <a:lumMod val="40000"/>
                    <a:lumOff val="60000"/>
                  </a:schemeClr>
                </a:solidFill>
                <a:latin typeface="Consolas" panose="020B0609020204030204" pitchFamily="49" charset="0"/>
              </a:rPr>
              <a:t>op3</a:t>
            </a:r>
            <a:r>
              <a:rPr lang="en-US" sz="1200" dirty="0">
                <a:latin typeface="Consolas" panose="020B0609020204030204" pitchFamily="49" charset="0"/>
              </a:rPr>
              <a:t>, which is an extension of </a:t>
            </a:r>
            <a:r>
              <a:rPr lang="en-US" sz="1200" b="1" dirty="0">
                <a:solidFill>
                  <a:schemeClr val="accent4">
                    <a:lumMod val="40000"/>
                    <a:lumOff val="60000"/>
                  </a:schemeClr>
                </a:solidFill>
                <a:latin typeface="Consolas" panose="020B0609020204030204" pitchFamily="49" charset="0"/>
              </a:rPr>
              <a:t>op1</a:t>
            </a:r>
            <a:r>
              <a:rPr lang="en-US" sz="1200" dirty="0">
                <a:latin typeface="Consolas" panose="020B0609020204030204" pitchFamily="49" charset="0"/>
              </a:rPr>
              <a:t>. The collapsed edge should be opened and the edges connected to V should be divided in two groups to be reconnected to each one of the resulting two vertices.</a:t>
            </a:r>
            <a:endParaRPr lang="en-US" sz="1200" b="1" dirty="0">
              <a:latin typeface="Consolas" panose="020B0609020204030204" pitchFamily="49" charset="0"/>
            </a:endParaRPr>
          </a:p>
          <a:p>
            <a:pPr marL="685800" lvl="1" indent="-228600" algn="just">
              <a:buFont typeface="+mj-lt"/>
              <a:buAutoNum type="alphaLcParenR"/>
            </a:pPr>
            <a:endParaRPr lang="en-US" sz="1200" b="1" dirty="0">
              <a:latin typeface="Consolas" panose="020B0609020204030204" pitchFamily="49" charset="0"/>
            </a:endParaRPr>
          </a:p>
          <a:p>
            <a:pPr marL="685800" lvl="1" indent="-228600" algn="just">
              <a:buFont typeface="+mj-lt"/>
              <a:buAutoNum type="alphaLcParenR"/>
            </a:pPr>
            <a:endParaRPr lang="en-US" sz="1200" b="1" dirty="0">
              <a:latin typeface="Consolas" panose="020B0609020204030204" pitchFamily="49" charset="0"/>
            </a:endParaRPr>
          </a:p>
          <a:p>
            <a:pPr marL="228600" indent="-228600" algn="just">
              <a:buAutoNum type="arabicParenR"/>
            </a:pPr>
            <a:r>
              <a:rPr lang="en-US" sz="1200" b="1" dirty="0">
                <a:latin typeface="Consolas" panose="020B0609020204030204" pitchFamily="49" charset="0"/>
              </a:rPr>
              <a:t>The vertex is part of an interface element, but is not duplicated: </a:t>
            </a:r>
            <a:r>
              <a:rPr lang="en-US" sz="1200" dirty="0">
                <a:latin typeface="Consolas" panose="020B0609020204030204" pitchFamily="49" charset="0"/>
              </a:rPr>
              <a:t>this condition will open a hole, inserted by the </a:t>
            </a:r>
            <a:r>
              <a:rPr lang="en-US" sz="1200" b="1" dirty="0">
                <a:solidFill>
                  <a:schemeClr val="accent4">
                    <a:lumMod val="40000"/>
                    <a:lumOff val="60000"/>
                  </a:schemeClr>
                </a:solidFill>
                <a:latin typeface="Consolas" panose="020B0609020204030204" pitchFamily="49" charset="0"/>
              </a:rPr>
              <a:t>op4</a:t>
            </a:r>
            <a:r>
              <a:rPr lang="en-US" sz="1200" dirty="0">
                <a:latin typeface="Consolas" panose="020B0609020204030204" pitchFamily="49" charset="0"/>
              </a:rPr>
              <a:t>. V will be duplicated not only the topology, but also in the geometry. If V is not part of a hole yet, the edge in the interface element is also duplicated for the new two vertices. This duplication will open a hole in a triangular shape. The elements are reindexed considering their respective half-edges. When a hole is already present, it is necessary to classify the edges connecting to vertex into two groups and add them to the respective vertices after the vertex duplication. It seems that the procedure to separate them here is very similar to the previous operator. Whenever a new edge is opened, the hole increases in number of vertices by one.</a:t>
            </a:r>
            <a:endParaRPr lang="en-US" sz="1200" b="1" dirty="0">
              <a:latin typeface="Consolas" panose="020B0609020204030204" pitchFamily="49" charset="0"/>
            </a:endParaRPr>
          </a:p>
        </p:txBody>
      </p:sp>
      <p:sp>
        <p:nvSpPr>
          <p:cNvPr id="251" name="TextBox 250">
            <a:extLst>
              <a:ext uri="{FF2B5EF4-FFF2-40B4-BE49-F238E27FC236}">
                <a16:creationId xmlns:a16="http://schemas.microsoft.com/office/drawing/2014/main" id="{126EC60D-4218-4F99-BBFD-C06837B768B9}"/>
              </a:ext>
            </a:extLst>
          </p:cNvPr>
          <p:cNvSpPr txBox="1"/>
          <p:nvPr/>
        </p:nvSpPr>
        <p:spPr>
          <a:xfrm>
            <a:off x="420371" y="4706924"/>
            <a:ext cx="13819609"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In the extremes the four rules should be applied. However, what happens in the middle?</a:t>
            </a:r>
            <a:endParaRPr lang="en-US" baseline="-25000" dirty="0">
              <a:latin typeface="Consolas" panose="020B0609020204030204" pitchFamily="49" charset="0"/>
            </a:endParaRPr>
          </a:p>
        </p:txBody>
      </p:sp>
    </p:spTree>
    <p:extLst>
      <p:ext uri="{BB962C8B-B14F-4D97-AF65-F5344CB8AC3E}">
        <p14:creationId xmlns:p14="http://schemas.microsoft.com/office/powerpoint/2010/main" val="1226108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52EB686-8342-4219-B986-788300B5A858}"/>
              </a:ext>
            </a:extLst>
          </p:cNvPr>
          <p:cNvGrpSpPr/>
          <p:nvPr/>
        </p:nvGrpSpPr>
        <p:grpSpPr>
          <a:xfrm>
            <a:off x="248192" y="288474"/>
            <a:ext cx="7097429" cy="4198482"/>
            <a:chOff x="248192" y="288474"/>
            <a:chExt cx="7097429" cy="4198482"/>
          </a:xfrm>
        </p:grpSpPr>
        <p:grpSp>
          <p:nvGrpSpPr>
            <p:cNvPr id="3" name="Group 2">
              <a:extLst>
                <a:ext uri="{FF2B5EF4-FFF2-40B4-BE49-F238E27FC236}">
                  <a16:creationId xmlns:a16="http://schemas.microsoft.com/office/drawing/2014/main" id="{91BB559F-9AD0-479B-A20C-818DD26E84BA}"/>
                </a:ext>
              </a:extLst>
            </p:cNvPr>
            <p:cNvGrpSpPr/>
            <p:nvPr/>
          </p:nvGrpSpPr>
          <p:grpSpPr>
            <a:xfrm>
              <a:off x="248192" y="288474"/>
              <a:ext cx="1776500" cy="4198482"/>
              <a:chOff x="248192" y="288474"/>
              <a:chExt cx="1776500" cy="4198482"/>
            </a:xfrm>
          </p:grpSpPr>
          <p:grpSp>
            <p:nvGrpSpPr>
              <p:cNvPr id="2" name="Group 1">
                <a:extLst>
                  <a:ext uri="{FF2B5EF4-FFF2-40B4-BE49-F238E27FC236}">
                    <a16:creationId xmlns:a16="http://schemas.microsoft.com/office/drawing/2014/main" id="{98FA0A1B-AAA3-4099-A8A4-C8F20B0A42E4}"/>
                  </a:ext>
                </a:extLst>
              </p:cNvPr>
              <p:cNvGrpSpPr/>
              <p:nvPr/>
            </p:nvGrpSpPr>
            <p:grpSpPr>
              <a:xfrm>
                <a:off x="248468" y="288474"/>
                <a:ext cx="1776224" cy="1399494"/>
                <a:chOff x="318136" y="1316090"/>
                <a:chExt cx="1776224" cy="1399494"/>
              </a:xfrm>
            </p:grpSpPr>
            <p:sp>
              <p:nvSpPr>
                <p:cNvPr id="4" name="Rectangle 3">
                  <a:extLst>
                    <a:ext uri="{FF2B5EF4-FFF2-40B4-BE49-F238E27FC236}">
                      <a16:creationId xmlns:a16="http://schemas.microsoft.com/office/drawing/2014/main" id="{6FE5E737-E77F-43DE-86FF-84D0A2E1D9C7}"/>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D1D21ABB-C3B0-4381-A2C5-220E9885C2F0}"/>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298AC625-5513-40F7-9B86-F676B37C7D40}"/>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A57FE3D3-3E83-44BC-9AB7-B0581AC16428}"/>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498C9E77-E1F7-4653-AA16-6EDD43306F5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C0D445F8-A1E2-41B9-B283-9A5417190265}"/>
                  </a:ext>
                </a:extLst>
              </p:cNvPr>
              <p:cNvGrpSpPr/>
              <p:nvPr/>
            </p:nvGrpSpPr>
            <p:grpSpPr>
              <a:xfrm>
                <a:off x="248192" y="1687968"/>
                <a:ext cx="1776224" cy="1399494"/>
                <a:chOff x="318136" y="1316090"/>
                <a:chExt cx="1776224" cy="1399494"/>
              </a:xfrm>
            </p:grpSpPr>
            <p:sp>
              <p:nvSpPr>
                <p:cNvPr id="11" name="Rectangle 10">
                  <a:extLst>
                    <a:ext uri="{FF2B5EF4-FFF2-40B4-BE49-F238E27FC236}">
                      <a16:creationId xmlns:a16="http://schemas.microsoft.com/office/drawing/2014/main" id="{4AF09647-C2DC-40C4-8A53-F636C3779A1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7A39F88-E4BF-4D93-9F91-FDB200F8562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B34BB9F-F481-449D-B411-758A7453F5C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86BCBBD8-3175-4517-B202-8BB4BC5D695A}"/>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2796B8E3-1292-420F-9A69-FA7A740EB3B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6" name="Group 15">
                <a:extLst>
                  <a:ext uri="{FF2B5EF4-FFF2-40B4-BE49-F238E27FC236}">
                    <a16:creationId xmlns:a16="http://schemas.microsoft.com/office/drawing/2014/main" id="{3DF99644-9EEA-4AC2-8622-BCCA70BFBD9D}"/>
                  </a:ext>
                </a:extLst>
              </p:cNvPr>
              <p:cNvGrpSpPr/>
              <p:nvPr/>
            </p:nvGrpSpPr>
            <p:grpSpPr>
              <a:xfrm>
                <a:off x="248192" y="3087462"/>
                <a:ext cx="1776224" cy="1399494"/>
                <a:chOff x="318136" y="1316090"/>
                <a:chExt cx="1776224" cy="1399494"/>
              </a:xfrm>
            </p:grpSpPr>
            <p:sp>
              <p:nvSpPr>
                <p:cNvPr id="17" name="Rectangle 16">
                  <a:extLst>
                    <a:ext uri="{FF2B5EF4-FFF2-40B4-BE49-F238E27FC236}">
                      <a16:creationId xmlns:a16="http://schemas.microsoft.com/office/drawing/2014/main" id="{D8DEEA6B-5A94-4E28-B615-01DC397B058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3B3F4EA-3F52-4779-9FE4-C9D0484C4502}"/>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C8014CE1-53AE-4683-A91C-698973EED161}"/>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CA58C3C2-ED1B-493F-8C2D-543577C6703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C0B4299B-283B-4CC9-A05F-981E73B61976}"/>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23" name="Group 22">
              <a:extLst>
                <a:ext uri="{FF2B5EF4-FFF2-40B4-BE49-F238E27FC236}">
                  <a16:creationId xmlns:a16="http://schemas.microsoft.com/office/drawing/2014/main" id="{767D5471-BDF2-4FF8-874D-3164B06F3012}"/>
                </a:ext>
              </a:extLst>
            </p:cNvPr>
            <p:cNvGrpSpPr/>
            <p:nvPr/>
          </p:nvGrpSpPr>
          <p:grpSpPr>
            <a:xfrm>
              <a:off x="2014608" y="288474"/>
              <a:ext cx="1776500" cy="4198482"/>
              <a:chOff x="248192" y="288474"/>
              <a:chExt cx="1776500" cy="4198482"/>
            </a:xfrm>
          </p:grpSpPr>
          <p:grpSp>
            <p:nvGrpSpPr>
              <p:cNvPr id="24" name="Group 23">
                <a:extLst>
                  <a:ext uri="{FF2B5EF4-FFF2-40B4-BE49-F238E27FC236}">
                    <a16:creationId xmlns:a16="http://schemas.microsoft.com/office/drawing/2014/main" id="{F0479C52-541E-4174-9B77-3BE0F792E3DD}"/>
                  </a:ext>
                </a:extLst>
              </p:cNvPr>
              <p:cNvGrpSpPr/>
              <p:nvPr/>
            </p:nvGrpSpPr>
            <p:grpSpPr>
              <a:xfrm>
                <a:off x="248468" y="288474"/>
                <a:ext cx="1776224" cy="1399494"/>
                <a:chOff x="318136" y="1316090"/>
                <a:chExt cx="1776224" cy="1399494"/>
              </a:xfrm>
            </p:grpSpPr>
            <p:sp>
              <p:nvSpPr>
                <p:cNvPr id="37" name="Rectangle 36">
                  <a:extLst>
                    <a:ext uri="{FF2B5EF4-FFF2-40B4-BE49-F238E27FC236}">
                      <a16:creationId xmlns:a16="http://schemas.microsoft.com/office/drawing/2014/main" id="{C49C8FE6-ECF2-4C64-A07E-5A6505891808}"/>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71967E02-5732-45CD-83A9-BB1A0AA9109B}"/>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F8FD8FFE-A6D2-4B59-AC7E-92B9E473CDC6}"/>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DF63FA63-EF72-4E84-8B18-71F3F226964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585FABCA-5318-4769-83AD-D6CCFCEF5448}"/>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 name="Group 24">
                <a:extLst>
                  <a:ext uri="{FF2B5EF4-FFF2-40B4-BE49-F238E27FC236}">
                    <a16:creationId xmlns:a16="http://schemas.microsoft.com/office/drawing/2014/main" id="{9EAEDCC8-466A-4BD7-AC6B-75573016C9EC}"/>
                  </a:ext>
                </a:extLst>
              </p:cNvPr>
              <p:cNvGrpSpPr/>
              <p:nvPr/>
            </p:nvGrpSpPr>
            <p:grpSpPr>
              <a:xfrm>
                <a:off x="248192" y="1687968"/>
                <a:ext cx="1776224" cy="1399494"/>
                <a:chOff x="318136" y="1316090"/>
                <a:chExt cx="1776224" cy="1399494"/>
              </a:xfrm>
            </p:grpSpPr>
            <p:sp>
              <p:nvSpPr>
                <p:cNvPr id="32" name="Rectangle 31">
                  <a:extLst>
                    <a:ext uri="{FF2B5EF4-FFF2-40B4-BE49-F238E27FC236}">
                      <a16:creationId xmlns:a16="http://schemas.microsoft.com/office/drawing/2014/main" id="{C348A808-E094-43B3-B895-BD9CA990A487}"/>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E641A5E4-82BD-4986-8D6C-FF07AC4AC81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A3D559B6-A6A1-46E9-9E09-5A0E977BF5B1}"/>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7C4230C-F9A5-4F50-8A24-27787E9C5E3C}"/>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1345250B-8B11-4595-91B4-F17F2E71010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6" name="Group 25">
                <a:extLst>
                  <a:ext uri="{FF2B5EF4-FFF2-40B4-BE49-F238E27FC236}">
                    <a16:creationId xmlns:a16="http://schemas.microsoft.com/office/drawing/2014/main" id="{DFED4CF4-F8F8-4923-BB14-A414D76839F1}"/>
                  </a:ext>
                </a:extLst>
              </p:cNvPr>
              <p:cNvGrpSpPr/>
              <p:nvPr/>
            </p:nvGrpSpPr>
            <p:grpSpPr>
              <a:xfrm>
                <a:off x="248192" y="3087462"/>
                <a:ext cx="1776224" cy="1399494"/>
                <a:chOff x="318136" y="1316090"/>
                <a:chExt cx="1776224" cy="1399494"/>
              </a:xfrm>
            </p:grpSpPr>
            <p:sp>
              <p:nvSpPr>
                <p:cNvPr id="27" name="Rectangle 26">
                  <a:extLst>
                    <a:ext uri="{FF2B5EF4-FFF2-40B4-BE49-F238E27FC236}">
                      <a16:creationId xmlns:a16="http://schemas.microsoft.com/office/drawing/2014/main" id="{5B2C55D8-42FA-4C8C-AA87-9026F37FFDCE}"/>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4BE256B4-675A-4B50-A3A9-A78E9C74B96A}"/>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02F0AC3E-8D3B-4837-A30C-509A2CE62CF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293FD550-E00C-4F9F-8B65-E555B918F84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10368020-DF08-483E-AA92-2BC2845C865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43" name="Group 42">
              <a:extLst>
                <a:ext uri="{FF2B5EF4-FFF2-40B4-BE49-F238E27FC236}">
                  <a16:creationId xmlns:a16="http://schemas.microsoft.com/office/drawing/2014/main" id="{12F68578-2025-4FCF-AC26-C3580EEC03EE}"/>
                </a:ext>
              </a:extLst>
            </p:cNvPr>
            <p:cNvGrpSpPr/>
            <p:nvPr/>
          </p:nvGrpSpPr>
          <p:grpSpPr>
            <a:xfrm>
              <a:off x="3790832" y="288474"/>
              <a:ext cx="1776224" cy="1399494"/>
              <a:chOff x="318136" y="1316090"/>
              <a:chExt cx="1776224" cy="1399494"/>
            </a:xfrm>
          </p:grpSpPr>
          <p:sp>
            <p:nvSpPr>
              <p:cNvPr id="56" name="Rectangle 55">
                <a:extLst>
                  <a:ext uri="{FF2B5EF4-FFF2-40B4-BE49-F238E27FC236}">
                    <a16:creationId xmlns:a16="http://schemas.microsoft.com/office/drawing/2014/main" id="{AF408672-84C1-43DB-A42E-600A7F46F4E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475AEA9F-5ED1-4A9D-9F70-E8251053CB0B}"/>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51114DA2-43CD-4932-838E-CD428E7FF76F}"/>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6924F25B-AE2A-4838-8AB4-99546629CDD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7A16B5C1-BAC9-4CA2-A0FE-BBA1D414C8A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4" name="Group 43">
              <a:extLst>
                <a:ext uri="{FF2B5EF4-FFF2-40B4-BE49-F238E27FC236}">
                  <a16:creationId xmlns:a16="http://schemas.microsoft.com/office/drawing/2014/main" id="{CA04EA31-06F3-45C5-8A2E-5555FC33EB41}"/>
                </a:ext>
              </a:extLst>
            </p:cNvPr>
            <p:cNvGrpSpPr/>
            <p:nvPr/>
          </p:nvGrpSpPr>
          <p:grpSpPr>
            <a:xfrm>
              <a:off x="3790556" y="1687968"/>
              <a:ext cx="1776224" cy="1399494"/>
              <a:chOff x="318136" y="1316090"/>
              <a:chExt cx="1776224" cy="1399494"/>
            </a:xfrm>
          </p:grpSpPr>
          <p:sp>
            <p:nvSpPr>
              <p:cNvPr id="51" name="Rectangle 50">
                <a:extLst>
                  <a:ext uri="{FF2B5EF4-FFF2-40B4-BE49-F238E27FC236}">
                    <a16:creationId xmlns:a16="http://schemas.microsoft.com/office/drawing/2014/main" id="{BB80FEAC-DB80-4D52-916B-3F0562C1F04B}"/>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799C1739-3E18-4D8C-8298-EE8402A179AE}"/>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CCE29DCD-B124-49A6-8704-96008399B780}"/>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0CCA47A1-3763-4755-9E65-490BF922ABA7}"/>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D63534F1-6D0B-43AC-95FF-B69B0489C0E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5" name="Group 44">
              <a:extLst>
                <a:ext uri="{FF2B5EF4-FFF2-40B4-BE49-F238E27FC236}">
                  <a16:creationId xmlns:a16="http://schemas.microsoft.com/office/drawing/2014/main" id="{A71F5F36-F491-4E12-8C75-3463A29A6487}"/>
                </a:ext>
              </a:extLst>
            </p:cNvPr>
            <p:cNvGrpSpPr/>
            <p:nvPr/>
          </p:nvGrpSpPr>
          <p:grpSpPr>
            <a:xfrm>
              <a:off x="3790556" y="3087462"/>
              <a:ext cx="1776224" cy="1399494"/>
              <a:chOff x="318136" y="1316090"/>
              <a:chExt cx="1776224" cy="1399494"/>
            </a:xfrm>
          </p:grpSpPr>
          <p:sp>
            <p:nvSpPr>
              <p:cNvPr id="46" name="Rectangle 45">
                <a:extLst>
                  <a:ext uri="{FF2B5EF4-FFF2-40B4-BE49-F238E27FC236}">
                    <a16:creationId xmlns:a16="http://schemas.microsoft.com/office/drawing/2014/main" id="{89B67A0D-CEC9-4A03-A74F-8C903945ED60}"/>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ACACE373-D189-4A69-9A8E-23923BF5FAF8}"/>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5FA1E-9BD7-4B46-8E58-8CD3A4D717E1}"/>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A3CCD53E-A0FF-48FA-BE2E-637EB4625B37}"/>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531D47A6-1255-4138-B95E-E9A7C40ABD87}"/>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61" name="Group 60">
              <a:extLst>
                <a:ext uri="{FF2B5EF4-FFF2-40B4-BE49-F238E27FC236}">
                  <a16:creationId xmlns:a16="http://schemas.microsoft.com/office/drawing/2014/main" id="{2FB9A846-AF3A-4593-8745-EE3B36AD2BDD}"/>
                </a:ext>
              </a:extLst>
            </p:cNvPr>
            <p:cNvGrpSpPr/>
            <p:nvPr/>
          </p:nvGrpSpPr>
          <p:grpSpPr>
            <a:xfrm>
              <a:off x="5569397" y="288474"/>
              <a:ext cx="1776224" cy="1399494"/>
              <a:chOff x="321580" y="1316090"/>
              <a:chExt cx="1776224" cy="1399494"/>
            </a:xfrm>
          </p:grpSpPr>
          <p:sp>
            <p:nvSpPr>
              <p:cNvPr id="62" name="Rectangle 61">
                <a:extLst>
                  <a:ext uri="{FF2B5EF4-FFF2-40B4-BE49-F238E27FC236}">
                    <a16:creationId xmlns:a16="http://schemas.microsoft.com/office/drawing/2014/main" id="{5DDB3204-1AC6-4225-8A06-78C695C8BD0A}"/>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69E467B7-BB34-4B3F-AE71-F8556C125FD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002F5459-EE11-4B24-BE02-504711C812F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5B312F74-D107-45AA-BD1D-F562ACA3CB28}"/>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D6F1654A-BBC8-47F4-90FD-497E23E26269}"/>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67" name="Group 66">
              <a:extLst>
                <a:ext uri="{FF2B5EF4-FFF2-40B4-BE49-F238E27FC236}">
                  <a16:creationId xmlns:a16="http://schemas.microsoft.com/office/drawing/2014/main" id="{82951712-97E0-4E25-AF74-7FA10E65A214}"/>
                </a:ext>
              </a:extLst>
            </p:cNvPr>
            <p:cNvGrpSpPr/>
            <p:nvPr/>
          </p:nvGrpSpPr>
          <p:grpSpPr>
            <a:xfrm>
              <a:off x="5569397" y="1687968"/>
              <a:ext cx="1776224" cy="1399494"/>
              <a:chOff x="321856" y="1316090"/>
              <a:chExt cx="1776224" cy="1399494"/>
            </a:xfrm>
          </p:grpSpPr>
          <p:sp>
            <p:nvSpPr>
              <p:cNvPr id="68" name="Rectangle 67">
                <a:extLst>
                  <a:ext uri="{FF2B5EF4-FFF2-40B4-BE49-F238E27FC236}">
                    <a16:creationId xmlns:a16="http://schemas.microsoft.com/office/drawing/2014/main" id="{97F01E4A-4810-4F78-91C8-725321C10F2E}"/>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69" name="Straight Arrow Connector 68">
                <a:extLst>
                  <a:ext uri="{FF2B5EF4-FFF2-40B4-BE49-F238E27FC236}">
                    <a16:creationId xmlns:a16="http://schemas.microsoft.com/office/drawing/2014/main" id="{34FAC4D8-4D89-43AC-B258-46D82C7EE45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381D3AC5-0F7F-4217-B4BC-1FA064EFDBB9}"/>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4CD2B255-C57C-4329-96C8-7444EAE26A50}"/>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67DD845E-621F-465A-BA3A-BCF09CE4060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70C3E12B-CB9F-4FAE-A98A-9B170BF3A5D9}"/>
                  </a:ext>
                </a:extLst>
              </p:cNvPr>
              <p:cNvCxnSpPr>
                <a:cxnSpLocks/>
              </p:cNvCxnSpPr>
              <p:nvPr/>
            </p:nvCxnSpPr>
            <p:spPr>
              <a:xfrm rot="13140000" flipV="1">
                <a:off x="893207" y="20399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a:extLst>
                  <a:ext uri="{FF2B5EF4-FFF2-40B4-BE49-F238E27FC236}">
                    <a16:creationId xmlns:a16="http://schemas.microsoft.com/office/drawing/2014/main" id="{4E062352-6DB5-4930-A0D7-DEE479F7498D}"/>
                  </a:ext>
                </a:extLst>
              </p:cNvPr>
              <p:cNvCxnSpPr>
                <a:cxnSpLocks/>
              </p:cNvCxnSpPr>
              <p:nvPr/>
            </p:nvCxnSpPr>
            <p:spPr>
              <a:xfrm rot="234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cxnSp>
        <p:nvCxnSpPr>
          <p:cNvPr id="73" name="Straight Connector 72">
            <a:extLst>
              <a:ext uri="{FF2B5EF4-FFF2-40B4-BE49-F238E27FC236}">
                <a16:creationId xmlns:a16="http://schemas.microsoft.com/office/drawing/2014/main" id="{B57BC9C1-79D7-4FE8-B703-5BE7A6D62E10}"/>
              </a:ext>
            </a:extLst>
          </p:cNvPr>
          <p:cNvCxnSpPr/>
          <p:nvPr/>
        </p:nvCxnSpPr>
        <p:spPr>
          <a:xfrm>
            <a:off x="5565953" y="1687968"/>
            <a:ext cx="1776224" cy="1399494"/>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06FD93C9-D0D3-460E-BC5E-58972F2C7761}"/>
              </a:ext>
            </a:extLst>
          </p:cNvPr>
          <p:cNvCxnSpPr/>
          <p:nvPr/>
        </p:nvCxnSpPr>
        <p:spPr>
          <a:xfrm flipH="1">
            <a:off x="5565677" y="288474"/>
            <a:ext cx="1776224" cy="1399494"/>
          </a:xfrm>
          <a:prstGeom prst="line">
            <a:avLst/>
          </a:prstGeom>
          <a:ln w="19050"/>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239FFF24-B96D-4C9F-9E4E-926CADA4F798}"/>
              </a:ext>
            </a:extLst>
          </p:cNvPr>
          <p:cNvCxnSpPr>
            <a:cxnSpLocks/>
          </p:cNvCxnSpPr>
          <p:nvPr/>
        </p:nvCxnSpPr>
        <p:spPr>
          <a:xfrm>
            <a:off x="248192" y="1687968"/>
            <a:ext cx="709370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ABB1F2B-D2A5-499C-A4C9-8D4E6DDCCAD8}"/>
              </a:ext>
            </a:extLst>
          </p:cNvPr>
          <p:cNvCxnSpPr/>
          <p:nvPr/>
        </p:nvCxnSpPr>
        <p:spPr>
          <a:xfrm>
            <a:off x="2014608" y="288474"/>
            <a:ext cx="0" cy="279898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6C787968-CAFD-4809-8D78-C7831B8BD472}"/>
              </a:ext>
            </a:extLst>
          </p:cNvPr>
          <p:cNvCxnSpPr/>
          <p:nvPr/>
        </p:nvCxnSpPr>
        <p:spPr>
          <a:xfrm>
            <a:off x="3790556" y="1687968"/>
            <a:ext cx="0" cy="279898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955DA021-7685-46E5-838B-584EA4E8B813}"/>
              </a:ext>
            </a:extLst>
          </p:cNvPr>
          <p:cNvCxnSpPr/>
          <p:nvPr/>
        </p:nvCxnSpPr>
        <p:spPr>
          <a:xfrm flipH="1">
            <a:off x="5565677" y="288474"/>
            <a:ext cx="1776224" cy="13994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1EF885C0-CCC0-454A-9992-2665D70661D0}"/>
              </a:ext>
            </a:extLst>
          </p:cNvPr>
          <p:cNvCxnSpPr/>
          <p:nvPr/>
        </p:nvCxnSpPr>
        <p:spPr>
          <a:xfrm>
            <a:off x="5565677" y="1687968"/>
            <a:ext cx="1776224" cy="139949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50839CF-949F-4783-86D5-6BBE2D6250BE}"/>
              </a:ext>
            </a:extLst>
          </p:cNvPr>
          <p:cNvCxnSpPr/>
          <p:nvPr/>
        </p:nvCxnSpPr>
        <p:spPr>
          <a:xfrm>
            <a:off x="5569093" y="288474"/>
            <a:ext cx="0" cy="279898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B3FF8CF7-5F4F-4F6D-94EB-EE6F50AAE6FB}"/>
              </a:ext>
            </a:extLst>
          </p:cNvPr>
          <p:cNvSpPr txBox="1"/>
          <p:nvPr/>
        </p:nvSpPr>
        <p:spPr>
          <a:xfrm>
            <a:off x="1772012" y="1201557"/>
            <a:ext cx="301686" cy="369332"/>
          </a:xfrm>
          <a:prstGeom prst="rect">
            <a:avLst/>
          </a:prstGeom>
          <a:noFill/>
        </p:spPr>
        <p:txBody>
          <a:bodyPr wrap="none" rtlCol="0">
            <a:spAutoFit/>
          </a:bodyPr>
          <a:lstStyle/>
          <a:p>
            <a:r>
              <a:rPr lang="en-US" dirty="0">
                <a:solidFill>
                  <a:srgbClr val="FF0000"/>
                </a:solidFill>
              </a:rPr>
              <a:t>1</a:t>
            </a:r>
          </a:p>
        </p:txBody>
      </p:sp>
      <p:sp>
        <p:nvSpPr>
          <p:cNvPr id="94" name="TextBox 93">
            <a:extLst>
              <a:ext uri="{FF2B5EF4-FFF2-40B4-BE49-F238E27FC236}">
                <a16:creationId xmlns:a16="http://schemas.microsoft.com/office/drawing/2014/main" id="{A1705AB5-CE61-4400-B906-301C6D60ACAD}"/>
              </a:ext>
            </a:extLst>
          </p:cNvPr>
          <p:cNvSpPr txBox="1"/>
          <p:nvPr/>
        </p:nvSpPr>
        <p:spPr>
          <a:xfrm>
            <a:off x="3303132" y="1632297"/>
            <a:ext cx="301686" cy="369332"/>
          </a:xfrm>
          <a:prstGeom prst="rect">
            <a:avLst/>
          </a:prstGeom>
          <a:noFill/>
        </p:spPr>
        <p:txBody>
          <a:bodyPr wrap="none" rtlCol="0">
            <a:spAutoFit/>
          </a:bodyPr>
          <a:lstStyle/>
          <a:p>
            <a:r>
              <a:rPr lang="en-US" dirty="0">
                <a:solidFill>
                  <a:srgbClr val="FF0000"/>
                </a:solidFill>
              </a:rPr>
              <a:t>2</a:t>
            </a:r>
          </a:p>
        </p:txBody>
      </p:sp>
      <p:sp>
        <p:nvSpPr>
          <p:cNvPr id="95" name="TextBox 94">
            <a:extLst>
              <a:ext uri="{FF2B5EF4-FFF2-40B4-BE49-F238E27FC236}">
                <a16:creationId xmlns:a16="http://schemas.microsoft.com/office/drawing/2014/main" id="{E05E6E38-0DDE-45BE-9B34-B18255156D2F}"/>
              </a:ext>
            </a:extLst>
          </p:cNvPr>
          <p:cNvSpPr txBox="1"/>
          <p:nvPr/>
        </p:nvSpPr>
        <p:spPr>
          <a:xfrm>
            <a:off x="3731465" y="4046942"/>
            <a:ext cx="301686" cy="369332"/>
          </a:xfrm>
          <a:prstGeom prst="rect">
            <a:avLst/>
          </a:prstGeom>
          <a:noFill/>
        </p:spPr>
        <p:txBody>
          <a:bodyPr wrap="none" rtlCol="0">
            <a:spAutoFit/>
          </a:bodyPr>
          <a:lstStyle/>
          <a:p>
            <a:r>
              <a:rPr lang="en-US" dirty="0">
                <a:solidFill>
                  <a:srgbClr val="FF0000"/>
                </a:solidFill>
              </a:rPr>
              <a:t>3</a:t>
            </a:r>
          </a:p>
        </p:txBody>
      </p:sp>
      <p:sp>
        <p:nvSpPr>
          <p:cNvPr id="96" name="TextBox 95">
            <a:extLst>
              <a:ext uri="{FF2B5EF4-FFF2-40B4-BE49-F238E27FC236}">
                <a16:creationId xmlns:a16="http://schemas.microsoft.com/office/drawing/2014/main" id="{8179DE93-9239-40BC-9BA4-A1DBB57884FB}"/>
              </a:ext>
            </a:extLst>
          </p:cNvPr>
          <p:cNvSpPr txBox="1"/>
          <p:nvPr/>
        </p:nvSpPr>
        <p:spPr>
          <a:xfrm>
            <a:off x="5516394" y="2644307"/>
            <a:ext cx="301686" cy="369332"/>
          </a:xfrm>
          <a:prstGeom prst="rect">
            <a:avLst/>
          </a:prstGeom>
          <a:noFill/>
        </p:spPr>
        <p:txBody>
          <a:bodyPr wrap="none" rtlCol="0">
            <a:spAutoFit/>
          </a:bodyPr>
          <a:lstStyle/>
          <a:p>
            <a:r>
              <a:rPr lang="en-US" dirty="0">
                <a:solidFill>
                  <a:srgbClr val="FF0000"/>
                </a:solidFill>
              </a:rPr>
              <a:t>4</a:t>
            </a:r>
          </a:p>
        </p:txBody>
      </p:sp>
      <p:sp>
        <p:nvSpPr>
          <p:cNvPr id="97" name="TextBox 96">
            <a:extLst>
              <a:ext uri="{FF2B5EF4-FFF2-40B4-BE49-F238E27FC236}">
                <a16:creationId xmlns:a16="http://schemas.microsoft.com/office/drawing/2014/main" id="{08319959-F7E7-48EE-A14C-FC643F29686C}"/>
              </a:ext>
            </a:extLst>
          </p:cNvPr>
          <p:cNvSpPr txBox="1"/>
          <p:nvPr/>
        </p:nvSpPr>
        <p:spPr>
          <a:xfrm>
            <a:off x="5520598" y="293050"/>
            <a:ext cx="301686" cy="369332"/>
          </a:xfrm>
          <a:prstGeom prst="rect">
            <a:avLst/>
          </a:prstGeom>
          <a:noFill/>
        </p:spPr>
        <p:txBody>
          <a:bodyPr wrap="none" rtlCol="0">
            <a:spAutoFit/>
          </a:bodyPr>
          <a:lstStyle/>
          <a:p>
            <a:r>
              <a:rPr lang="en-US" dirty="0">
                <a:solidFill>
                  <a:srgbClr val="FF0000"/>
                </a:solidFill>
              </a:rPr>
              <a:t>5</a:t>
            </a:r>
          </a:p>
        </p:txBody>
      </p:sp>
      <p:sp>
        <p:nvSpPr>
          <p:cNvPr id="98" name="TextBox 97">
            <a:extLst>
              <a:ext uri="{FF2B5EF4-FFF2-40B4-BE49-F238E27FC236}">
                <a16:creationId xmlns:a16="http://schemas.microsoft.com/office/drawing/2014/main" id="{9647F9AE-AB38-4988-A851-2958C488EB17}"/>
              </a:ext>
            </a:extLst>
          </p:cNvPr>
          <p:cNvSpPr txBox="1"/>
          <p:nvPr/>
        </p:nvSpPr>
        <p:spPr>
          <a:xfrm>
            <a:off x="3959444" y="1385003"/>
            <a:ext cx="301686" cy="369332"/>
          </a:xfrm>
          <a:prstGeom prst="rect">
            <a:avLst/>
          </a:prstGeom>
          <a:noFill/>
        </p:spPr>
        <p:txBody>
          <a:bodyPr wrap="none" rtlCol="0">
            <a:spAutoFit/>
          </a:bodyPr>
          <a:lstStyle/>
          <a:p>
            <a:r>
              <a:rPr lang="en-US" dirty="0">
                <a:solidFill>
                  <a:srgbClr val="FF0000"/>
                </a:solidFill>
              </a:rPr>
              <a:t>6</a:t>
            </a:r>
          </a:p>
        </p:txBody>
      </p:sp>
      <p:sp>
        <p:nvSpPr>
          <p:cNvPr id="99" name="TextBox 98">
            <a:extLst>
              <a:ext uri="{FF2B5EF4-FFF2-40B4-BE49-F238E27FC236}">
                <a16:creationId xmlns:a16="http://schemas.microsoft.com/office/drawing/2014/main" id="{98A2870A-E95E-4AFC-9709-6D12A07009E5}"/>
              </a:ext>
            </a:extLst>
          </p:cNvPr>
          <p:cNvSpPr txBox="1"/>
          <p:nvPr/>
        </p:nvSpPr>
        <p:spPr>
          <a:xfrm>
            <a:off x="3555981" y="2544137"/>
            <a:ext cx="301686" cy="369332"/>
          </a:xfrm>
          <a:prstGeom prst="rect">
            <a:avLst/>
          </a:prstGeom>
          <a:noFill/>
        </p:spPr>
        <p:txBody>
          <a:bodyPr wrap="none" rtlCol="0">
            <a:spAutoFit/>
          </a:bodyPr>
          <a:lstStyle/>
          <a:p>
            <a:r>
              <a:rPr lang="en-US" dirty="0">
                <a:solidFill>
                  <a:srgbClr val="FF0000"/>
                </a:solidFill>
              </a:rPr>
              <a:t>7</a:t>
            </a:r>
          </a:p>
        </p:txBody>
      </p:sp>
      <p:sp>
        <p:nvSpPr>
          <p:cNvPr id="100" name="TextBox 99">
            <a:extLst>
              <a:ext uri="{FF2B5EF4-FFF2-40B4-BE49-F238E27FC236}">
                <a16:creationId xmlns:a16="http://schemas.microsoft.com/office/drawing/2014/main" id="{B31EB3C9-E11E-4CF5-BDAE-F0466FBDE70D}"/>
              </a:ext>
            </a:extLst>
          </p:cNvPr>
          <p:cNvSpPr txBox="1"/>
          <p:nvPr/>
        </p:nvSpPr>
        <p:spPr>
          <a:xfrm>
            <a:off x="1781715" y="2584276"/>
            <a:ext cx="301686" cy="369332"/>
          </a:xfrm>
          <a:prstGeom prst="rect">
            <a:avLst/>
          </a:prstGeom>
          <a:noFill/>
        </p:spPr>
        <p:txBody>
          <a:bodyPr wrap="none" rtlCol="0">
            <a:spAutoFit/>
          </a:bodyPr>
          <a:lstStyle/>
          <a:p>
            <a:r>
              <a:rPr lang="en-US" dirty="0">
                <a:solidFill>
                  <a:srgbClr val="FF0000"/>
                </a:solidFill>
              </a:rPr>
              <a:t>8</a:t>
            </a:r>
          </a:p>
        </p:txBody>
      </p:sp>
      <p:sp>
        <p:nvSpPr>
          <p:cNvPr id="101" name="TextBox 100">
            <a:extLst>
              <a:ext uri="{FF2B5EF4-FFF2-40B4-BE49-F238E27FC236}">
                <a16:creationId xmlns:a16="http://schemas.microsoft.com/office/drawing/2014/main" id="{F6007273-C3C7-4C76-BE83-E512BAED18D7}"/>
              </a:ext>
            </a:extLst>
          </p:cNvPr>
          <p:cNvSpPr txBox="1"/>
          <p:nvPr/>
        </p:nvSpPr>
        <p:spPr>
          <a:xfrm>
            <a:off x="1351806" y="1373584"/>
            <a:ext cx="301686" cy="369332"/>
          </a:xfrm>
          <a:prstGeom prst="rect">
            <a:avLst/>
          </a:prstGeom>
          <a:noFill/>
        </p:spPr>
        <p:txBody>
          <a:bodyPr wrap="none" rtlCol="0">
            <a:spAutoFit/>
          </a:bodyPr>
          <a:lstStyle/>
          <a:p>
            <a:r>
              <a:rPr lang="en-US" dirty="0">
                <a:solidFill>
                  <a:srgbClr val="FF0000"/>
                </a:solidFill>
              </a:rPr>
              <a:t>9</a:t>
            </a:r>
          </a:p>
        </p:txBody>
      </p:sp>
      <p:sp>
        <p:nvSpPr>
          <p:cNvPr id="102" name="TextBox 101">
            <a:extLst>
              <a:ext uri="{FF2B5EF4-FFF2-40B4-BE49-F238E27FC236}">
                <a16:creationId xmlns:a16="http://schemas.microsoft.com/office/drawing/2014/main" id="{659F3560-3950-47C2-A1F5-8373C15E9415}"/>
              </a:ext>
            </a:extLst>
          </p:cNvPr>
          <p:cNvSpPr txBox="1"/>
          <p:nvPr/>
        </p:nvSpPr>
        <p:spPr>
          <a:xfrm>
            <a:off x="6772382" y="1390272"/>
            <a:ext cx="418704" cy="369332"/>
          </a:xfrm>
          <a:prstGeom prst="rect">
            <a:avLst/>
          </a:prstGeom>
          <a:noFill/>
        </p:spPr>
        <p:txBody>
          <a:bodyPr wrap="none" rtlCol="0">
            <a:spAutoFit/>
          </a:bodyPr>
          <a:lstStyle/>
          <a:p>
            <a:r>
              <a:rPr lang="en-US" dirty="0">
                <a:solidFill>
                  <a:srgbClr val="FF0000"/>
                </a:solidFill>
              </a:rPr>
              <a:t>10</a:t>
            </a:r>
          </a:p>
        </p:txBody>
      </p:sp>
      <p:sp>
        <p:nvSpPr>
          <p:cNvPr id="103" name="TextBox 102">
            <a:extLst>
              <a:ext uri="{FF2B5EF4-FFF2-40B4-BE49-F238E27FC236}">
                <a16:creationId xmlns:a16="http://schemas.microsoft.com/office/drawing/2014/main" id="{59EA311B-4A04-420D-AAD3-DE27BADFEEBB}"/>
              </a:ext>
            </a:extLst>
          </p:cNvPr>
          <p:cNvSpPr txBox="1"/>
          <p:nvPr/>
        </p:nvSpPr>
        <p:spPr>
          <a:xfrm>
            <a:off x="6505898" y="2085634"/>
            <a:ext cx="418704" cy="369332"/>
          </a:xfrm>
          <a:prstGeom prst="rect">
            <a:avLst/>
          </a:prstGeom>
          <a:noFill/>
        </p:spPr>
        <p:txBody>
          <a:bodyPr wrap="none" rtlCol="0">
            <a:spAutoFit/>
          </a:bodyPr>
          <a:lstStyle/>
          <a:p>
            <a:r>
              <a:rPr lang="en-US" dirty="0">
                <a:solidFill>
                  <a:srgbClr val="FF0000"/>
                </a:solidFill>
              </a:rPr>
              <a:t>11</a:t>
            </a:r>
          </a:p>
        </p:txBody>
      </p:sp>
      <p:sp>
        <p:nvSpPr>
          <p:cNvPr id="104" name="TextBox 103">
            <a:extLst>
              <a:ext uri="{FF2B5EF4-FFF2-40B4-BE49-F238E27FC236}">
                <a16:creationId xmlns:a16="http://schemas.microsoft.com/office/drawing/2014/main" id="{90F6AD29-6EEE-489F-BA17-B4D4F94A99C8}"/>
              </a:ext>
            </a:extLst>
          </p:cNvPr>
          <p:cNvSpPr txBox="1"/>
          <p:nvPr/>
        </p:nvSpPr>
        <p:spPr>
          <a:xfrm>
            <a:off x="6448436" y="372237"/>
            <a:ext cx="418704" cy="369332"/>
          </a:xfrm>
          <a:prstGeom prst="rect">
            <a:avLst/>
          </a:prstGeom>
          <a:noFill/>
        </p:spPr>
        <p:txBody>
          <a:bodyPr wrap="none" rtlCol="0">
            <a:spAutoFit/>
          </a:bodyPr>
          <a:lstStyle/>
          <a:p>
            <a:r>
              <a:rPr lang="en-US" dirty="0">
                <a:solidFill>
                  <a:srgbClr val="FF0000"/>
                </a:solidFill>
              </a:rPr>
              <a:t>12</a:t>
            </a:r>
          </a:p>
        </p:txBody>
      </p:sp>
      <p:cxnSp>
        <p:nvCxnSpPr>
          <p:cNvPr id="109" name="Straight Arrow Connector 108">
            <a:extLst>
              <a:ext uri="{FF2B5EF4-FFF2-40B4-BE49-F238E27FC236}">
                <a16:creationId xmlns:a16="http://schemas.microsoft.com/office/drawing/2014/main" id="{4BE3F8B9-0469-444D-A263-D940A1B01824}"/>
              </a:ext>
            </a:extLst>
          </p:cNvPr>
          <p:cNvCxnSpPr>
            <a:cxnSpLocks/>
          </p:cNvCxnSpPr>
          <p:nvPr/>
        </p:nvCxnSpPr>
        <p:spPr>
          <a:xfrm rot="8460000" flipV="1">
            <a:off x="6148514" y="113913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BD0F4DB7-50F3-43B2-8C25-E28DFADE3A38}"/>
              </a:ext>
            </a:extLst>
          </p:cNvPr>
          <p:cNvCxnSpPr>
            <a:cxnSpLocks/>
          </p:cNvCxnSpPr>
          <p:nvPr/>
        </p:nvCxnSpPr>
        <p:spPr>
          <a:xfrm rot="19260000" flipV="1">
            <a:off x="6057863" y="10344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1" name="TextBox 110">
            <a:extLst>
              <a:ext uri="{FF2B5EF4-FFF2-40B4-BE49-F238E27FC236}">
                <a16:creationId xmlns:a16="http://schemas.microsoft.com/office/drawing/2014/main" id="{82890DE6-C14E-4271-AF4E-4E3906F2C90A}"/>
              </a:ext>
            </a:extLst>
          </p:cNvPr>
          <p:cNvSpPr txBox="1"/>
          <p:nvPr/>
        </p:nvSpPr>
        <p:spPr>
          <a:xfrm>
            <a:off x="8249028" y="288474"/>
            <a:ext cx="4892206" cy="1191983"/>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pPr algn="just"/>
            <a:r>
              <a:rPr lang="en-US" dirty="0">
                <a:latin typeface="Consolas" panose="020B0609020204030204" pitchFamily="49" charset="0"/>
              </a:rPr>
              <a:t>Mesh example: the selected edges to create interface elements are in red and the order is determined by the numbers for each edge.</a:t>
            </a:r>
            <a:endParaRPr lang="en-US" baseline="-25000" dirty="0">
              <a:latin typeface="Consolas" panose="020B0609020204030204" pitchFamily="49" charset="0"/>
            </a:endParaRPr>
          </a:p>
        </p:txBody>
      </p:sp>
      <p:sp>
        <p:nvSpPr>
          <p:cNvPr id="112" name="Oval 111">
            <a:extLst>
              <a:ext uri="{FF2B5EF4-FFF2-40B4-BE49-F238E27FC236}">
                <a16:creationId xmlns:a16="http://schemas.microsoft.com/office/drawing/2014/main" id="{764B4230-425B-4726-BAFC-4191AA74A6EC}"/>
              </a:ext>
            </a:extLst>
          </p:cNvPr>
          <p:cNvSpPr/>
          <p:nvPr/>
        </p:nvSpPr>
        <p:spPr>
          <a:xfrm>
            <a:off x="104189" y="433889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13" name="Oval 112">
            <a:extLst>
              <a:ext uri="{FF2B5EF4-FFF2-40B4-BE49-F238E27FC236}">
                <a16:creationId xmlns:a16="http://schemas.microsoft.com/office/drawing/2014/main" id="{06263293-D229-49BD-8AB3-D2E277EFFEDD}"/>
              </a:ext>
            </a:extLst>
          </p:cNvPr>
          <p:cNvSpPr/>
          <p:nvPr/>
        </p:nvSpPr>
        <p:spPr>
          <a:xfrm>
            <a:off x="1888368" y="435186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14" name="Oval 113">
            <a:extLst>
              <a:ext uri="{FF2B5EF4-FFF2-40B4-BE49-F238E27FC236}">
                <a16:creationId xmlns:a16="http://schemas.microsoft.com/office/drawing/2014/main" id="{F7ED73C6-3233-49CF-8EFD-DFBDEE10669F}"/>
              </a:ext>
            </a:extLst>
          </p:cNvPr>
          <p:cNvSpPr/>
          <p:nvPr/>
        </p:nvSpPr>
        <p:spPr>
          <a:xfrm>
            <a:off x="3660575" y="435480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15" name="Oval 114">
            <a:extLst>
              <a:ext uri="{FF2B5EF4-FFF2-40B4-BE49-F238E27FC236}">
                <a16:creationId xmlns:a16="http://schemas.microsoft.com/office/drawing/2014/main" id="{10255417-1FDB-42B5-B15C-36AD6A113BC9}"/>
              </a:ext>
            </a:extLst>
          </p:cNvPr>
          <p:cNvSpPr/>
          <p:nvPr/>
        </p:nvSpPr>
        <p:spPr>
          <a:xfrm>
            <a:off x="5432310" y="433889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16" name="Oval 115">
            <a:extLst>
              <a:ext uri="{FF2B5EF4-FFF2-40B4-BE49-F238E27FC236}">
                <a16:creationId xmlns:a16="http://schemas.microsoft.com/office/drawing/2014/main" id="{4715ED07-BCE3-4D9C-91FF-3D7B729C0E5F}"/>
              </a:ext>
            </a:extLst>
          </p:cNvPr>
          <p:cNvSpPr/>
          <p:nvPr/>
        </p:nvSpPr>
        <p:spPr>
          <a:xfrm>
            <a:off x="102494" y="295299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17" name="Oval 116">
            <a:extLst>
              <a:ext uri="{FF2B5EF4-FFF2-40B4-BE49-F238E27FC236}">
                <a16:creationId xmlns:a16="http://schemas.microsoft.com/office/drawing/2014/main" id="{827259F0-A476-4E19-8731-4174F406E3C4}"/>
              </a:ext>
            </a:extLst>
          </p:cNvPr>
          <p:cNvSpPr/>
          <p:nvPr/>
        </p:nvSpPr>
        <p:spPr>
          <a:xfrm>
            <a:off x="1877339" y="295299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118" name="Oval 117">
            <a:extLst>
              <a:ext uri="{FF2B5EF4-FFF2-40B4-BE49-F238E27FC236}">
                <a16:creationId xmlns:a16="http://schemas.microsoft.com/office/drawing/2014/main" id="{7AB6F228-98DA-4CBA-B4ED-514DDBBFD9A4}"/>
              </a:ext>
            </a:extLst>
          </p:cNvPr>
          <p:cNvSpPr/>
          <p:nvPr/>
        </p:nvSpPr>
        <p:spPr>
          <a:xfrm>
            <a:off x="3658608" y="294922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119" name="Oval 118">
            <a:extLst>
              <a:ext uri="{FF2B5EF4-FFF2-40B4-BE49-F238E27FC236}">
                <a16:creationId xmlns:a16="http://schemas.microsoft.com/office/drawing/2014/main" id="{793E4275-E55A-4009-99DF-61BC901E7B48}"/>
              </a:ext>
            </a:extLst>
          </p:cNvPr>
          <p:cNvSpPr/>
          <p:nvPr/>
        </p:nvSpPr>
        <p:spPr>
          <a:xfrm>
            <a:off x="5440690" y="294786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120" name="Oval 119">
            <a:extLst>
              <a:ext uri="{FF2B5EF4-FFF2-40B4-BE49-F238E27FC236}">
                <a16:creationId xmlns:a16="http://schemas.microsoft.com/office/drawing/2014/main" id="{B3029265-FFE8-4D3D-B379-E6BFB9E3150A}"/>
              </a:ext>
            </a:extLst>
          </p:cNvPr>
          <p:cNvSpPr/>
          <p:nvPr/>
        </p:nvSpPr>
        <p:spPr>
          <a:xfrm>
            <a:off x="7209929" y="295489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121" name="Oval 120">
            <a:extLst>
              <a:ext uri="{FF2B5EF4-FFF2-40B4-BE49-F238E27FC236}">
                <a16:creationId xmlns:a16="http://schemas.microsoft.com/office/drawing/2014/main" id="{CAD8D14B-07FA-48B8-BE8D-77A69FDA68EB}"/>
              </a:ext>
            </a:extLst>
          </p:cNvPr>
          <p:cNvSpPr/>
          <p:nvPr/>
        </p:nvSpPr>
        <p:spPr>
          <a:xfrm>
            <a:off x="102494" y="155904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122" name="Oval 121">
            <a:extLst>
              <a:ext uri="{FF2B5EF4-FFF2-40B4-BE49-F238E27FC236}">
                <a16:creationId xmlns:a16="http://schemas.microsoft.com/office/drawing/2014/main" id="{650190F2-7ACF-44C3-B58E-4FA653EA6E94}"/>
              </a:ext>
            </a:extLst>
          </p:cNvPr>
          <p:cNvSpPr/>
          <p:nvPr/>
        </p:nvSpPr>
        <p:spPr>
          <a:xfrm>
            <a:off x="1877339" y="155904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123" name="Oval 122">
            <a:extLst>
              <a:ext uri="{FF2B5EF4-FFF2-40B4-BE49-F238E27FC236}">
                <a16:creationId xmlns:a16="http://schemas.microsoft.com/office/drawing/2014/main" id="{51F4C269-4616-4BE4-B27F-64C078F78707}"/>
              </a:ext>
            </a:extLst>
          </p:cNvPr>
          <p:cNvSpPr/>
          <p:nvPr/>
        </p:nvSpPr>
        <p:spPr>
          <a:xfrm>
            <a:off x="3658608" y="155528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L</a:t>
            </a:r>
            <a:endParaRPr lang="en-US" dirty="0"/>
          </a:p>
        </p:txBody>
      </p:sp>
      <p:sp>
        <p:nvSpPr>
          <p:cNvPr id="124" name="Oval 123">
            <a:extLst>
              <a:ext uri="{FF2B5EF4-FFF2-40B4-BE49-F238E27FC236}">
                <a16:creationId xmlns:a16="http://schemas.microsoft.com/office/drawing/2014/main" id="{8D4E47F6-FDB3-4E2F-AAFB-C788428786B9}"/>
              </a:ext>
            </a:extLst>
          </p:cNvPr>
          <p:cNvSpPr/>
          <p:nvPr/>
        </p:nvSpPr>
        <p:spPr>
          <a:xfrm>
            <a:off x="5440690" y="155392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a:t>
            </a:r>
            <a:endParaRPr lang="en-US" dirty="0"/>
          </a:p>
        </p:txBody>
      </p:sp>
      <p:sp>
        <p:nvSpPr>
          <p:cNvPr id="125" name="Oval 124">
            <a:extLst>
              <a:ext uri="{FF2B5EF4-FFF2-40B4-BE49-F238E27FC236}">
                <a16:creationId xmlns:a16="http://schemas.microsoft.com/office/drawing/2014/main" id="{64212B7D-E148-40C7-A0DF-40B2E6624A5D}"/>
              </a:ext>
            </a:extLst>
          </p:cNvPr>
          <p:cNvSpPr/>
          <p:nvPr/>
        </p:nvSpPr>
        <p:spPr>
          <a:xfrm>
            <a:off x="7209929" y="156095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126" name="Oval 125">
            <a:extLst>
              <a:ext uri="{FF2B5EF4-FFF2-40B4-BE49-F238E27FC236}">
                <a16:creationId xmlns:a16="http://schemas.microsoft.com/office/drawing/2014/main" id="{E5654108-B1B0-4F28-AD17-9AE62D8D4EC6}"/>
              </a:ext>
            </a:extLst>
          </p:cNvPr>
          <p:cNvSpPr/>
          <p:nvPr/>
        </p:nvSpPr>
        <p:spPr>
          <a:xfrm>
            <a:off x="102494" y="15916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127" name="Oval 126">
            <a:extLst>
              <a:ext uri="{FF2B5EF4-FFF2-40B4-BE49-F238E27FC236}">
                <a16:creationId xmlns:a16="http://schemas.microsoft.com/office/drawing/2014/main" id="{E5938D62-57D4-4D2C-AF91-FF7D423BCB35}"/>
              </a:ext>
            </a:extLst>
          </p:cNvPr>
          <p:cNvSpPr/>
          <p:nvPr/>
        </p:nvSpPr>
        <p:spPr>
          <a:xfrm>
            <a:off x="1877339" y="15915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Q</a:t>
            </a:r>
            <a:endParaRPr lang="en-US" dirty="0"/>
          </a:p>
        </p:txBody>
      </p:sp>
      <p:sp>
        <p:nvSpPr>
          <p:cNvPr id="128" name="Oval 127">
            <a:extLst>
              <a:ext uri="{FF2B5EF4-FFF2-40B4-BE49-F238E27FC236}">
                <a16:creationId xmlns:a16="http://schemas.microsoft.com/office/drawing/2014/main" id="{472D02B9-62EF-4EB1-98F0-F98AAFCFB518}"/>
              </a:ext>
            </a:extLst>
          </p:cNvPr>
          <p:cNvSpPr/>
          <p:nvPr/>
        </p:nvSpPr>
        <p:spPr>
          <a:xfrm>
            <a:off x="3658608" y="15539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129" name="Oval 128">
            <a:extLst>
              <a:ext uri="{FF2B5EF4-FFF2-40B4-BE49-F238E27FC236}">
                <a16:creationId xmlns:a16="http://schemas.microsoft.com/office/drawing/2014/main" id="{E8B79FA6-8F6F-449A-AC49-4E6136E90441}"/>
              </a:ext>
            </a:extLst>
          </p:cNvPr>
          <p:cNvSpPr/>
          <p:nvPr/>
        </p:nvSpPr>
        <p:spPr>
          <a:xfrm>
            <a:off x="5440690" y="15403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a:t>
            </a:r>
            <a:endParaRPr lang="en-US" dirty="0"/>
          </a:p>
        </p:txBody>
      </p:sp>
      <p:sp>
        <p:nvSpPr>
          <p:cNvPr id="130" name="Oval 129">
            <a:extLst>
              <a:ext uri="{FF2B5EF4-FFF2-40B4-BE49-F238E27FC236}">
                <a16:creationId xmlns:a16="http://schemas.microsoft.com/office/drawing/2014/main" id="{2790A08D-6BFC-4C3A-A82D-0778694012FD}"/>
              </a:ext>
            </a:extLst>
          </p:cNvPr>
          <p:cNvSpPr/>
          <p:nvPr/>
        </p:nvSpPr>
        <p:spPr>
          <a:xfrm>
            <a:off x="7209929" y="16106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Tree>
    <p:extLst>
      <p:ext uri="{BB962C8B-B14F-4D97-AF65-F5344CB8AC3E}">
        <p14:creationId xmlns:p14="http://schemas.microsoft.com/office/powerpoint/2010/main" val="18815997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6093</TotalTime>
  <Words>1468</Words>
  <Application>Microsoft Office PowerPoint</Application>
  <PresentationFormat>Custom</PresentationFormat>
  <Paragraphs>447</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Jeferson Rômulo Pereira Coêlho</dc:creator>
  <cp:lastModifiedBy>Jeferson Rômulo Pereira Coêlho</cp:lastModifiedBy>
  <cp:revision>105</cp:revision>
  <dcterms:created xsi:type="dcterms:W3CDTF">2026-02-18T15:04:43Z</dcterms:created>
  <dcterms:modified xsi:type="dcterms:W3CDTF">2026-02-23T13:27:35Z</dcterms:modified>
</cp:coreProperties>
</file>