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30"/>
  </p:notesMasterIdLst>
  <p:sldIdLst>
    <p:sldId id="264" r:id="rId3"/>
    <p:sldId id="295" r:id="rId4"/>
    <p:sldId id="352" r:id="rId5"/>
    <p:sldId id="343" r:id="rId6"/>
    <p:sldId id="344" r:id="rId7"/>
    <p:sldId id="345" r:id="rId8"/>
    <p:sldId id="346" r:id="rId9"/>
    <p:sldId id="349" r:id="rId10"/>
    <p:sldId id="347" r:id="rId11"/>
    <p:sldId id="348" r:id="rId12"/>
    <p:sldId id="350" r:id="rId13"/>
    <p:sldId id="351" r:id="rId14"/>
    <p:sldId id="353" r:id="rId15"/>
    <p:sldId id="354" r:id="rId16"/>
    <p:sldId id="355" r:id="rId17"/>
    <p:sldId id="356" r:id="rId18"/>
    <p:sldId id="357" r:id="rId19"/>
    <p:sldId id="358" r:id="rId20"/>
    <p:sldId id="359" r:id="rId21"/>
    <p:sldId id="360" r:id="rId22"/>
    <p:sldId id="361" r:id="rId23"/>
    <p:sldId id="362" r:id="rId24"/>
    <p:sldId id="363" r:id="rId25"/>
    <p:sldId id="364" r:id="rId26"/>
    <p:sldId id="365" r:id="rId27"/>
    <p:sldId id="366" r:id="rId28"/>
    <p:sldId id="367" r:id="rId29"/>
  </p:sldIdLst>
  <p:sldSz cx="146304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a:srgbClr val="DCE6F2"/>
    <a:srgbClr val="8C3836"/>
    <a:srgbClr val="357D91"/>
    <a:srgbClr val="5C4776"/>
    <a:srgbClr val="B66D31"/>
    <a:srgbClr val="71893F"/>
    <a:srgbClr val="385D8A"/>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84" autoAdjust="0"/>
    <p:restoredTop sz="94660"/>
  </p:normalViewPr>
  <p:slideViewPr>
    <p:cSldViewPr snapToGrid="0">
      <p:cViewPr varScale="1">
        <p:scale>
          <a:sx n="86" d="100"/>
          <a:sy n="86" d="100"/>
        </p:scale>
        <p:origin x="1158" y="540"/>
      </p:cViewPr>
      <p:guideLst/>
    </p:cSldViewPr>
  </p:slideViewPr>
  <p:notesTextViewPr>
    <p:cViewPr>
      <p:scale>
        <a:sx n="3" d="2"/>
        <a:sy n="3" d="2"/>
      </p:scale>
      <p:origin x="0" y="0"/>
    </p:cViewPr>
  </p:notesTextViewPr>
  <p:sorterViewPr>
    <p:cViewPr>
      <p:scale>
        <a:sx n="130" d="100"/>
        <a:sy n="130" d="100"/>
      </p:scale>
      <p:origin x="0" y="-1215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53D275-A172-4084-A638-77E5B600881B}" type="datetimeFigureOut">
              <a:rPr lang="pt-BR" smtClean="0"/>
              <a:t>25/02/2026</a:t>
            </a:fld>
            <a:endParaRPr lang="pt-BR"/>
          </a:p>
        </p:txBody>
      </p:sp>
      <p:sp>
        <p:nvSpPr>
          <p:cNvPr id="4" name="Espaço Reservado para Imagem de Slide 3"/>
          <p:cNvSpPr>
            <a:spLocks noGrp="1" noRot="1" noChangeAspect="1"/>
          </p:cNvSpPr>
          <p:nvPr>
            <p:ph type="sldImg" idx="2"/>
          </p:nvPr>
        </p:nvSpPr>
        <p:spPr>
          <a:xfrm>
            <a:off x="138113" y="1143000"/>
            <a:ext cx="6581775"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BA87C2-D105-4635-8752-D3CCA232BA8C}" type="slidenum">
              <a:rPr lang="pt-BR" smtClean="0"/>
              <a:t>‹#›</a:t>
            </a:fld>
            <a:endParaRPr lang="pt-BR"/>
          </a:p>
        </p:txBody>
      </p:sp>
    </p:spTree>
    <p:extLst>
      <p:ext uri="{BB962C8B-B14F-4D97-AF65-F5344CB8AC3E}">
        <p14:creationId xmlns:p14="http://schemas.microsoft.com/office/powerpoint/2010/main" val="1885674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Expand Collapsed Edge</a:t>
            </a:r>
          </a:p>
        </p:txBody>
      </p:sp>
      <p:sp>
        <p:nvSpPr>
          <p:cNvPr id="4" name="Slide Number Placeholder 3"/>
          <p:cNvSpPr>
            <a:spLocks noGrp="1"/>
          </p:cNvSpPr>
          <p:nvPr>
            <p:ph type="sldNum" sz="quarter" idx="5"/>
          </p:nvPr>
        </p:nvSpPr>
        <p:spPr/>
        <p:txBody>
          <a:bodyPr/>
          <a:lstStyle/>
          <a:p>
            <a:fld id="{BBBA87C2-D105-4635-8752-D3CCA232BA8C}" type="slidenum">
              <a:rPr lang="pt-BR" smtClean="0"/>
              <a:t>13</a:t>
            </a:fld>
            <a:endParaRPr lang="pt-BR"/>
          </a:p>
        </p:txBody>
      </p:sp>
    </p:spTree>
    <p:extLst>
      <p:ext uri="{BB962C8B-B14F-4D97-AF65-F5344CB8AC3E}">
        <p14:creationId xmlns:p14="http://schemas.microsoft.com/office/powerpoint/2010/main" val="23199492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BA87C2-D105-4635-8752-D3CCA232BA8C}" type="slidenum">
              <a:rPr lang="pt-BR" smtClean="0"/>
              <a:t>15</a:t>
            </a:fld>
            <a:endParaRPr lang="pt-BR"/>
          </a:p>
        </p:txBody>
      </p:sp>
    </p:spTree>
    <p:extLst>
      <p:ext uri="{BB962C8B-B14F-4D97-AF65-F5344CB8AC3E}">
        <p14:creationId xmlns:p14="http://schemas.microsoft.com/office/powerpoint/2010/main" val="12467872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BA87C2-D105-4635-8752-D3CCA232BA8C}" type="slidenum">
              <a:rPr lang="pt-BR" smtClean="0"/>
              <a:t>16</a:t>
            </a:fld>
            <a:endParaRPr lang="pt-BR"/>
          </a:p>
        </p:txBody>
      </p:sp>
    </p:spTree>
    <p:extLst>
      <p:ext uri="{BB962C8B-B14F-4D97-AF65-F5344CB8AC3E}">
        <p14:creationId xmlns:p14="http://schemas.microsoft.com/office/powerpoint/2010/main" val="13993970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BA87C2-D105-4635-8752-D3CCA232BA8C}" type="slidenum">
              <a:rPr lang="pt-BR" smtClean="0"/>
              <a:t>17</a:t>
            </a:fld>
            <a:endParaRPr lang="pt-BR"/>
          </a:p>
        </p:txBody>
      </p:sp>
    </p:spTree>
    <p:extLst>
      <p:ext uri="{BB962C8B-B14F-4D97-AF65-F5344CB8AC3E}">
        <p14:creationId xmlns:p14="http://schemas.microsoft.com/office/powerpoint/2010/main" val="14143221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BA87C2-D105-4635-8752-D3CCA232BA8C}" type="slidenum">
              <a:rPr lang="pt-BR" smtClean="0"/>
              <a:t>18</a:t>
            </a:fld>
            <a:endParaRPr lang="pt-BR"/>
          </a:p>
        </p:txBody>
      </p:sp>
    </p:spTree>
    <p:extLst>
      <p:ext uri="{BB962C8B-B14F-4D97-AF65-F5344CB8AC3E}">
        <p14:creationId xmlns:p14="http://schemas.microsoft.com/office/powerpoint/2010/main" val="31472530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BA87C2-D105-4635-8752-D3CCA232BA8C}" type="slidenum">
              <a:rPr lang="pt-BR" smtClean="0"/>
              <a:t>19</a:t>
            </a:fld>
            <a:endParaRPr lang="pt-BR"/>
          </a:p>
        </p:txBody>
      </p:sp>
    </p:spTree>
    <p:extLst>
      <p:ext uri="{BB962C8B-B14F-4D97-AF65-F5344CB8AC3E}">
        <p14:creationId xmlns:p14="http://schemas.microsoft.com/office/powerpoint/2010/main" val="32799078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BA87C2-D105-4635-8752-D3CCA232BA8C}" type="slidenum">
              <a:rPr lang="pt-BR" smtClean="0"/>
              <a:t>20</a:t>
            </a:fld>
            <a:endParaRPr lang="pt-BR"/>
          </a:p>
        </p:txBody>
      </p:sp>
    </p:spTree>
    <p:extLst>
      <p:ext uri="{BB962C8B-B14F-4D97-AF65-F5344CB8AC3E}">
        <p14:creationId xmlns:p14="http://schemas.microsoft.com/office/powerpoint/2010/main" val="3649148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BA87C2-D105-4635-8752-D3CCA232BA8C}" type="slidenum">
              <a:rPr lang="pt-BR" smtClean="0"/>
              <a:t>21</a:t>
            </a:fld>
            <a:endParaRPr lang="pt-BR"/>
          </a:p>
        </p:txBody>
      </p:sp>
    </p:spTree>
    <p:extLst>
      <p:ext uri="{BB962C8B-B14F-4D97-AF65-F5344CB8AC3E}">
        <p14:creationId xmlns:p14="http://schemas.microsoft.com/office/powerpoint/2010/main" val="36639291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BA87C2-D105-4635-8752-D3CCA232BA8C}" type="slidenum">
              <a:rPr lang="pt-BR" smtClean="0"/>
              <a:t>22</a:t>
            </a:fld>
            <a:endParaRPr lang="pt-BR"/>
          </a:p>
        </p:txBody>
      </p:sp>
    </p:spTree>
    <p:extLst>
      <p:ext uri="{BB962C8B-B14F-4D97-AF65-F5344CB8AC3E}">
        <p14:creationId xmlns:p14="http://schemas.microsoft.com/office/powerpoint/2010/main" val="10317509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BA87C2-D105-4635-8752-D3CCA232BA8C}" type="slidenum">
              <a:rPr lang="pt-BR" smtClean="0"/>
              <a:t>23</a:t>
            </a:fld>
            <a:endParaRPr lang="pt-BR"/>
          </a:p>
        </p:txBody>
      </p:sp>
    </p:spTree>
    <p:extLst>
      <p:ext uri="{BB962C8B-B14F-4D97-AF65-F5344CB8AC3E}">
        <p14:creationId xmlns:p14="http://schemas.microsoft.com/office/powerpoint/2010/main" val="13641205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BA87C2-D105-4635-8752-D3CCA232BA8C}" type="slidenum">
              <a:rPr lang="pt-BR" smtClean="0"/>
              <a:t>24</a:t>
            </a:fld>
            <a:endParaRPr lang="pt-BR"/>
          </a:p>
        </p:txBody>
      </p:sp>
    </p:spTree>
    <p:extLst>
      <p:ext uri="{BB962C8B-B14F-4D97-AF65-F5344CB8AC3E}">
        <p14:creationId xmlns:p14="http://schemas.microsoft.com/office/powerpoint/2010/main" val="41920453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BA87C2-D105-4635-8752-D3CCA232BA8C}" type="slidenum">
              <a:rPr lang="pt-BR" smtClean="0"/>
              <a:t>25</a:t>
            </a:fld>
            <a:endParaRPr lang="pt-BR"/>
          </a:p>
        </p:txBody>
      </p:sp>
    </p:spTree>
    <p:extLst>
      <p:ext uri="{BB962C8B-B14F-4D97-AF65-F5344CB8AC3E}">
        <p14:creationId xmlns:p14="http://schemas.microsoft.com/office/powerpoint/2010/main" val="36432634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BA87C2-D105-4635-8752-D3CCA232BA8C}" type="slidenum">
              <a:rPr lang="pt-BR" smtClean="0"/>
              <a:t>26</a:t>
            </a:fld>
            <a:endParaRPr lang="pt-BR"/>
          </a:p>
        </p:txBody>
      </p:sp>
    </p:spTree>
    <p:extLst>
      <p:ext uri="{BB962C8B-B14F-4D97-AF65-F5344CB8AC3E}">
        <p14:creationId xmlns:p14="http://schemas.microsoft.com/office/powerpoint/2010/main" val="34792556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BA87C2-D105-4635-8752-D3CCA232BA8C}" type="slidenum">
              <a:rPr lang="pt-BR" smtClean="0"/>
              <a:t>27</a:t>
            </a:fld>
            <a:endParaRPr lang="pt-BR"/>
          </a:p>
        </p:txBody>
      </p:sp>
    </p:spTree>
    <p:extLst>
      <p:ext uri="{BB962C8B-B14F-4D97-AF65-F5344CB8AC3E}">
        <p14:creationId xmlns:p14="http://schemas.microsoft.com/office/powerpoint/2010/main" val="9059305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9"/>
          <p:cNvSpPr/>
          <p:nvPr/>
        </p:nvSpPr>
        <p:spPr>
          <a:xfrm>
            <a:off x="1" y="1"/>
            <a:ext cx="14630400" cy="6858000"/>
          </a:xfrm>
          <a:prstGeom prst="rect">
            <a:avLst/>
          </a:prstGeom>
          <a:solidFill>
            <a:srgbClr val="3264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sz="1905">
              <a:solidFill>
                <a:prstClr val="white"/>
              </a:solidFill>
            </a:endParaRPr>
          </a:p>
        </p:txBody>
      </p:sp>
      <p:sp>
        <p:nvSpPr>
          <p:cNvPr id="5" name="Rectangle 10"/>
          <p:cNvSpPr/>
          <p:nvPr/>
        </p:nvSpPr>
        <p:spPr>
          <a:xfrm>
            <a:off x="0" y="3239155"/>
            <a:ext cx="227782" cy="3796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sz="1905">
              <a:solidFill>
                <a:prstClr val="white"/>
              </a:solidFill>
            </a:endParaRPr>
          </a:p>
        </p:txBody>
      </p:sp>
      <p:sp>
        <p:nvSpPr>
          <p:cNvPr id="6" name="Rectangle 11"/>
          <p:cNvSpPr/>
          <p:nvPr userDrawn="1"/>
        </p:nvSpPr>
        <p:spPr>
          <a:xfrm>
            <a:off x="1" y="6476628"/>
            <a:ext cx="14628385" cy="38137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sz="1905">
              <a:solidFill>
                <a:prstClr val="white"/>
              </a:solidFill>
            </a:endParaRPr>
          </a:p>
        </p:txBody>
      </p:sp>
      <p:pic>
        <p:nvPicPr>
          <p:cNvPr id="7" name="Picture 7" descr="D:\users\mazza\[TecGraf]\[Logos]\Branco\Tecgraf.wmf"/>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147345" y="2933384"/>
            <a:ext cx="4025477" cy="991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457117" y="3238412"/>
            <a:ext cx="13715609" cy="380990"/>
          </a:xfrm>
        </p:spPr>
        <p:txBody>
          <a:bodyPr/>
          <a:lstStyle>
            <a:lvl1pPr>
              <a:defRPr>
                <a:solidFill>
                  <a:schemeClr val="bg1"/>
                </a:solidFill>
              </a:defRPr>
            </a:lvl1pPr>
          </a:lstStyle>
          <a:p>
            <a:r>
              <a:rPr lang="en-US"/>
              <a:t>Click to edit Master title style</a:t>
            </a:r>
          </a:p>
        </p:txBody>
      </p:sp>
      <p:sp>
        <p:nvSpPr>
          <p:cNvPr id="3" name="Subtitle 2"/>
          <p:cNvSpPr>
            <a:spLocks noGrp="1"/>
          </p:cNvSpPr>
          <p:nvPr>
            <p:ph type="subTitle" idx="1"/>
          </p:nvPr>
        </p:nvSpPr>
        <p:spPr>
          <a:xfrm>
            <a:off x="457674" y="4000393"/>
            <a:ext cx="13715053" cy="1523959"/>
          </a:xfrm>
        </p:spPr>
        <p:txBody>
          <a:bodyPr/>
          <a:lstStyle>
            <a:lvl1pPr marL="0" indent="0" algn="l">
              <a:buNone/>
              <a:defRPr>
                <a:solidFill>
                  <a:schemeClr val="tx1">
                    <a:tint val="75000"/>
                  </a:schemeClr>
                </a:solidFill>
              </a:defRPr>
            </a:lvl1pPr>
            <a:lvl2pPr marL="483763" indent="0" algn="ctr">
              <a:buNone/>
              <a:defRPr>
                <a:solidFill>
                  <a:schemeClr val="tx1">
                    <a:tint val="75000"/>
                  </a:schemeClr>
                </a:solidFill>
              </a:defRPr>
            </a:lvl2pPr>
            <a:lvl3pPr marL="967527" indent="0" algn="ctr">
              <a:buNone/>
              <a:defRPr>
                <a:solidFill>
                  <a:schemeClr val="tx1">
                    <a:tint val="75000"/>
                  </a:schemeClr>
                </a:solidFill>
              </a:defRPr>
            </a:lvl3pPr>
            <a:lvl4pPr marL="1451290" indent="0" algn="ctr">
              <a:buNone/>
              <a:defRPr>
                <a:solidFill>
                  <a:schemeClr val="tx1">
                    <a:tint val="75000"/>
                  </a:schemeClr>
                </a:solidFill>
              </a:defRPr>
            </a:lvl4pPr>
            <a:lvl5pPr marL="1935053" indent="0" algn="ctr">
              <a:buNone/>
              <a:defRPr>
                <a:solidFill>
                  <a:schemeClr val="tx1">
                    <a:tint val="75000"/>
                  </a:schemeClr>
                </a:solidFill>
              </a:defRPr>
            </a:lvl5pPr>
            <a:lvl6pPr marL="2418817" indent="0" algn="ctr">
              <a:buNone/>
              <a:defRPr>
                <a:solidFill>
                  <a:schemeClr val="tx1">
                    <a:tint val="75000"/>
                  </a:schemeClr>
                </a:solidFill>
              </a:defRPr>
            </a:lvl6pPr>
            <a:lvl7pPr marL="2902580" indent="0" algn="ctr">
              <a:buNone/>
              <a:defRPr>
                <a:solidFill>
                  <a:schemeClr val="tx1">
                    <a:tint val="75000"/>
                  </a:schemeClr>
                </a:solidFill>
              </a:defRPr>
            </a:lvl7pPr>
            <a:lvl8pPr marL="3386343" indent="0" algn="ctr">
              <a:buNone/>
              <a:defRPr>
                <a:solidFill>
                  <a:schemeClr val="tx1">
                    <a:tint val="75000"/>
                  </a:schemeClr>
                </a:solidFill>
              </a:defRPr>
            </a:lvl8pPr>
            <a:lvl9pPr marL="3870107" indent="0" algn="ctr">
              <a:buNone/>
              <a:defRPr>
                <a:solidFill>
                  <a:schemeClr val="tx1">
                    <a:tint val="75000"/>
                  </a:schemeClr>
                </a:solidFill>
              </a:defRPr>
            </a:lvl9pPr>
          </a:lstStyle>
          <a:p>
            <a:r>
              <a:rPr lang="en-US"/>
              <a:t>Click to edit Master subtitle style</a:t>
            </a:r>
            <a:endParaRPr lang="en-US" dirty="0"/>
          </a:p>
        </p:txBody>
      </p:sp>
      <p:sp>
        <p:nvSpPr>
          <p:cNvPr id="8" name="Slide Number Placeholder 5"/>
          <p:cNvSpPr>
            <a:spLocks noGrp="1"/>
          </p:cNvSpPr>
          <p:nvPr>
            <p:ph type="sldNum" sz="quarter" idx="10"/>
          </p:nvPr>
        </p:nvSpPr>
        <p:spPr/>
        <p:txBody>
          <a:bodyPr/>
          <a:lstStyle>
            <a:lvl1pPr>
              <a:defRPr/>
            </a:lvl1pPr>
          </a:lstStyle>
          <a:p>
            <a:fld id="{6E901840-5A8D-4AFD-97CB-F952B9BE0066}" type="slidenum">
              <a:rPr lang="en-US" altLang="en-US">
                <a:solidFill>
                  <a:prstClr val="white"/>
                </a:solidFill>
              </a:rPr>
              <a:pPr/>
              <a:t>‹#›</a:t>
            </a:fld>
            <a:endParaRPr lang="en-US" altLang="en-US">
              <a:solidFill>
                <a:prstClr val="white"/>
              </a:solidFill>
            </a:endParaRPr>
          </a:p>
        </p:txBody>
      </p:sp>
    </p:spTree>
    <p:extLst>
      <p:ext uri="{BB962C8B-B14F-4D97-AF65-F5344CB8AC3E}">
        <p14:creationId xmlns:p14="http://schemas.microsoft.com/office/powerpoint/2010/main" val="1811710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9"/>
          <p:cNvSpPr/>
          <p:nvPr/>
        </p:nvSpPr>
        <p:spPr>
          <a:xfrm>
            <a:off x="0" y="189848"/>
            <a:ext cx="227782" cy="381373"/>
          </a:xfrm>
          <a:prstGeom prst="rect">
            <a:avLst/>
          </a:prstGeom>
          <a:solidFill>
            <a:srgbClr val="3264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sz="1905">
              <a:solidFill>
                <a:prstClr val="white"/>
              </a:solidFill>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p:cNvSpPr>
            <a:spLocks noGrp="1"/>
          </p:cNvSpPr>
          <p:nvPr>
            <p:ph type="sldNum" sz="quarter" idx="10"/>
          </p:nvPr>
        </p:nvSpPr>
        <p:spPr/>
        <p:txBody>
          <a:bodyPr/>
          <a:lstStyle>
            <a:lvl1pPr>
              <a:defRPr/>
            </a:lvl1pPr>
          </a:lstStyle>
          <a:p>
            <a:fld id="{70CC1592-D22B-419C-A7D2-402428F744E0}" type="slidenum">
              <a:rPr lang="en-US" altLang="en-US">
                <a:solidFill>
                  <a:prstClr val="white"/>
                </a:solidFill>
              </a:rPr>
              <a:pPr/>
              <a:t>‹#›</a:t>
            </a:fld>
            <a:endParaRPr lang="en-US" altLang="en-US">
              <a:solidFill>
                <a:prstClr val="white"/>
              </a:solidFill>
            </a:endParaRPr>
          </a:p>
        </p:txBody>
      </p:sp>
    </p:spTree>
    <p:extLst>
      <p:ext uri="{BB962C8B-B14F-4D97-AF65-F5344CB8AC3E}">
        <p14:creationId xmlns:p14="http://schemas.microsoft.com/office/powerpoint/2010/main" val="3982896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5701" y="4406902"/>
            <a:ext cx="12435840" cy="1362075"/>
          </a:xfrm>
        </p:spPr>
        <p:txBody>
          <a:bodyPr anchor="t"/>
          <a:lstStyle>
            <a:lvl1pPr algn="l">
              <a:defRPr sz="4232" b="1" cap="all"/>
            </a:lvl1pPr>
          </a:lstStyle>
          <a:p>
            <a:r>
              <a:rPr lang="en-US"/>
              <a:t>Click to edit Master title style</a:t>
            </a:r>
          </a:p>
        </p:txBody>
      </p:sp>
      <p:sp>
        <p:nvSpPr>
          <p:cNvPr id="3" name="Text Placeholder 2"/>
          <p:cNvSpPr>
            <a:spLocks noGrp="1"/>
          </p:cNvSpPr>
          <p:nvPr>
            <p:ph type="body" idx="1"/>
          </p:nvPr>
        </p:nvSpPr>
        <p:spPr>
          <a:xfrm>
            <a:off x="1155701" y="2906713"/>
            <a:ext cx="12435840" cy="1500187"/>
          </a:xfrm>
        </p:spPr>
        <p:txBody>
          <a:bodyPr anchor="b"/>
          <a:lstStyle>
            <a:lvl1pPr marL="0" indent="0">
              <a:buNone/>
              <a:defRPr sz="2116">
                <a:solidFill>
                  <a:schemeClr val="tx1">
                    <a:tint val="75000"/>
                  </a:schemeClr>
                </a:solidFill>
              </a:defRPr>
            </a:lvl1pPr>
            <a:lvl2pPr marL="483763" indent="0">
              <a:buNone/>
              <a:defRPr sz="1905">
                <a:solidFill>
                  <a:schemeClr val="tx1">
                    <a:tint val="75000"/>
                  </a:schemeClr>
                </a:solidFill>
              </a:defRPr>
            </a:lvl2pPr>
            <a:lvl3pPr marL="967527" indent="0">
              <a:buNone/>
              <a:defRPr sz="1693">
                <a:solidFill>
                  <a:schemeClr val="tx1">
                    <a:tint val="75000"/>
                  </a:schemeClr>
                </a:solidFill>
              </a:defRPr>
            </a:lvl3pPr>
            <a:lvl4pPr marL="1451290" indent="0">
              <a:buNone/>
              <a:defRPr sz="1481">
                <a:solidFill>
                  <a:schemeClr val="tx1">
                    <a:tint val="75000"/>
                  </a:schemeClr>
                </a:solidFill>
              </a:defRPr>
            </a:lvl4pPr>
            <a:lvl5pPr marL="1935053" indent="0">
              <a:buNone/>
              <a:defRPr sz="1481">
                <a:solidFill>
                  <a:schemeClr val="tx1">
                    <a:tint val="75000"/>
                  </a:schemeClr>
                </a:solidFill>
              </a:defRPr>
            </a:lvl5pPr>
            <a:lvl6pPr marL="2418817" indent="0">
              <a:buNone/>
              <a:defRPr sz="1481">
                <a:solidFill>
                  <a:schemeClr val="tx1">
                    <a:tint val="75000"/>
                  </a:schemeClr>
                </a:solidFill>
              </a:defRPr>
            </a:lvl6pPr>
            <a:lvl7pPr marL="2902580" indent="0">
              <a:buNone/>
              <a:defRPr sz="1481">
                <a:solidFill>
                  <a:schemeClr val="tx1">
                    <a:tint val="75000"/>
                  </a:schemeClr>
                </a:solidFill>
              </a:defRPr>
            </a:lvl7pPr>
            <a:lvl8pPr marL="3386343" indent="0">
              <a:buNone/>
              <a:defRPr sz="1481">
                <a:solidFill>
                  <a:schemeClr val="tx1">
                    <a:tint val="75000"/>
                  </a:schemeClr>
                </a:solidFill>
              </a:defRPr>
            </a:lvl8pPr>
            <a:lvl9pPr marL="3870107" indent="0">
              <a:buNone/>
              <a:defRPr sz="1481">
                <a:solidFill>
                  <a:schemeClr val="tx1">
                    <a:tint val="75000"/>
                  </a:schemeClr>
                </a:solidFill>
              </a:defRPr>
            </a:lvl9pPr>
          </a:lstStyle>
          <a:p>
            <a:pPr lvl="0"/>
            <a:r>
              <a:rPr lang="en-US"/>
              <a:t>Click to edit Master text styles</a:t>
            </a:r>
          </a:p>
        </p:txBody>
      </p:sp>
      <p:sp>
        <p:nvSpPr>
          <p:cNvPr id="4" name="Slide Number Placeholder 5"/>
          <p:cNvSpPr>
            <a:spLocks noGrp="1"/>
          </p:cNvSpPr>
          <p:nvPr>
            <p:ph type="sldNum" sz="quarter" idx="10"/>
          </p:nvPr>
        </p:nvSpPr>
        <p:spPr/>
        <p:txBody>
          <a:bodyPr/>
          <a:lstStyle>
            <a:lvl1pPr>
              <a:defRPr/>
            </a:lvl1pPr>
          </a:lstStyle>
          <a:p>
            <a:fld id="{1A73393D-4D2D-430C-8195-127ED27072F2}" type="slidenum">
              <a:rPr lang="en-US" altLang="en-US">
                <a:solidFill>
                  <a:prstClr val="white"/>
                </a:solidFill>
              </a:rPr>
              <a:pPr/>
              <a:t>‹#›</a:t>
            </a:fld>
            <a:endParaRPr lang="en-US" altLang="en-US">
              <a:solidFill>
                <a:prstClr val="white"/>
              </a:solidFill>
            </a:endParaRPr>
          </a:p>
        </p:txBody>
      </p:sp>
    </p:spTree>
    <p:extLst>
      <p:ext uri="{BB962C8B-B14F-4D97-AF65-F5344CB8AC3E}">
        <p14:creationId xmlns:p14="http://schemas.microsoft.com/office/powerpoint/2010/main" val="2730315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Rectangle 9"/>
          <p:cNvSpPr/>
          <p:nvPr/>
        </p:nvSpPr>
        <p:spPr>
          <a:xfrm>
            <a:off x="0" y="189848"/>
            <a:ext cx="227782" cy="381373"/>
          </a:xfrm>
          <a:prstGeom prst="rect">
            <a:avLst/>
          </a:prstGeom>
          <a:solidFill>
            <a:srgbClr val="3264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sz="1905">
              <a:solidFill>
                <a:prstClr val="white"/>
              </a:solidFill>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31520" y="1600201"/>
            <a:ext cx="6461760" cy="4525963"/>
          </a:xfrm>
        </p:spPr>
        <p:txBody>
          <a:bodyPr/>
          <a:lstStyle>
            <a:lvl1pPr>
              <a:defRPr sz="2963">
                <a:solidFill>
                  <a:schemeClr val="tx1"/>
                </a:solidFill>
              </a:defRPr>
            </a:lvl1pPr>
            <a:lvl2pPr>
              <a:defRPr sz="2539">
                <a:solidFill>
                  <a:schemeClr val="tx1"/>
                </a:solidFill>
              </a:defRPr>
            </a:lvl2pPr>
            <a:lvl3pPr>
              <a:defRPr sz="2116">
                <a:solidFill>
                  <a:schemeClr val="tx1"/>
                </a:solidFill>
              </a:defRPr>
            </a:lvl3pPr>
            <a:lvl4pPr>
              <a:defRPr sz="1905">
                <a:solidFill>
                  <a:schemeClr val="tx1"/>
                </a:solidFill>
              </a:defRPr>
            </a:lvl4pPr>
            <a:lvl5pPr>
              <a:defRPr sz="1905">
                <a:solidFill>
                  <a:schemeClr val="tx1"/>
                </a:solidFill>
              </a:defRPr>
            </a:lvl5pPr>
            <a:lvl6pPr>
              <a:defRPr sz="1905"/>
            </a:lvl6pPr>
            <a:lvl7pPr>
              <a:defRPr sz="1905"/>
            </a:lvl7pPr>
            <a:lvl8pPr>
              <a:defRPr sz="1905"/>
            </a:lvl8pPr>
            <a:lvl9pPr>
              <a:defRPr sz="1905"/>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7437120" y="1600201"/>
            <a:ext cx="6461760" cy="4525963"/>
          </a:xfrm>
        </p:spPr>
        <p:txBody>
          <a:bodyPr/>
          <a:lstStyle>
            <a:lvl1pPr>
              <a:defRPr sz="2963">
                <a:solidFill>
                  <a:schemeClr val="tx1"/>
                </a:solidFill>
              </a:defRPr>
            </a:lvl1pPr>
            <a:lvl2pPr>
              <a:defRPr sz="2539">
                <a:solidFill>
                  <a:schemeClr val="tx1"/>
                </a:solidFill>
              </a:defRPr>
            </a:lvl2pPr>
            <a:lvl3pPr>
              <a:defRPr sz="2116">
                <a:solidFill>
                  <a:schemeClr val="tx1"/>
                </a:solidFill>
              </a:defRPr>
            </a:lvl3pPr>
            <a:lvl4pPr>
              <a:defRPr sz="1905">
                <a:solidFill>
                  <a:schemeClr val="tx1"/>
                </a:solidFill>
              </a:defRPr>
            </a:lvl4pPr>
            <a:lvl5pPr>
              <a:defRPr sz="1905">
                <a:solidFill>
                  <a:schemeClr val="tx1"/>
                </a:solidFill>
              </a:defRPr>
            </a:lvl5pPr>
            <a:lvl6pPr>
              <a:defRPr sz="1905"/>
            </a:lvl6pPr>
            <a:lvl7pPr>
              <a:defRPr sz="1905"/>
            </a:lvl7pPr>
            <a:lvl8pPr>
              <a:defRPr sz="1905"/>
            </a:lvl8pPr>
            <a:lvl9pPr>
              <a:defRPr sz="1905"/>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0"/>
          </p:nvPr>
        </p:nvSpPr>
        <p:spPr/>
        <p:txBody>
          <a:bodyPr/>
          <a:lstStyle>
            <a:lvl1pPr>
              <a:defRPr/>
            </a:lvl1pPr>
          </a:lstStyle>
          <a:p>
            <a:fld id="{4C7AF161-7018-4B0D-A214-172BA9E439B9}" type="slidenum">
              <a:rPr lang="en-US" altLang="en-US">
                <a:solidFill>
                  <a:prstClr val="white"/>
                </a:solidFill>
              </a:rPr>
              <a:pPr/>
              <a:t>‹#›</a:t>
            </a:fld>
            <a:endParaRPr lang="en-US" altLang="en-US">
              <a:solidFill>
                <a:prstClr val="white"/>
              </a:solidFill>
            </a:endParaRPr>
          </a:p>
        </p:txBody>
      </p:sp>
    </p:spTree>
    <p:extLst>
      <p:ext uri="{BB962C8B-B14F-4D97-AF65-F5344CB8AC3E}">
        <p14:creationId xmlns:p14="http://schemas.microsoft.com/office/powerpoint/2010/main" val="96810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Rectangle 9"/>
          <p:cNvSpPr/>
          <p:nvPr/>
        </p:nvSpPr>
        <p:spPr>
          <a:xfrm>
            <a:off x="0" y="189848"/>
            <a:ext cx="227782" cy="381373"/>
          </a:xfrm>
          <a:prstGeom prst="rect">
            <a:avLst/>
          </a:prstGeom>
          <a:solidFill>
            <a:srgbClr val="3264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sz="1905">
              <a:solidFill>
                <a:prstClr val="white"/>
              </a:solidFill>
            </a:endParaRPr>
          </a:p>
        </p:txBody>
      </p:sp>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731522" y="1535113"/>
            <a:ext cx="6464300" cy="639762"/>
          </a:xfrm>
        </p:spPr>
        <p:txBody>
          <a:bodyPr anchor="b"/>
          <a:lstStyle>
            <a:lvl1pPr marL="0" indent="0">
              <a:buNone/>
              <a:defRPr sz="2539" b="1">
                <a:solidFill>
                  <a:schemeClr val="tx1"/>
                </a:solidFill>
              </a:defRPr>
            </a:lvl1pPr>
            <a:lvl2pPr marL="483763" indent="0">
              <a:buNone/>
              <a:defRPr sz="2116" b="1"/>
            </a:lvl2pPr>
            <a:lvl3pPr marL="967527" indent="0">
              <a:buNone/>
              <a:defRPr sz="1905" b="1"/>
            </a:lvl3pPr>
            <a:lvl4pPr marL="1451290" indent="0">
              <a:buNone/>
              <a:defRPr sz="1693" b="1"/>
            </a:lvl4pPr>
            <a:lvl5pPr marL="1935053" indent="0">
              <a:buNone/>
              <a:defRPr sz="1693" b="1"/>
            </a:lvl5pPr>
            <a:lvl6pPr marL="2418817" indent="0">
              <a:buNone/>
              <a:defRPr sz="1693" b="1"/>
            </a:lvl6pPr>
            <a:lvl7pPr marL="2902580" indent="0">
              <a:buNone/>
              <a:defRPr sz="1693" b="1"/>
            </a:lvl7pPr>
            <a:lvl8pPr marL="3386343" indent="0">
              <a:buNone/>
              <a:defRPr sz="1693" b="1"/>
            </a:lvl8pPr>
            <a:lvl9pPr marL="3870107" indent="0">
              <a:buNone/>
              <a:defRPr sz="1693" b="1"/>
            </a:lvl9pPr>
          </a:lstStyle>
          <a:p>
            <a:pPr lvl="0"/>
            <a:r>
              <a:rPr lang="en-US" dirty="0"/>
              <a:t>Click to edit Master text styles</a:t>
            </a:r>
          </a:p>
        </p:txBody>
      </p:sp>
      <p:sp>
        <p:nvSpPr>
          <p:cNvPr id="4" name="Content Placeholder 3"/>
          <p:cNvSpPr>
            <a:spLocks noGrp="1"/>
          </p:cNvSpPr>
          <p:nvPr>
            <p:ph sz="half" idx="2"/>
          </p:nvPr>
        </p:nvSpPr>
        <p:spPr>
          <a:xfrm>
            <a:off x="731522" y="2174876"/>
            <a:ext cx="6464300" cy="3951288"/>
          </a:xfrm>
        </p:spPr>
        <p:txBody>
          <a:bodyPr/>
          <a:lstStyle>
            <a:lvl1pPr>
              <a:defRPr sz="2539">
                <a:solidFill>
                  <a:schemeClr val="tx1"/>
                </a:solidFill>
              </a:defRPr>
            </a:lvl1pPr>
            <a:lvl2pPr>
              <a:defRPr sz="2116">
                <a:solidFill>
                  <a:schemeClr val="tx1"/>
                </a:solidFill>
              </a:defRPr>
            </a:lvl2pPr>
            <a:lvl3pPr>
              <a:defRPr sz="1905">
                <a:solidFill>
                  <a:schemeClr val="tx1"/>
                </a:solidFill>
              </a:defRPr>
            </a:lvl3pPr>
            <a:lvl4pPr>
              <a:defRPr sz="1693">
                <a:solidFill>
                  <a:schemeClr val="tx1"/>
                </a:solidFill>
              </a:defRPr>
            </a:lvl4pPr>
            <a:lvl5pPr>
              <a:defRPr sz="1693">
                <a:solidFill>
                  <a:schemeClr val="tx1"/>
                </a:solidFill>
              </a:defRPr>
            </a:lvl5pPr>
            <a:lvl6pPr>
              <a:defRPr sz="1693"/>
            </a:lvl6pPr>
            <a:lvl7pPr>
              <a:defRPr sz="1693"/>
            </a:lvl7pPr>
            <a:lvl8pPr>
              <a:defRPr sz="1693"/>
            </a:lvl8pPr>
            <a:lvl9pPr>
              <a:defRPr sz="169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432042" y="1535113"/>
            <a:ext cx="6466840" cy="639762"/>
          </a:xfrm>
        </p:spPr>
        <p:txBody>
          <a:bodyPr anchor="b"/>
          <a:lstStyle>
            <a:lvl1pPr marL="0" indent="0">
              <a:buNone/>
              <a:defRPr sz="2539" b="1">
                <a:solidFill>
                  <a:schemeClr val="tx1"/>
                </a:solidFill>
              </a:defRPr>
            </a:lvl1pPr>
            <a:lvl2pPr marL="483763" indent="0">
              <a:buNone/>
              <a:defRPr sz="2116" b="1"/>
            </a:lvl2pPr>
            <a:lvl3pPr marL="967527" indent="0">
              <a:buNone/>
              <a:defRPr sz="1905" b="1"/>
            </a:lvl3pPr>
            <a:lvl4pPr marL="1451290" indent="0">
              <a:buNone/>
              <a:defRPr sz="1693" b="1"/>
            </a:lvl4pPr>
            <a:lvl5pPr marL="1935053" indent="0">
              <a:buNone/>
              <a:defRPr sz="1693" b="1"/>
            </a:lvl5pPr>
            <a:lvl6pPr marL="2418817" indent="0">
              <a:buNone/>
              <a:defRPr sz="1693" b="1"/>
            </a:lvl6pPr>
            <a:lvl7pPr marL="2902580" indent="0">
              <a:buNone/>
              <a:defRPr sz="1693" b="1"/>
            </a:lvl7pPr>
            <a:lvl8pPr marL="3386343" indent="0">
              <a:buNone/>
              <a:defRPr sz="1693" b="1"/>
            </a:lvl8pPr>
            <a:lvl9pPr marL="3870107" indent="0">
              <a:buNone/>
              <a:defRPr sz="1693" b="1"/>
            </a:lvl9pPr>
          </a:lstStyle>
          <a:p>
            <a:pPr lvl="0"/>
            <a:r>
              <a:rPr lang="en-US"/>
              <a:t>Click to edit Master text styles</a:t>
            </a:r>
          </a:p>
        </p:txBody>
      </p:sp>
      <p:sp>
        <p:nvSpPr>
          <p:cNvPr id="6" name="Content Placeholder 5"/>
          <p:cNvSpPr>
            <a:spLocks noGrp="1"/>
          </p:cNvSpPr>
          <p:nvPr>
            <p:ph sz="quarter" idx="4"/>
          </p:nvPr>
        </p:nvSpPr>
        <p:spPr>
          <a:xfrm>
            <a:off x="7432042" y="2174876"/>
            <a:ext cx="6466840" cy="3951288"/>
          </a:xfrm>
        </p:spPr>
        <p:txBody>
          <a:bodyPr/>
          <a:lstStyle>
            <a:lvl1pPr>
              <a:defRPr sz="2539">
                <a:solidFill>
                  <a:schemeClr val="tx1"/>
                </a:solidFill>
              </a:defRPr>
            </a:lvl1pPr>
            <a:lvl2pPr>
              <a:defRPr sz="2116">
                <a:solidFill>
                  <a:schemeClr val="tx1"/>
                </a:solidFill>
              </a:defRPr>
            </a:lvl2pPr>
            <a:lvl3pPr>
              <a:defRPr sz="1905">
                <a:solidFill>
                  <a:schemeClr val="tx1"/>
                </a:solidFill>
              </a:defRPr>
            </a:lvl3pPr>
            <a:lvl4pPr>
              <a:defRPr sz="1693">
                <a:solidFill>
                  <a:schemeClr val="tx1"/>
                </a:solidFill>
              </a:defRPr>
            </a:lvl4pPr>
            <a:lvl5pPr>
              <a:defRPr sz="1693">
                <a:solidFill>
                  <a:schemeClr val="tx1"/>
                </a:solidFill>
              </a:defRPr>
            </a:lvl5pPr>
            <a:lvl6pPr>
              <a:defRPr sz="1693"/>
            </a:lvl6pPr>
            <a:lvl7pPr>
              <a:defRPr sz="1693"/>
            </a:lvl7pPr>
            <a:lvl8pPr>
              <a:defRPr sz="1693"/>
            </a:lvl8pPr>
            <a:lvl9pPr>
              <a:defRPr sz="169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p:cNvSpPr>
            <a:spLocks noGrp="1"/>
          </p:cNvSpPr>
          <p:nvPr>
            <p:ph type="sldNum" sz="quarter" idx="10"/>
          </p:nvPr>
        </p:nvSpPr>
        <p:spPr/>
        <p:txBody>
          <a:bodyPr/>
          <a:lstStyle>
            <a:lvl1pPr>
              <a:defRPr/>
            </a:lvl1pPr>
          </a:lstStyle>
          <a:p>
            <a:fld id="{D5B75FA0-8AB1-4B3A-95F6-2BC382D1A80F}" type="slidenum">
              <a:rPr lang="en-US" altLang="en-US">
                <a:solidFill>
                  <a:prstClr val="white"/>
                </a:solidFill>
              </a:rPr>
              <a:pPr/>
              <a:t>‹#›</a:t>
            </a:fld>
            <a:endParaRPr lang="en-US" altLang="en-US">
              <a:solidFill>
                <a:prstClr val="white"/>
              </a:solidFill>
            </a:endParaRPr>
          </a:p>
        </p:txBody>
      </p:sp>
    </p:spTree>
    <p:extLst>
      <p:ext uri="{BB962C8B-B14F-4D97-AF65-F5344CB8AC3E}">
        <p14:creationId xmlns:p14="http://schemas.microsoft.com/office/powerpoint/2010/main" val="388977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Rectangle 9"/>
          <p:cNvSpPr/>
          <p:nvPr/>
        </p:nvSpPr>
        <p:spPr>
          <a:xfrm>
            <a:off x="0" y="189848"/>
            <a:ext cx="227782" cy="381373"/>
          </a:xfrm>
          <a:prstGeom prst="rect">
            <a:avLst/>
          </a:prstGeom>
          <a:solidFill>
            <a:srgbClr val="3264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sz="1905">
              <a:solidFill>
                <a:prstClr val="white"/>
              </a:solidFill>
            </a:endParaRPr>
          </a:p>
        </p:txBody>
      </p:sp>
      <p:sp>
        <p:nvSpPr>
          <p:cNvPr id="2" name="Title 1"/>
          <p:cNvSpPr>
            <a:spLocks noGrp="1"/>
          </p:cNvSpPr>
          <p:nvPr>
            <p:ph type="title"/>
          </p:nvPr>
        </p:nvSpPr>
        <p:spPr/>
        <p:txBody>
          <a:bodyPr/>
          <a:lstStyle/>
          <a:p>
            <a:r>
              <a:rPr lang="en-US"/>
              <a:t>Click to edit Master title style</a:t>
            </a:r>
          </a:p>
        </p:txBody>
      </p:sp>
      <p:sp>
        <p:nvSpPr>
          <p:cNvPr id="4" name="Slide Number Placeholder 5"/>
          <p:cNvSpPr>
            <a:spLocks noGrp="1"/>
          </p:cNvSpPr>
          <p:nvPr>
            <p:ph type="sldNum" sz="quarter" idx="10"/>
          </p:nvPr>
        </p:nvSpPr>
        <p:spPr/>
        <p:txBody>
          <a:bodyPr/>
          <a:lstStyle>
            <a:lvl1pPr>
              <a:defRPr/>
            </a:lvl1pPr>
          </a:lstStyle>
          <a:p>
            <a:fld id="{ACE08C62-0AA0-4DF2-944D-FBA0D63BB0E0}" type="slidenum">
              <a:rPr lang="en-US" altLang="en-US">
                <a:solidFill>
                  <a:prstClr val="white"/>
                </a:solidFill>
              </a:rPr>
              <a:pPr/>
              <a:t>‹#›</a:t>
            </a:fld>
            <a:endParaRPr lang="en-US" altLang="en-US">
              <a:solidFill>
                <a:prstClr val="white"/>
              </a:solidFill>
            </a:endParaRPr>
          </a:p>
        </p:txBody>
      </p:sp>
    </p:spTree>
    <p:extLst>
      <p:ext uri="{BB962C8B-B14F-4D97-AF65-F5344CB8AC3E}">
        <p14:creationId xmlns:p14="http://schemas.microsoft.com/office/powerpoint/2010/main" val="34832312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5"/>
          <p:cNvSpPr>
            <a:spLocks noGrp="1"/>
          </p:cNvSpPr>
          <p:nvPr>
            <p:ph type="sldNum" sz="quarter" idx="10"/>
          </p:nvPr>
        </p:nvSpPr>
        <p:spPr/>
        <p:txBody>
          <a:bodyPr/>
          <a:lstStyle>
            <a:lvl1pPr>
              <a:defRPr/>
            </a:lvl1pPr>
          </a:lstStyle>
          <a:p>
            <a:fld id="{5E0A3C25-D8E1-4323-9806-121CE536EB18}" type="slidenum">
              <a:rPr lang="en-US" altLang="en-US">
                <a:solidFill>
                  <a:prstClr val="white"/>
                </a:solidFill>
              </a:rPr>
              <a:pPr/>
              <a:t>‹#›</a:t>
            </a:fld>
            <a:endParaRPr lang="en-US" altLang="en-US">
              <a:solidFill>
                <a:prstClr val="white"/>
              </a:solidFill>
            </a:endParaRPr>
          </a:p>
        </p:txBody>
      </p:sp>
    </p:spTree>
    <p:extLst>
      <p:ext uri="{BB962C8B-B14F-4D97-AF65-F5344CB8AC3E}">
        <p14:creationId xmlns:p14="http://schemas.microsoft.com/office/powerpoint/2010/main" val="32085890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1522" y="273050"/>
            <a:ext cx="4813301" cy="1162050"/>
          </a:xfrm>
        </p:spPr>
        <p:txBody>
          <a:bodyPr anchor="b"/>
          <a:lstStyle>
            <a:lvl1pPr algn="l">
              <a:defRPr sz="2116" b="1"/>
            </a:lvl1pPr>
          </a:lstStyle>
          <a:p>
            <a:r>
              <a:rPr lang="en-US"/>
              <a:t>Click to edit Master title style</a:t>
            </a:r>
          </a:p>
        </p:txBody>
      </p:sp>
      <p:sp>
        <p:nvSpPr>
          <p:cNvPr id="3" name="Content Placeholder 2"/>
          <p:cNvSpPr>
            <a:spLocks noGrp="1"/>
          </p:cNvSpPr>
          <p:nvPr>
            <p:ph idx="1"/>
          </p:nvPr>
        </p:nvSpPr>
        <p:spPr>
          <a:xfrm>
            <a:off x="5720080" y="273051"/>
            <a:ext cx="8178800" cy="5853113"/>
          </a:xfrm>
        </p:spPr>
        <p:txBody>
          <a:bodyPr/>
          <a:lstStyle>
            <a:lvl1pPr>
              <a:defRPr sz="3386">
                <a:solidFill>
                  <a:schemeClr val="tx1"/>
                </a:solidFill>
              </a:defRPr>
            </a:lvl1pPr>
            <a:lvl2pPr>
              <a:defRPr sz="2963">
                <a:solidFill>
                  <a:schemeClr val="tx1"/>
                </a:solidFill>
              </a:defRPr>
            </a:lvl2pPr>
            <a:lvl3pPr>
              <a:defRPr sz="2539">
                <a:solidFill>
                  <a:schemeClr val="tx1"/>
                </a:solidFill>
              </a:defRPr>
            </a:lvl3pPr>
            <a:lvl4pPr>
              <a:defRPr sz="2116">
                <a:solidFill>
                  <a:schemeClr val="tx1"/>
                </a:solidFill>
              </a:defRPr>
            </a:lvl4pPr>
            <a:lvl5pPr>
              <a:defRPr sz="2116">
                <a:solidFill>
                  <a:schemeClr val="tx1"/>
                </a:solidFill>
              </a:defRPr>
            </a:lvl5pPr>
            <a:lvl6pPr>
              <a:defRPr sz="2116"/>
            </a:lvl6pPr>
            <a:lvl7pPr>
              <a:defRPr sz="2116"/>
            </a:lvl7pPr>
            <a:lvl8pPr>
              <a:defRPr sz="2116"/>
            </a:lvl8pPr>
            <a:lvl9pPr>
              <a:defRPr sz="211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31522" y="1435101"/>
            <a:ext cx="4813301" cy="4691063"/>
          </a:xfrm>
        </p:spPr>
        <p:txBody>
          <a:bodyPr/>
          <a:lstStyle>
            <a:lvl1pPr marL="0" indent="0">
              <a:buNone/>
              <a:defRPr sz="1481">
                <a:solidFill>
                  <a:schemeClr val="tx1"/>
                </a:solidFill>
              </a:defRPr>
            </a:lvl1pPr>
            <a:lvl2pPr marL="483763" indent="0">
              <a:buNone/>
              <a:defRPr sz="1270"/>
            </a:lvl2pPr>
            <a:lvl3pPr marL="967527" indent="0">
              <a:buNone/>
              <a:defRPr sz="1058"/>
            </a:lvl3pPr>
            <a:lvl4pPr marL="1451290" indent="0">
              <a:buNone/>
              <a:defRPr sz="952"/>
            </a:lvl4pPr>
            <a:lvl5pPr marL="1935053" indent="0">
              <a:buNone/>
              <a:defRPr sz="952"/>
            </a:lvl5pPr>
            <a:lvl6pPr marL="2418817" indent="0">
              <a:buNone/>
              <a:defRPr sz="952"/>
            </a:lvl6pPr>
            <a:lvl7pPr marL="2902580" indent="0">
              <a:buNone/>
              <a:defRPr sz="952"/>
            </a:lvl7pPr>
            <a:lvl8pPr marL="3386343" indent="0">
              <a:buNone/>
              <a:defRPr sz="952"/>
            </a:lvl8pPr>
            <a:lvl9pPr marL="3870107" indent="0">
              <a:buNone/>
              <a:defRPr sz="952"/>
            </a:lvl9pPr>
          </a:lstStyle>
          <a:p>
            <a:pPr lvl="0"/>
            <a:r>
              <a:rPr lang="en-US"/>
              <a:t>Click to edit Master text styles</a:t>
            </a:r>
          </a:p>
        </p:txBody>
      </p:sp>
      <p:sp>
        <p:nvSpPr>
          <p:cNvPr id="5" name="Slide Number Placeholder 5"/>
          <p:cNvSpPr>
            <a:spLocks noGrp="1"/>
          </p:cNvSpPr>
          <p:nvPr>
            <p:ph type="sldNum" sz="quarter" idx="10"/>
          </p:nvPr>
        </p:nvSpPr>
        <p:spPr/>
        <p:txBody>
          <a:bodyPr/>
          <a:lstStyle>
            <a:lvl1pPr>
              <a:defRPr/>
            </a:lvl1pPr>
          </a:lstStyle>
          <a:p>
            <a:fld id="{9A6146A6-FAAD-4A33-9DCF-53C47EF81718}" type="slidenum">
              <a:rPr lang="en-US" altLang="en-US">
                <a:solidFill>
                  <a:prstClr val="white"/>
                </a:solidFill>
              </a:rPr>
              <a:pPr/>
              <a:t>‹#›</a:t>
            </a:fld>
            <a:endParaRPr lang="en-US" altLang="en-US">
              <a:solidFill>
                <a:prstClr val="white"/>
              </a:solidFill>
            </a:endParaRPr>
          </a:p>
        </p:txBody>
      </p:sp>
    </p:spTree>
    <p:extLst>
      <p:ext uri="{BB962C8B-B14F-4D97-AF65-F5344CB8AC3E}">
        <p14:creationId xmlns:p14="http://schemas.microsoft.com/office/powerpoint/2010/main" val="21286663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67660" y="4800600"/>
            <a:ext cx="8778240" cy="566738"/>
          </a:xfrm>
        </p:spPr>
        <p:txBody>
          <a:bodyPr anchor="b"/>
          <a:lstStyle>
            <a:lvl1pPr algn="l">
              <a:defRPr sz="2116" b="1"/>
            </a:lvl1pPr>
          </a:lstStyle>
          <a:p>
            <a:r>
              <a:rPr lang="en-US"/>
              <a:t>Click to edit Master title style</a:t>
            </a:r>
          </a:p>
        </p:txBody>
      </p:sp>
      <p:sp>
        <p:nvSpPr>
          <p:cNvPr id="3" name="Picture Placeholder 2"/>
          <p:cNvSpPr>
            <a:spLocks noGrp="1"/>
          </p:cNvSpPr>
          <p:nvPr>
            <p:ph type="pic" idx="1"/>
          </p:nvPr>
        </p:nvSpPr>
        <p:spPr>
          <a:xfrm>
            <a:off x="2867660" y="612776"/>
            <a:ext cx="8778240" cy="4114800"/>
          </a:xfrm>
        </p:spPr>
        <p:txBody>
          <a:bodyPr rtlCol="0">
            <a:normAutofit/>
          </a:bodyPr>
          <a:lstStyle>
            <a:lvl1pPr marL="0" indent="0">
              <a:buNone/>
              <a:defRPr sz="3386">
                <a:solidFill>
                  <a:schemeClr val="tx1"/>
                </a:solidFill>
              </a:defRPr>
            </a:lvl1pPr>
            <a:lvl2pPr marL="483763" indent="0">
              <a:buNone/>
              <a:defRPr sz="2963"/>
            </a:lvl2pPr>
            <a:lvl3pPr marL="967527" indent="0">
              <a:buNone/>
              <a:defRPr sz="2539"/>
            </a:lvl3pPr>
            <a:lvl4pPr marL="1451290" indent="0">
              <a:buNone/>
              <a:defRPr sz="2116"/>
            </a:lvl4pPr>
            <a:lvl5pPr marL="1935053" indent="0">
              <a:buNone/>
              <a:defRPr sz="2116"/>
            </a:lvl5pPr>
            <a:lvl6pPr marL="2418817" indent="0">
              <a:buNone/>
              <a:defRPr sz="2116"/>
            </a:lvl6pPr>
            <a:lvl7pPr marL="2902580" indent="0">
              <a:buNone/>
              <a:defRPr sz="2116"/>
            </a:lvl7pPr>
            <a:lvl8pPr marL="3386343" indent="0">
              <a:buNone/>
              <a:defRPr sz="2116"/>
            </a:lvl8pPr>
            <a:lvl9pPr marL="3870107" indent="0">
              <a:buNone/>
              <a:defRPr sz="2116"/>
            </a:lvl9pPr>
          </a:lstStyle>
          <a:p>
            <a:pPr lvl="0"/>
            <a:r>
              <a:rPr lang="en-US" noProof="0"/>
              <a:t>Click icon to add picture</a:t>
            </a:r>
          </a:p>
        </p:txBody>
      </p:sp>
      <p:sp>
        <p:nvSpPr>
          <p:cNvPr id="4" name="Text Placeholder 3"/>
          <p:cNvSpPr>
            <a:spLocks noGrp="1"/>
          </p:cNvSpPr>
          <p:nvPr>
            <p:ph type="body" sz="half" idx="2"/>
          </p:nvPr>
        </p:nvSpPr>
        <p:spPr>
          <a:xfrm>
            <a:off x="2867660" y="5367338"/>
            <a:ext cx="8778240" cy="804862"/>
          </a:xfrm>
        </p:spPr>
        <p:txBody>
          <a:bodyPr/>
          <a:lstStyle>
            <a:lvl1pPr marL="0" indent="0">
              <a:buNone/>
              <a:defRPr sz="1481">
                <a:solidFill>
                  <a:schemeClr val="tx1"/>
                </a:solidFill>
              </a:defRPr>
            </a:lvl1pPr>
            <a:lvl2pPr marL="483763" indent="0">
              <a:buNone/>
              <a:defRPr sz="1270"/>
            </a:lvl2pPr>
            <a:lvl3pPr marL="967527" indent="0">
              <a:buNone/>
              <a:defRPr sz="1058"/>
            </a:lvl3pPr>
            <a:lvl4pPr marL="1451290" indent="0">
              <a:buNone/>
              <a:defRPr sz="952"/>
            </a:lvl4pPr>
            <a:lvl5pPr marL="1935053" indent="0">
              <a:buNone/>
              <a:defRPr sz="952"/>
            </a:lvl5pPr>
            <a:lvl6pPr marL="2418817" indent="0">
              <a:buNone/>
              <a:defRPr sz="952"/>
            </a:lvl6pPr>
            <a:lvl7pPr marL="2902580" indent="0">
              <a:buNone/>
              <a:defRPr sz="952"/>
            </a:lvl7pPr>
            <a:lvl8pPr marL="3386343" indent="0">
              <a:buNone/>
              <a:defRPr sz="952"/>
            </a:lvl8pPr>
            <a:lvl9pPr marL="3870107" indent="0">
              <a:buNone/>
              <a:defRPr sz="952"/>
            </a:lvl9pPr>
          </a:lstStyle>
          <a:p>
            <a:pPr lvl="0"/>
            <a:r>
              <a:rPr lang="en-US"/>
              <a:t>Click to edit Master text styles</a:t>
            </a:r>
          </a:p>
        </p:txBody>
      </p:sp>
      <p:sp>
        <p:nvSpPr>
          <p:cNvPr id="5" name="Slide Number Placeholder 5"/>
          <p:cNvSpPr>
            <a:spLocks noGrp="1"/>
          </p:cNvSpPr>
          <p:nvPr>
            <p:ph type="sldNum" sz="quarter" idx="10"/>
          </p:nvPr>
        </p:nvSpPr>
        <p:spPr/>
        <p:txBody>
          <a:bodyPr/>
          <a:lstStyle>
            <a:lvl1pPr>
              <a:defRPr/>
            </a:lvl1pPr>
          </a:lstStyle>
          <a:p>
            <a:fld id="{00C28ACC-C32E-4A55-A305-3B656F761729}" type="slidenum">
              <a:rPr lang="en-US" altLang="en-US">
                <a:solidFill>
                  <a:prstClr val="white"/>
                </a:solidFill>
              </a:rPr>
              <a:pPr/>
              <a:t>‹#›</a:t>
            </a:fld>
            <a:endParaRPr lang="en-US" altLang="en-US">
              <a:solidFill>
                <a:prstClr val="white"/>
              </a:solidFill>
            </a:endParaRPr>
          </a:p>
        </p:txBody>
      </p:sp>
    </p:spTree>
    <p:extLst>
      <p:ext uri="{BB962C8B-B14F-4D97-AF65-F5344CB8AC3E}">
        <p14:creationId xmlns:p14="http://schemas.microsoft.com/office/powerpoint/2010/main" val="33881373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4" name="Rectangle 9"/>
          <p:cNvSpPr/>
          <p:nvPr/>
        </p:nvSpPr>
        <p:spPr>
          <a:xfrm>
            <a:off x="0" y="189848"/>
            <a:ext cx="227782" cy="381373"/>
          </a:xfrm>
          <a:prstGeom prst="rect">
            <a:avLst/>
          </a:prstGeom>
          <a:solidFill>
            <a:srgbClr val="3264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sz="1905">
              <a:solidFill>
                <a:prstClr val="white"/>
              </a:solidFill>
            </a:endParaRPr>
          </a:p>
        </p:txBody>
      </p:sp>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p:cNvSpPr>
            <a:spLocks noGrp="1"/>
          </p:cNvSpPr>
          <p:nvPr>
            <p:ph type="sldNum" sz="quarter" idx="10"/>
          </p:nvPr>
        </p:nvSpPr>
        <p:spPr/>
        <p:txBody>
          <a:bodyPr/>
          <a:lstStyle>
            <a:lvl1pPr>
              <a:defRPr/>
            </a:lvl1pPr>
          </a:lstStyle>
          <a:p>
            <a:fld id="{DD09623A-054A-4D29-919E-F3A944C4671D}" type="slidenum">
              <a:rPr lang="en-US" altLang="en-US">
                <a:solidFill>
                  <a:prstClr val="white"/>
                </a:solidFill>
              </a:rPr>
              <a:pPr/>
              <a:t>‹#›</a:t>
            </a:fld>
            <a:endParaRPr lang="en-US" altLang="en-US">
              <a:solidFill>
                <a:prstClr val="white"/>
              </a:solidFill>
            </a:endParaRPr>
          </a:p>
        </p:txBody>
      </p:sp>
    </p:spTree>
    <p:extLst>
      <p:ext uri="{BB962C8B-B14F-4D97-AF65-F5344CB8AC3E}">
        <p14:creationId xmlns:p14="http://schemas.microsoft.com/office/powerpoint/2010/main" val="1026183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607040" y="274640"/>
            <a:ext cx="329184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31520" y="274640"/>
            <a:ext cx="9631680" cy="5851525"/>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p:cNvSpPr>
            <a:spLocks noGrp="1"/>
          </p:cNvSpPr>
          <p:nvPr>
            <p:ph type="sldNum" sz="quarter" idx="10"/>
          </p:nvPr>
        </p:nvSpPr>
        <p:spPr/>
        <p:txBody>
          <a:bodyPr/>
          <a:lstStyle>
            <a:lvl1pPr>
              <a:defRPr/>
            </a:lvl1pPr>
          </a:lstStyle>
          <a:p>
            <a:fld id="{BFDC2ABE-B906-4261-91DC-BBB2A6C631EA}" type="slidenum">
              <a:rPr lang="en-US" altLang="en-US">
                <a:solidFill>
                  <a:prstClr val="white"/>
                </a:solidFill>
              </a:rPr>
              <a:pPr/>
              <a:t>‹#›</a:t>
            </a:fld>
            <a:endParaRPr lang="en-US" altLang="en-US">
              <a:solidFill>
                <a:prstClr val="white"/>
              </a:solidFill>
            </a:endParaRPr>
          </a:p>
        </p:txBody>
      </p:sp>
    </p:spTree>
    <p:extLst>
      <p:ext uri="{BB962C8B-B14F-4D97-AF65-F5344CB8AC3E}">
        <p14:creationId xmlns:p14="http://schemas.microsoft.com/office/powerpoint/2010/main" val="23355640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9"/>
          <p:cNvSpPr/>
          <p:nvPr/>
        </p:nvSpPr>
        <p:spPr>
          <a:xfrm>
            <a:off x="1" y="1"/>
            <a:ext cx="14630400" cy="6858000"/>
          </a:xfrm>
          <a:prstGeom prst="rect">
            <a:avLst/>
          </a:prstGeom>
          <a:solidFill>
            <a:srgbClr val="3264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sz="1905">
              <a:solidFill>
                <a:prstClr val="white"/>
              </a:solidFill>
            </a:endParaRPr>
          </a:p>
        </p:txBody>
      </p:sp>
      <p:sp>
        <p:nvSpPr>
          <p:cNvPr id="5" name="Rectangle 10"/>
          <p:cNvSpPr/>
          <p:nvPr/>
        </p:nvSpPr>
        <p:spPr>
          <a:xfrm>
            <a:off x="0" y="3239155"/>
            <a:ext cx="227782" cy="3796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sz="1905">
              <a:solidFill>
                <a:prstClr val="white"/>
              </a:solidFill>
            </a:endParaRPr>
          </a:p>
        </p:txBody>
      </p:sp>
      <p:sp>
        <p:nvSpPr>
          <p:cNvPr id="6" name="Rectangle 11"/>
          <p:cNvSpPr/>
          <p:nvPr userDrawn="1"/>
        </p:nvSpPr>
        <p:spPr>
          <a:xfrm>
            <a:off x="1" y="6476628"/>
            <a:ext cx="14628385" cy="38137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sz="1905">
              <a:solidFill>
                <a:prstClr val="white"/>
              </a:solidFill>
            </a:endParaRPr>
          </a:p>
        </p:txBody>
      </p:sp>
      <p:pic>
        <p:nvPicPr>
          <p:cNvPr id="7" name="Picture 7" descr="D:\users\mazza\[TecGraf]\[Logos]\Branco\Tecgraf.wmf"/>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147345" y="2933384"/>
            <a:ext cx="4025477" cy="991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457117" y="3238412"/>
            <a:ext cx="13715609" cy="380990"/>
          </a:xfrm>
        </p:spPr>
        <p:txBody>
          <a:bodyPr/>
          <a:lstStyle>
            <a:lvl1pPr>
              <a:defRPr>
                <a:solidFill>
                  <a:schemeClr val="bg1"/>
                </a:solidFill>
              </a:defRPr>
            </a:lvl1pPr>
          </a:lstStyle>
          <a:p>
            <a:r>
              <a:rPr lang="en-US"/>
              <a:t>Click to edit Master title style</a:t>
            </a:r>
          </a:p>
        </p:txBody>
      </p:sp>
      <p:sp>
        <p:nvSpPr>
          <p:cNvPr id="3" name="Subtitle 2"/>
          <p:cNvSpPr>
            <a:spLocks noGrp="1"/>
          </p:cNvSpPr>
          <p:nvPr>
            <p:ph type="subTitle" idx="1"/>
          </p:nvPr>
        </p:nvSpPr>
        <p:spPr>
          <a:xfrm>
            <a:off x="457674" y="4000393"/>
            <a:ext cx="13715053" cy="1523959"/>
          </a:xfrm>
        </p:spPr>
        <p:txBody>
          <a:bodyPr/>
          <a:lstStyle>
            <a:lvl1pPr marL="0" indent="0" algn="l">
              <a:buNone/>
              <a:defRPr>
                <a:solidFill>
                  <a:schemeClr val="tx1">
                    <a:tint val="75000"/>
                  </a:schemeClr>
                </a:solidFill>
              </a:defRPr>
            </a:lvl1pPr>
            <a:lvl2pPr marL="483763" indent="0" algn="ctr">
              <a:buNone/>
              <a:defRPr>
                <a:solidFill>
                  <a:schemeClr val="tx1">
                    <a:tint val="75000"/>
                  </a:schemeClr>
                </a:solidFill>
              </a:defRPr>
            </a:lvl2pPr>
            <a:lvl3pPr marL="967527" indent="0" algn="ctr">
              <a:buNone/>
              <a:defRPr>
                <a:solidFill>
                  <a:schemeClr val="tx1">
                    <a:tint val="75000"/>
                  </a:schemeClr>
                </a:solidFill>
              </a:defRPr>
            </a:lvl3pPr>
            <a:lvl4pPr marL="1451290" indent="0" algn="ctr">
              <a:buNone/>
              <a:defRPr>
                <a:solidFill>
                  <a:schemeClr val="tx1">
                    <a:tint val="75000"/>
                  </a:schemeClr>
                </a:solidFill>
              </a:defRPr>
            </a:lvl4pPr>
            <a:lvl5pPr marL="1935053" indent="0" algn="ctr">
              <a:buNone/>
              <a:defRPr>
                <a:solidFill>
                  <a:schemeClr val="tx1">
                    <a:tint val="75000"/>
                  </a:schemeClr>
                </a:solidFill>
              </a:defRPr>
            </a:lvl5pPr>
            <a:lvl6pPr marL="2418817" indent="0" algn="ctr">
              <a:buNone/>
              <a:defRPr>
                <a:solidFill>
                  <a:schemeClr val="tx1">
                    <a:tint val="75000"/>
                  </a:schemeClr>
                </a:solidFill>
              </a:defRPr>
            </a:lvl6pPr>
            <a:lvl7pPr marL="2902580" indent="0" algn="ctr">
              <a:buNone/>
              <a:defRPr>
                <a:solidFill>
                  <a:schemeClr val="tx1">
                    <a:tint val="75000"/>
                  </a:schemeClr>
                </a:solidFill>
              </a:defRPr>
            </a:lvl7pPr>
            <a:lvl8pPr marL="3386343" indent="0" algn="ctr">
              <a:buNone/>
              <a:defRPr>
                <a:solidFill>
                  <a:schemeClr val="tx1">
                    <a:tint val="75000"/>
                  </a:schemeClr>
                </a:solidFill>
              </a:defRPr>
            </a:lvl8pPr>
            <a:lvl9pPr marL="3870107" indent="0" algn="ctr">
              <a:buNone/>
              <a:defRPr>
                <a:solidFill>
                  <a:schemeClr val="tx1">
                    <a:tint val="75000"/>
                  </a:schemeClr>
                </a:solidFill>
              </a:defRPr>
            </a:lvl9pPr>
          </a:lstStyle>
          <a:p>
            <a:r>
              <a:rPr lang="en-US"/>
              <a:t>Click to edit Master subtitle style</a:t>
            </a:r>
            <a:endParaRPr lang="en-US" dirty="0"/>
          </a:p>
        </p:txBody>
      </p:sp>
      <p:sp>
        <p:nvSpPr>
          <p:cNvPr id="8" name="Slide Number Placeholder 5"/>
          <p:cNvSpPr>
            <a:spLocks noGrp="1"/>
          </p:cNvSpPr>
          <p:nvPr>
            <p:ph type="sldNum" sz="quarter" idx="10"/>
          </p:nvPr>
        </p:nvSpPr>
        <p:spPr/>
        <p:txBody>
          <a:bodyPr/>
          <a:lstStyle>
            <a:lvl1pPr>
              <a:defRPr/>
            </a:lvl1pPr>
          </a:lstStyle>
          <a:p>
            <a:fld id="{6E901840-5A8D-4AFD-97CB-F952B9BE0066}" type="slidenum">
              <a:rPr lang="en-US" altLang="en-US">
                <a:solidFill>
                  <a:prstClr val="white"/>
                </a:solidFill>
              </a:rPr>
              <a:pPr/>
              <a:t>‹#›</a:t>
            </a:fld>
            <a:endParaRPr lang="en-US" altLang="en-US">
              <a:solidFill>
                <a:prstClr val="white"/>
              </a:solidFill>
            </a:endParaRPr>
          </a:p>
        </p:txBody>
      </p:sp>
    </p:spTree>
    <p:extLst>
      <p:ext uri="{BB962C8B-B14F-4D97-AF65-F5344CB8AC3E}">
        <p14:creationId xmlns:p14="http://schemas.microsoft.com/office/powerpoint/2010/main" val="41539086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9"/>
          <p:cNvSpPr/>
          <p:nvPr/>
        </p:nvSpPr>
        <p:spPr>
          <a:xfrm>
            <a:off x="0" y="189848"/>
            <a:ext cx="227782" cy="381373"/>
          </a:xfrm>
          <a:prstGeom prst="rect">
            <a:avLst/>
          </a:prstGeom>
          <a:solidFill>
            <a:srgbClr val="3264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sz="1905">
              <a:solidFill>
                <a:prstClr val="white"/>
              </a:solidFill>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p:cNvSpPr>
            <a:spLocks noGrp="1"/>
          </p:cNvSpPr>
          <p:nvPr>
            <p:ph type="sldNum" sz="quarter" idx="10"/>
          </p:nvPr>
        </p:nvSpPr>
        <p:spPr/>
        <p:txBody>
          <a:bodyPr/>
          <a:lstStyle>
            <a:lvl1pPr>
              <a:defRPr/>
            </a:lvl1pPr>
          </a:lstStyle>
          <a:p>
            <a:fld id="{70CC1592-D22B-419C-A7D2-402428F744E0}" type="slidenum">
              <a:rPr lang="en-US" altLang="en-US">
                <a:solidFill>
                  <a:prstClr val="white"/>
                </a:solidFill>
              </a:rPr>
              <a:pPr/>
              <a:t>‹#›</a:t>
            </a:fld>
            <a:endParaRPr lang="en-US" altLang="en-US">
              <a:solidFill>
                <a:prstClr val="white"/>
              </a:solidFill>
            </a:endParaRPr>
          </a:p>
        </p:txBody>
      </p:sp>
    </p:spTree>
    <p:extLst>
      <p:ext uri="{BB962C8B-B14F-4D97-AF65-F5344CB8AC3E}">
        <p14:creationId xmlns:p14="http://schemas.microsoft.com/office/powerpoint/2010/main" val="37598088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5701" y="4406902"/>
            <a:ext cx="12435840" cy="1362075"/>
          </a:xfrm>
        </p:spPr>
        <p:txBody>
          <a:bodyPr anchor="t"/>
          <a:lstStyle>
            <a:lvl1pPr algn="l">
              <a:defRPr sz="4232" b="1" cap="all"/>
            </a:lvl1pPr>
          </a:lstStyle>
          <a:p>
            <a:r>
              <a:rPr lang="en-US"/>
              <a:t>Click to edit Master title style</a:t>
            </a:r>
          </a:p>
        </p:txBody>
      </p:sp>
      <p:sp>
        <p:nvSpPr>
          <p:cNvPr id="3" name="Text Placeholder 2"/>
          <p:cNvSpPr>
            <a:spLocks noGrp="1"/>
          </p:cNvSpPr>
          <p:nvPr>
            <p:ph type="body" idx="1"/>
          </p:nvPr>
        </p:nvSpPr>
        <p:spPr>
          <a:xfrm>
            <a:off x="1155701" y="2906713"/>
            <a:ext cx="12435840" cy="1500187"/>
          </a:xfrm>
        </p:spPr>
        <p:txBody>
          <a:bodyPr anchor="b"/>
          <a:lstStyle>
            <a:lvl1pPr marL="0" indent="0">
              <a:buNone/>
              <a:defRPr sz="2116">
                <a:solidFill>
                  <a:schemeClr val="tx1">
                    <a:tint val="75000"/>
                  </a:schemeClr>
                </a:solidFill>
              </a:defRPr>
            </a:lvl1pPr>
            <a:lvl2pPr marL="483763" indent="0">
              <a:buNone/>
              <a:defRPr sz="1905">
                <a:solidFill>
                  <a:schemeClr val="tx1">
                    <a:tint val="75000"/>
                  </a:schemeClr>
                </a:solidFill>
              </a:defRPr>
            </a:lvl2pPr>
            <a:lvl3pPr marL="967527" indent="0">
              <a:buNone/>
              <a:defRPr sz="1693">
                <a:solidFill>
                  <a:schemeClr val="tx1">
                    <a:tint val="75000"/>
                  </a:schemeClr>
                </a:solidFill>
              </a:defRPr>
            </a:lvl3pPr>
            <a:lvl4pPr marL="1451290" indent="0">
              <a:buNone/>
              <a:defRPr sz="1481">
                <a:solidFill>
                  <a:schemeClr val="tx1">
                    <a:tint val="75000"/>
                  </a:schemeClr>
                </a:solidFill>
              </a:defRPr>
            </a:lvl4pPr>
            <a:lvl5pPr marL="1935053" indent="0">
              <a:buNone/>
              <a:defRPr sz="1481">
                <a:solidFill>
                  <a:schemeClr val="tx1">
                    <a:tint val="75000"/>
                  </a:schemeClr>
                </a:solidFill>
              </a:defRPr>
            </a:lvl5pPr>
            <a:lvl6pPr marL="2418817" indent="0">
              <a:buNone/>
              <a:defRPr sz="1481">
                <a:solidFill>
                  <a:schemeClr val="tx1">
                    <a:tint val="75000"/>
                  </a:schemeClr>
                </a:solidFill>
              </a:defRPr>
            </a:lvl6pPr>
            <a:lvl7pPr marL="2902580" indent="0">
              <a:buNone/>
              <a:defRPr sz="1481">
                <a:solidFill>
                  <a:schemeClr val="tx1">
                    <a:tint val="75000"/>
                  </a:schemeClr>
                </a:solidFill>
              </a:defRPr>
            </a:lvl7pPr>
            <a:lvl8pPr marL="3386343" indent="0">
              <a:buNone/>
              <a:defRPr sz="1481">
                <a:solidFill>
                  <a:schemeClr val="tx1">
                    <a:tint val="75000"/>
                  </a:schemeClr>
                </a:solidFill>
              </a:defRPr>
            </a:lvl8pPr>
            <a:lvl9pPr marL="3870107" indent="0">
              <a:buNone/>
              <a:defRPr sz="1481">
                <a:solidFill>
                  <a:schemeClr val="tx1">
                    <a:tint val="75000"/>
                  </a:schemeClr>
                </a:solidFill>
              </a:defRPr>
            </a:lvl9pPr>
          </a:lstStyle>
          <a:p>
            <a:pPr lvl="0"/>
            <a:r>
              <a:rPr lang="en-US"/>
              <a:t>Click to edit Master text styles</a:t>
            </a:r>
          </a:p>
        </p:txBody>
      </p:sp>
      <p:sp>
        <p:nvSpPr>
          <p:cNvPr id="4" name="Slide Number Placeholder 5"/>
          <p:cNvSpPr>
            <a:spLocks noGrp="1"/>
          </p:cNvSpPr>
          <p:nvPr>
            <p:ph type="sldNum" sz="quarter" idx="10"/>
          </p:nvPr>
        </p:nvSpPr>
        <p:spPr/>
        <p:txBody>
          <a:bodyPr/>
          <a:lstStyle>
            <a:lvl1pPr>
              <a:defRPr/>
            </a:lvl1pPr>
          </a:lstStyle>
          <a:p>
            <a:fld id="{1A73393D-4D2D-430C-8195-127ED27072F2}" type="slidenum">
              <a:rPr lang="en-US" altLang="en-US">
                <a:solidFill>
                  <a:prstClr val="white"/>
                </a:solidFill>
              </a:rPr>
              <a:pPr/>
              <a:t>‹#›</a:t>
            </a:fld>
            <a:endParaRPr lang="en-US" altLang="en-US">
              <a:solidFill>
                <a:prstClr val="white"/>
              </a:solidFill>
            </a:endParaRPr>
          </a:p>
        </p:txBody>
      </p:sp>
    </p:spTree>
    <p:extLst>
      <p:ext uri="{BB962C8B-B14F-4D97-AF65-F5344CB8AC3E}">
        <p14:creationId xmlns:p14="http://schemas.microsoft.com/office/powerpoint/2010/main" val="35685186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Rectangle 9"/>
          <p:cNvSpPr/>
          <p:nvPr/>
        </p:nvSpPr>
        <p:spPr>
          <a:xfrm>
            <a:off x="0" y="189848"/>
            <a:ext cx="227782" cy="381373"/>
          </a:xfrm>
          <a:prstGeom prst="rect">
            <a:avLst/>
          </a:prstGeom>
          <a:solidFill>
            <a:srgbClr val="3264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sz="1905">
              <a:solidFill>
                <a:prstClr val="white"/>
              </a:solidFill>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31520" y="1600201"/>
            <a:ext cx="6461760" cy="4525963"/>
          </a:xfrm>
        </p:spPr>
        <p:txBody>
          <a:bodyPr/>
          <a:lstStyle>
            <a:lvl1pPr>
              <a:defRPr sz="2963">
                <a:solidFill>
                  <a:schemeClr val="tx1"/>
                </a:solidFill>
              </a:defRPr>
            </a:lvl1pPr>
            <a:lvl2pPr>
              <a:defRPr sz="2539">
                <a:solidFill>
                  <a:schemeClr val="tx1"/>
                </a:solidFill>
              </a:defRPr>
            </a:lvl2pPr>
            <a:lvl3pPr>
              <a:defRPr sz="2116">
                <a:solidFill>
                  <a:schemeClr val="tx1"/>
                </a:solidFill>
              </a:defRPr>
            </a:lvl3pPr>
            <a:lvl4pPr>
              <a:defRPr sz="1905">
                <a:solidFill>
                  <a:schemeClr val="tx1"/>
                </a:solidFill>
              </a:defRPr>
            </a:lvl4pPr>
            <a:lvl5pPr>
              <a:defRPr sz="1905">
                <a:solidFill>
                  <a:schemeClr val="tx1"/>
                </a:solidFill>
              </a:defRPr>
            </a:lvl5pPr>
            <a:lvl6pPr>
              <a:defRPr sz="1905"/>
            </a:lvl6pPr>
            <a:lvl7pPr>
              <a:defRPr sz="1905"/>
            </a:lvl7pPr>
            <a:lvl8pPr>
              <a:defRPr sz="1905"/>
            </a:lvl8pPr>
            <a:lvl9pPr>
              <a:defRPr sz="1905"/>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7437120" y="1600201"/>
            <a:ext cx="6461760" cy="4525963"/>
          </a:xfrm>
        </p:spPr>
        <p:txBody>
          <a:bodyPr/>
          <a:lstStyle>
            <a:lvl1pPr>
              <a:defRPr sz="2963">
                <a:solidFill>
                  <a:schemeClr val="tx1"/>
                </a:solidFill>
              </a:defRPr>
            </a:lvl1pPr>
            <a:lvl2pPr>
              <a:defRPr sz="2539">
                <a:solidFill>
                  <a:schemeClr val="tx1"/>
                </a:solidFill>
              </a:defRPr>
            </a:lvl2pPr>
            <a:lvl3pPr>
              <a:defRPr sz="2116">
                <a:solidFill>
                  <a:schemeClr val="tx1"/>
                </a:solidFill>
              </a:defRPr>
            </a:lvl3pPr>
            <a:lvl4pPr>
              <a:defRPr sz="1905">
                <a:solidFill>
                  <a:schemeClr val="tx1"/>
                </a:solidFill>
              </a:defRPr>
            </a:lvl4pPr>
            <a:lvl5pPr>
              <a:defRPr sz="1905">
                <a:solidFill>
                  <a:schemeClr val="tx1"/>
                </a:solidFill>
              </a:defRPr>
            </a:lvl5pPr>
            <a:lvl6pPr>
              <a:defRPr sz="1905"/>
            </a:lvl6pPr>
            <a:lvl7pPr>
              <a:defRPr sz="1905"/>
            </a:lvl7pPr>
            <a:lvl8pPr>
              <a:defRPr sz="1905"/>
            </a:lvl8pPr>
            <a:lvl9pPr>
              <a:defRPr sz="1905"/>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0"/>
          </p:nvPr>
        </p:nvSpPr>
        <p:spPr/>
        <p:txBody>
          <a:bodyPr/>
          <a:lstStyle>
            <a:lvl1pPr>
              <a:defRPr/>
            </a:lvl1pPr>
          </a:lstStyle>
          <a:p>
            <a:fld id="{4C7AF161-7018-4B0D-A214-172BA9E439B9}" type="slidenum">
              <a:rPr lang="en-US" altLang="en-US">
                <a:solidFill>
                  <a:prstClr val="white"/>
                </a:solidFill>
              </a:rPr>
              <a:pPr/>
              <a:t>‹#›</a:t>
            </a:fld>
            <a:endParaRPr lang="en-US" altLang="en-US">
              <a:solidFill>
                <a:prstClr val="white"/>
              </a:solidFill>
            </a:endParaRPr>
          </a:p>
        </p:txBody>
      </p:sp>
    </p:spTree>
    <p:extLst>
      <p:ext uri="{BB962C8B-B14F-4D97-AF65-F5344CB8AC3E}">
        <p14:creationId xmlns:p14="http://schemas.microsoft.com/office/powerpoint/2010/main" val="22237641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Rectangle 9"/>
          <p:cNvSpPr/>
          <p:nvPr/>
        </p:nvSpPr>
        <p:spPr>
          <a:xfrm>
            <a:off x="0" y="189848"/>
            <a:ext cx="227782" cy="381373"/>
          </a:xfrm>
          <a:prstGeom prst="rect">
            <a:avLst/>
          </a:prstGeom>
          <a:solidFill>
            <a:srgbClr val="3264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sz="1905">
              <a:solidFill>
                <a:prstClr val="white"/>
              </a:solidFill>
            </a:endParaRPr>
          </a:p>
        </p:txBody>
      </p:sp>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731522" y="1535113"/>
            <a:ext cx="6464300" cy="639762"/>
          </a:xfrm>
        </p:spPr>
        <p:txBody>
          <a:bodyPr anchor="b"/>
          <a:lstStyle>
            <a:lvl1pPr marL="0" indent="0">
              <a:buNone/>
              <a:defRPr sz="2539" b="1">
                <a:solidFill>
                  <a:schemeClr val="tx1"/>
                </a:solidFill>
              </a:defRPr>
            </a:lvl1pPr>
            <a:lvl2pPr marL="483763" indent="0">
              <a:buNone/>
              <a:defRPr sz="2116" b="1"/>
            </a:lvl2pPr>
            <a:lvl3pPr marL="967527" indent="0">
              <a:buNone/>
              <a:defRPr sz="1905" b="1"/>
            </a:lvl3pPr>
            <a:lvl4pPr marL="1451290" indent="0">
              <a:buNone/>
              <a:defRPr sz="1693" b="1"/>
            </a:lvl4pPr>
            <a:lvl5pPr marL="1935053" indent="0">
              <a:buNone/>
              <a:defRPr sz="1693" b="1"/>
            </a:lvl5pPr>
            <a:lvl6pPr marL="2418817" indent="0">
              <a:buNone/>
              <a:defRPr sz="1693" b="1"/>
            </a:lvl6pPr>
            <a:lvl7pPr marL="2902580" indent="0">
              <a:buNone/>
              <a:defRPr sz="1693" b="1"/>
            </a:lvl7pPr>
            <a:lvl8pPr marL="3386343" indent="0">
              <a:buNone/>
              <a:defRPr sz="1693" b="1"/>
            </a:lvl8pPr>
            <a:lvl9pPr marL="3870107" indent="0">
              <a:buNone/>
              <a:defRPr sz="1693" b="1"/>
            </a:lvl9pPr>
          </a:lstStyle>
          <a:p>
            <a:pPr lvl="0"/>
            <a:r>
              <a:rPr lang="en-US" dirty="0"/>
              <a:t>Click to edit Master text styles</a:t>
            </a:r>
          </a:p>
        </p:txBody>
      </p:sp>
      <p:sp>
        <p:nvSpPr>
          <p:cNvPr id="4" name="Content Placeholder 3"/>
          <p:cNvSpPr>
            <a:spLocks noGrp="1"/>
          </p:cNvSpPr>
          <p:nvPr>
            <p:ph sz="half" idx="2"/>
          </p:nvPr>
        </p:nvSpPr>
        <p:spPr>
          <a:xfrm>
            <a:off x="731522" y="2174876"/>
            <a:ext cx="6464300" cy="3951288"/>
          </a:xfrm>
        </p:spPr>
        <p:txBody>
          <a:bodyPr/>
          <a:lstStyle>
            <a:lvl1pPr>
              <a:defRPr sz="2539">
                <a:solidFill>
                  <a:schemeClr val="tx1"/>
                </a:solidFill>
              </a:defRPr>
            </a:lvl1pPr>
            <a:lvl2pPr>
              <a:defRPr sz="2116">
                <a:solidFill>
                  <a:schemeClr val="tx1"/>
                </a:solidFill>
              </a:defRPr>
            </a:lvl2pPr>
            <a:lvl3pPr>
              <a:defRPr sz="1905">
                <a:solidFill>
                  <a:schemeClr val="tx1"/>
                </a:solidFill>
              </a:defRPr>
            </a:lvl3pPr>
            <a:lvl4pPr>
              <a:defRPr sz="1693">
                <a:solidFill>
                  <a:schemeClr val="tx1"/>
                </a:solidFill>
              </a:defRPr>
            </a:lvl4pPr>
            <a:lvl5pPr>
              <a:defRPr sz="1693">
                <a:solidFill>
                  <a:schemeClr val="tx1"/>
                </a:solidFill>
              </a:defRPr>
            </a:lvl5pPr>
            <a:lvl6pPr>
              <a:defRPr sz="1693"/>
            </a:lvl6pPr>
            <a:lvl7pPr>
              <a:defRPr sz="1693"/>
            </a:lvl7pPr>
            <a:lvl8pPr>
              <a:defRPr sz="1693"/>
            </a:lvl8pPr>
            <a:lvl9pPr>
              <a:defRPr sz="169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432042" y="1535113"/>
            <a:ext cx="6466840" cy="639762"/>
          </a:xfrm>
        </p:spPr>
        <p:txBody>
          <a:bodyPr anchor="b"/>
          <a:lstStyle>
            <a:lvl1pPr marL="0" indent="0">
              <a:buNone/>
              <a:defRPr sz="2539" b="1">
                <a:solidFill>
                  <a:schemeClr val="tx1"/>
                </a:solidFill>
              </a:defRPr>
            </a:lvl1pPr>
            <a:lvl2pPr marL="483763" indent="0">
              <a:buNone/>
              <a:defRPr sz="2116" b="1"/>
            </a:lvl2pPr>
            <a:lvl3pPr marL="967527" indent="0">
              <a:buNone/>
              <a:defRPr sz="1905" b="1"/>
            </a:lvl3pPr>
            <a:lvl4pPr marL="1451290" indent="0">
              <a:buNone/>
              <a:defRPr sz="1693" b="1"/>
            </a:lvl4pPr>
            <a:lvl5pPr marL="1935053" indent="0">
              <a:buNone/>
              <a:defRPr sz="1693" b="1"/>
            </a:lvl5pPr>
            <a:lvl6pPr marL="2418817" indent="0">
              <a:buNone/>
              <a:defRPr sz="1693" b="1"/>
            </a:lvl6pPr>
            <a:lvl7pPr marL="2902580" indent="0">
              <a:buNone/>
              <a:defRPr sz="1693" b="1"/>
            </a:lvl7pPr>
            <a:lvl8pPr marL="3386343" indent="0">
              <a:buNone/>
              <a:defRPr sz="1693" b="1"/>
            </a:lvl8pPr>
            <a:lvl9pPr marL="3870107" indent="0">
              <a:buNone/>
              <a:defRPr sz="1693" b="1"/>
            </a:lvl9pPr>
          </a:lstStyle>
          <a:p>
            <a:pPr lvl="0"/>
            <a:r>
              <a:rPr lang="en-US"/>
              <a:t>Click to edit Master text styles</a:t>
            </a:r>
          </a:p>
        </p:txBody>
      </p:sp>
      <p:sp>
        <p:nvSpPr>
          <p:cNvPr id="6" name="Content Placeholder 5"/>
          <p:cNvSpPr>
            <a:spLocks noGrp="1"/>
          </p:cNvSpPr>
          <p:nvPr>
            <p:ph sz="quarter" idx="4"/>
          </p:nvPr>
        </p:nvSpPr>
        <p:spPr>
          <a:xfrm>
            <a:off x="7432042" y="2174876"/>
            <a:ext cx="6466840" cy="3951288"/>
          </a:xfrm>
        </p:spPr>
        <p:txBody>
          <a:bodyPr/>
          <a:lstStyle>
            <a:lvl1pPr>
              <a:defRPr sz="2539">
                <a:solidFill>
                  <a:schemeClr val="tx1"/>
                </a:solidFill>
              </a:defRPr>
            </a:lvl1pPr>
            <a:lvl2pPr>
              <a:defRPr sz="2116">
                <a:solidFill>
                  <a:schemeClr val="tx1"/>
                </a:solidFill>
              </a:defRPr>
            </a:lvl2pPr>
            <a:lvl3pPr>
              <a:defRPr sz="1905">
                <a:solidFill>
                  <a:schemeClr val="tx1"/>
                </a:solidFill>
              </a:defRPr>
            </a:lvl3pPr>
            <a:lvl4pPr>
              <a:defRPr sz="1693">
                <a:solidFill>
                  <a:schemeClr val="tx1"/>
                </a:solidFill>
              </a:defRPr>
            </a:lvl4pPr>
            <a:lvl5pPr>
              <a:defRPr sz="1693">
                <a:solidFill>
                  <a:schemeClr val="tx1"/>
                </a:solidFill>
              </a:defRPr>
            </a:lvl5pPr>
            <a:lvl6pPr>
              <a:defRPr sz="1693"/>
            </a:lvl6pPr>
            <a:lvl7pPr>
              <a:defRPr sz="1693"/>
            </a:lvl7pPr>
            <a:lvl8pPr>
              <a:defRPr sz="1693"/>
            </a:lvl8pPr>
            <a:lvl9pPr>
              <a:defRPr sz="169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p:cNvSpPr>
            <a:spLocks noGrp="1"/>
          </p:cNvSpPr>
          <p:nvPr>
            <p:ph type="sldNum" sz="quarter" idx="10"/>
          </p:nvPr>
        </p:nvSpPr>
        <p:spPr/>
        <p:txBody>
          <a:bodyPr/>
          <a:lstStyle>
            <a:lvl1pPr>
              <a:defRPr/>
            </a:lvl1pPr>
          </a:lstStyle>
          <a:p>
            <a:fld id="{D5B75FA0-8AB1-4B3A-95F6-2BC382D1A80F}" type="slidenum">
              <a:rPr lang="en-US" altLang="en-US">
                <a:solidFill>
                  <a:prstClr val="white"/>
                </a:solidFill>
              </a:rPr>
              <a:pPr/>
              <a:t>‹#›</a:t>
            </a:fld>
            <a:endParaRPr lang="en-US" altLang="en-US">
              <a:solidFill>
                <a:prstClr val="white"/>
              </a:solidFill>
            </a:endParaRPr>
          </a:p>
        </p:txBody>
      </p:sp>
    </p:spTree>
    <p:extLst>
      <p:ext uri="{BB962C8B-B14F-4D97-AF65-F5344CB8AC3E}">
        <p14:creationId xmlns:p14="http://schemas.microsoft.com/office/powerpoint/2010/main" val="42198987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Rectangle 9"/>
          <p:cNvSpPr/>
          <p:nvPr/>
        </p:nvSpPr>
        <p:spPr>
          <a:xfrm>
            <a:off x="0" y="189848"/>
            <a:ext cx="227782" cy="381373"/>
          </a:xfrm>
          <a:prstGeom prst="rect">
            <a:avLst/>
          </a:prstGeom>
          <a:solidFill>
            <a:srgbClr val="3264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sz="1905">
              <a:solidFill>
                <a:prstClr val="white"/>
              </a:solidFill>
            </a:endParaRPr>
          </a:p>
        </p:txBody>
      </p:sp>
      <p:sp>
        <p:nvSpPr>
          <p:cNvPr id="2" name="Title 1"/>
          <p:cNvSpPr>
            <a:spLocks noGrp="1"/>
          </p:cNvSpPr>
          <p:nvPr>
            <p:ph type="title"/>
          </p:nvPr>
        </p:nvSpPr>
        <p:spPr/>
        <p:txBody>
          <a:bodyPr/>
          <a:lstStyle/>
          <a:p>
            <a:r>
              <a:rPr lang="en-US"/>
              <a:t>Click to edit Master title style</a:t>
            </a:r>
          </a:p>
        </p:txBody>
      </p:sp>
      <p:sp>
        <p:nvSpPr>
          <p:cNvPr id="4" name="Slide Number Placeholder 5"/>
          <p:cNvSpPr>
            <a:spLocks noGrp="1"/>
          </p:cNvSpPr>
          <p:nvPr>
            <p:ph type="sldNum" sz="quarter" idx="10"/>
          </p:nvPr>
        </p:nvSpPr>
        <p:spPr/>
        <p:txBody>
          <a:bodyPr/>
          <a:lstStyle>
            <a:lvl1pPr>
              <a:defRPr/>
            </a:lvl1pPr>
          </a:lstStyle>
          <a:p>
            <a:fld id="{ACE08C62-0AA0-4DF2-944D-FBA0D63BB0E0}" type="slidenum">
              <a:rPr lang="en-US" altLang="en-US">
                <a:solidFill>
                  <a:prstClr val="white"/>
                </a:solidFill>
              </a:rPr>
              <a:pPr/>
              <a:t>‹#›</a:t>
            </a:fld>
            <a:endParaRPr lang="en-US" altLang="en-US">
              <a:solidFill>
                <a:prstClr val="white"/>
              </a:solidFill>
            </a:endParaRPr>
          </a:p>
        </p:txBody>
      </p:sp>
    </p:spTree>
    <p:extLst>
      <p:ext uri="{BB962C8B-B14F-4D97-AF65-F5344CB8AC3E}">
        <p14:creationId xmlns:p14="http://schemas.microsoft.com/office/powerpoint/2010/main" val="8183536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5"/>
          <p:cNvSpPr>
            <a:spLocks noGrp="1"/>
          </p:cNvSpPr>
          <p:nvPr>
            <p:ph type="sldNum" sz="quarter" idx="10"/>
          </p:nvPr>
        </p:nvSpPr>
        <p:spPr/>
        <p:txBody>
          <a:bodyPr/>
          <a:lstStyle>
            <a:lvl1pPr>
              <a:defRPr/>
            </a:lvl1pPr>
          </a:lstStyle>
          <a:p>
            <a:fld id="{5E0A3C25-D8E1-4323-9806-121CE536EB18}" type="slidenum">
              <a:rPr lang="en-US" altLang="en-US">
                <a:solidFill>
                  <a:prstClr val="white"/>
                </a:solidFill>
              </a:rPr>
              <a:pPr/>
              <a:t>‹#›</a:t>
            </a:fld>
            <a:endParaRPr lang="en-US" altLang="en-US">
              <a:solidFill>
                <a:prstClr val="white"/>
              </a:solidFill>
            </a:endParaRPr>
          </a:p>
        </p:txBody>
      </p:sp>
    </p:spTree>
    <p:extLst>
      <p:ext uri="{BB962C8B-B14F-4D97-AF65-F5344CB8AC3E}">
        <p14:creationId xmlns:p14="http://schemas.microsoft.com/office/powerpoint/2010/main" val="41859632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1522" y="273050"/>
            <a:ext cx="4813301" cy="1162050"/>
          </a:xfrm>
        </p:spPr>
        <p:txBody>
          <a:bodyPr anchor="b"/>
          <a:lstStyle>
            <a:lvl1pPr algn="l">
              <a:defRPr sz="2116" b="1"/>
            </a:lvl1pPr>
          </a:lstStyle>
          <a:p>
            <a:r>
              <a:rPr lang="en-US"/>
              <a:t>Click to edit Master title style</a:t>
            </a:r>
          </a:p>
        </p:txBody>
      </p:sp>
      <p:sp>
        <p:nvSpPr>
          <p:cNvPr id="3" name="Content Placeholder 2"/>
          <p:cNvSpPr>
            <a:spLocks noGrp="1"/>
          </p:cNvSpPr>
          <p:nvPr>
            <p:ph idx="1"/>
          </p:nvPr>
        </p:nvSpPr>
        <p:spPr>
          <a:xfrm>
            <a:off x="5720080" y="273051"/>
            <a:ext cx="8178800" cy="5853113"/>
          </a:xfrm>
        </p:spPr>
        <p:txBody>
          <a:bodyPr/>
          <a:lstStyle>
            <a:lvl1pPr>
              <a:defRPr sz="3386">
                <a:solidFill>
                  <a:schemeClr val="tx1"/>
                </a:solidFill>
              </a:defRPr>
            </a:lvl1pPr>
            <a:lvl2pPr>
              <a:defRPr sz="2963">
                <a:solidFill>
                  <a:schemeClr val="tx1"/>
                </a:solidFill>
              </a:defRPr>
            </a:lvl2pPr>
            <a:lvl3pPr>
              <a:defRPr sz="2539">
                <a:solidFill>
                  <a:schemeClr val="tx1"/>
                </a:solidFill>
              </a:defRPr>
            </a:lvl3pPr>
            <a:lvl4pPr>
              <a:defRPr sz="2116">
                <a:solidFill>
                  <a:schemeClr val="tx1"/>
                </a:solidFill>
              </a:defRPr>
            </a:lvl4pPr>
            <a:lvl5pPr>
              <a:defRPr sz="2116">
                <a:solidFill>
                  <a:schemeClr val="tx1"/>
                </a:solidFill>
              </a:defRPr>
            </a:lvl5pPr>
            <a:lvl6pPr>
              <a:defRPr sz="2116"/>
            </a:lvl6pPr>
            <a:lvl7pPr>
              <a:defRPr sz="2116"/>
            </a:lvl7pPr>
            <a:lvl8pPr>
              <a:defRPr sz="2116"/>
            </a:lvl8pPr>
            <a:lvl9pPr>
              <a:defRPr sz="211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31522" y="1435101"/>
            <a:ext cx="4813301" cy="4691063"/>
          </a:xfrm>
        </p:spPr>
        <p:txBody>
          <a:bodyPr/>
          <a:lstStyle>
            <a:lvl1pPr marL="0" indent="0">
              <a:buNone/>
              <a:defRPr sz="1481">
                <a:solidFill>
                  <a:schemeClr val="tx1"/>
                </a:solidFill>
              </a:defRPr>
            </a:lvl1pPr>
            <a:lvl2pPr marL="483763" indent="0">
              <a:buNone/>
              <a:defRPr sz="1270"/>
            </a:lvl2pPr>
            <a:lvl3pPr marL="967527" indent="0">
              <a:buNone/>
              <a:defRPr sz="1058"/>
            </a:lvl3pPr>
            <a:lvl4pPr marL="1451290" indent="0">
              <a:buNone/>
              <a:defRPr sz="952"/>
            </a:lvl4pPr>
            <a:lvl5pPr marL="1935053" indent="0">
              <a:buNone/>
              <a:defRPr sz="952"/>
            </a:lvl5pPr>
            <a:lvl6pPr marL="2418817" indent="0">
              <a:buNone/>
              <a:defRPr sz="952"/>
            </a:lvl6pPr>
            <a:lvl7pPr marL="2902580" indent="0">
              <a:buNone/>
              <a:defRPr sz="952"/>
            </a:lvl7pPr>
            <a:lvl8pPr marL="3386343" indent="0">
              <a:buNone/>
              <a:defRPr sz="952"/>
            </a:lvl8pPr>
            <a:lvl9pPr marL="3870107" indent="0">
              <a:buNone/>
              <a:defRPr sz="952"/>
            </a:lvl9pPr>
          </a:lstStyle>
          <a:p>
            <a:pPr lvl="0"/>
            <a:r>
              <a:rPr lang="en-US"/>
              <a:t>Click to edit Master text styles</a:t>
            </a:r>
          </a:p>
        </p:txBody>
      </p:sp>
      <p:sp>
        <p:nvSpPr>
          <p:cNvPr id="5" name="Slide Number Placeholder 5"/>
          <p:cNvSpPr>
            <a:spLocks noGrp="1"/>
          </p:cNvSpPr>
          <p:nvPr>
            <p:ph type="sldNum" sz="quarter" idx="10"/>
          </p:nvPr>
        </p:nvSpPr>
        <p:spPr/>
        <p:txBody>
          <a:bodyPr/>
          <a:lstStyle>
            <a:lvl1pPr>
              <a:defRPr/>
            </a:lvl1pPr>
          </a:lstStyle>
          <a:p>
            <a:fld id="{9A6146A6-FAAD-4A33-9DCF-53C47EF81718}" type="slidenum">
              <a:rPr lang="en-US" altLang="en-US">
                <a:solidFill>
                  <a:prstClr val="white"/>
                </a:solidFill>
              </a:rPr>
              <a:pPr/>
              <a:t>‹#›</a:t>
            </a:fld>
            <a:endParaRPr lang="en-US" altLang="en-US">
              <a:solidFill>
                <a:prstClr val="white"/>
              </a:solidFill>
            </a:endParaRPr>
          </a:p>
        </p:txBody>
      </p:sp>
    </p:spTree>
    <p:extLst>
      <p:ext uri="{BB962C8B-B14F-4D97-AF65-F5344CB8AC3E}">
        <p14:creationId xmlns:p14="http://schemas.microsoft.com/office/powerpoint/2010/main" val="146081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67660" y="4800600"/>
            <a:ext cx="8778240" cy="566738"/>
          </a:xfrm>
        </p:spPr>
        <p:txBody>
          <a:bodyPr anchor="b"/>
          <a:lstStyle>
            <a:lvl1pPr algn="l">
              <a:defRPr sz="2116" b="1"/>
            </a:lvl1pPr>
          </a:lstStyle>
          <a:p>
            <a:r>
              <a:rPr lang="en-US"/>
              <a:t>Click to edit Master title style</a:t>
            </a:r>
          </a:p>
        </p:txBody>
      </p:sp>
      <p:sp>
        <p:nvSpPr>
          <p:cNvPr id="3" name="Picture Placeholder 2"/>
          <p:cNvSpPr>
            <a:spLocks noGrp="1"/>
          </p:cNvSpPr>
          <p:nvPr>
            <p:ph type="pic" idx="1"/>
          </p:nvPr>
        </p:nvSpPr>
        <p:spPr>
          <a:xfrm>
            <a:off x="2867660" y="612776"/>
            <a:ext cx="8778240" cy="4114800"/>
          </a:xfrm>
        </p:spPr>
        <p:txBody>
          <a:bodyPr rtlCol="0">
            <a:normAutofit/>
          </a:bodyPr>
          <a:lstStyle>
            <a:lvl1pPr marL="0" indent="0">
              <a:buNone/>
              <a:defRPr sz="3386">
                <a:solidFill>
                  <a:schemeClr val="tx1"/>
                </a:solidFill>
              </a:defRPr>
            </a:lvl1pPr>
            <a:lvl2pPr marL="483763" indent="0">
              <a:buNone/>
              <a:defRPr sz="2963"/>
            </a:lvl2pPr>
            <a:lvl3pPr marL="967527" indent="0">
              <a:buNone/>
              <a:defRPr sz="2539"/>
            </a:lvl3pPr>
            <a:lvl4pPr marL="1451290" indent="0">
              <a:buNone/>
              <a:defRPr sz="2116"/>
            </a:lvl4pPr>
            <a:lvl5pPr marL="1935053" indent="0">
              <a:buNone/>
              <a:defRPr sz="2116"/>
            </a:lvl5pPr>
            <a:lvl6pPr marL="2418817" indent="0">
              <a:buNone/>
              <a:defRPr sz="2116"/>
            </a:lvl6pPr>
            <a:lvl7pPr marL="2902580" indent="0">
              <a:buNone/>
              <a:defRPr sz="2116"/>
            </a:lvl7pPr>
            <a:lvl8pPr marL="3386343" indent="0">
              <a:buNone/>
              <a:defRPr sz="2116"/>
            </a:lvl8pPr>
            <a:lvl9pPr marL="3870107" indent="0">
              <a:buNone/>
              <a:defRPr sz="2116"/>
            </a:lvl9pPr>
          </a:lstStyle>
          <a:p>
            <a:pPr lvl="0"/>
            <a:r>
              <a:rPr lang="en-US" noProof="0"/>
              <a:t>Click icon to add picture</a:t>
            </a:r>
          </a:p>
        </p:txBody>
      </p:sp>
      <p:sp>
        <p:nvSpPr>
          <p:cNvPr id="4" name="Text Placeholder 3"/>
          <p:cNvSpPr>
            <a:spLocks noGrp="1"/>
          </p:cNvSpPr>
          <p:nvPr>
            <p:ph type="body" sz="half" idx="2"/>
          </p:nvPr>
        </p:nvSpPr>
        <p:spPr>
          <a:xfrm>
            <a:off x="2867660" y="5367338"/>
            <a:ext cx="8778240" cy="804862"/>
          </a:xfrm>
        </p:spPr>
        <p:txBody>
          <a:bodyPr/>
          <a:lstStyle>
            <a:lvl1pPr marL="0" indent="0">
              <a:buNone/>
              <a:defRPr sz="1481">
                <a:solidFill>
                  <a:schemeClr val="tx1"/>
                </a:solidFill>
              </a:defRPr>
            </a:lvl1pPr>
            <a:lvl2pPr marL="483763" indent="0">
              <a:buNone/>
              <a:defRPr sz="1270"/>
            </a:lvl2pPr>
            <a:lvl3pPr marL="967527" indent="0">
              <a:buNone/>
              <a:defRPr sz="1058"/>
            </a:lvl3pPr>
            <a:lvl4pPr marL="1451290" indent="0">
              <a:buNone/>
              <a:defRPr sz="952"/>
            </a:lvl4pPr>
            <a:lvl5pPr marL="1935053" indent="0">
              <a:buNone/>
              <a:defRPr sz="952"/>
            </a:lvl5pPr>
            <a:lvl6pPr marL="2418817" indent="0">
              <a:buNone/>
              <a:defRPr sz="952"/>
            </a:lvl6pPr>
            <a:lvl7pPr marL="2902580" indent="0">
              <a:buNone/>
              <a:defRPr sz="952"/>
            </a:lvl7pPr>
            <a:lvl8pPr marL="3386343" indent="0">
              <a:buNone/>
              <a:defRPr sz="952"/>
            </a:lvl8pPr>
            <a:lvl9pPr marL="3870107" indent="0">
              <a:buNone/>
              <a:defRPr sz="952"/>
            </a:lvl9pPr>
          </a:lstStyle>
          <a:p>
            <a:pPr lvl="0"/>
            <a:r>
              <a:rPr lang="en-US"/>
              <a:t>Click to edit Master text styles</a:t>
            </a:r>
          </a:p>
        </p:txBody>
      </p:sp>
      <p:sp>
        <p:nvSpPr>
          <p:cNvPr id="5" name="Slide Number Placeholder 5"/>
          <p:cNvSpPr>
            <a:spLocks noGrp="1"/>
          </p:cNvSpPr>
          <p:nvPr>
            <p:ph type="sldNum" sz="quarter" idx="10"/>
          </p:nvPr>
        </p:nvSpPr>
        <p:spPr/>
        <p:txBody>
          <a:bodyPr/>
          <a:lstStyle>
            <a:lvl1pPr>
              <a:defRPr/>
            </a:lvl1pPr>
          </a:lstStyle>
          <a:p>
            <a:fld id="{00C28ACC-C32E-4A55-A305-3B656F761729}" type="slidenum">
              <a:rPr lang="en-US" altLang="en-US">
                <a:solidFill>
                  <a:prstClr val="white"/>
                </a:solidFill>
              </a:rPr>
              <a:pPr/>
              <a:t>‹#›</a:t>
            </a:fld>
            <a:endParaRPr lang="en-US" altLang="en-US">
              <a:solidFill>
                <a:prstClr val="white"/>
              </a:solidFill>
            </a:endParaRPr>
          </a:p>
        </p:txBody>
      </p:sp>
    </p:spTree>
    <p:extLst>
      <p:ext uri="{BB962C8B-B14F-4D97-AF65-F5344CB8AC3E}">
        <p14:creationId xmlns:p14="http://schemas.microsoft.com/office/powerpoint/2010/main" val="28565705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4" name="Rectangle 9"/>
          <p:cNvSpPr/>
          <p:nvPr/>
        </p:nvSpPr>
        <p:spPr>
          <a:xfrm>
            <a:off x="0" y="189848"/>
            <a:ext cx="227782" cy="381373"/>
          </a:xfrm>
          <a:prstGeom prst="rect">
            <a:avLst/>
          </a:prstGeom>
          <a:solidFill>
            <a:srgbClr val="3264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sz="1905">
              <a:solidFill>
                <a:prstClr val="white"/>
              </a:solidFill>
            </a:endParaRPr>
          </a:p>
        </p:txBody>
      </p:sp>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p:cNvSpPr>
            <a:spLocks noGrp="1"/>
          </p:cNvSpPr>
          <p:nvPr>
            <p:ph type="sldNum" sz="quarter" idx="10"/>
          </p:nvPr>
        </p:nvSpPr>
        <p:spPr/>
        <p:txBody>
          <a:bodyPr/>
          <a:lstStyle>
            <a:lvl1pPr>
              <a:defRPr/>
            </a:lvl1pPr>
          </a:lstStyle>
          <a:p>
            <a:fld id="{DD09623A-054A-4D29-919E-F3A944C4671D}" type="slidenum">
              <a:rPr lang="en-US" altLang="en-US">
                <a:solidFill>
                  <a:prstClr val="white"/>
                </a:solidFill>
              </a:rPr>
              <a:pPr/>
              <a:t>‹#›</a:t>
            </a:fld>
            <a:endParaRPr lang="en-US" altLang="en-US">
              <a:solidFill>
                <a:prstClr val="white"/>
              </a:solidFill>
            </a:endParaRPr>
          </a:p>
        </p:txBody>
      </p:sp>
    </p:spTree>
    <p:extLst>
      <p:ext uri="{BB962C8B-B14F-4D97-AF65-F5344CB8AC3E}">
        <p14:creationId xmlns:p14="http://schemas.microsoft.com/office/powerpoint/2010/main" val="26653126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607040" y="274640"/>
            <a:ext cx="329184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31520" y="274640"/>
            <a:ext cx="9631680" cy="5851525"/>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p:cNvSpPr>
            <a:spLocks noGrp="1"/>
          </p:cNvSpPr>
          <p:nvPr>
            <p:ph type="sldNum" sz="quarter" idx="10"/>
          </p:nvPr>
        </p:nvSpPr>
        <p:spPr/>
        <p:txBody>
          <a:bodyPr/>
          <a:lstStyle>
            <a:lvl1pPr>
              <a:defRPr/>
            </a:lvl1pPr>
          </a:lstStyle>
          <a:p>
            <a:fld id="{BFDC2ABE-B906-4261-91DC-BBB2A6C631EA}" type="slidenum">
              <a:rPr lang="en-US" altLang="en-US">
                <a:solidFill>
                  <a:prstClr val="white"/>
                </a:solidFill>
              </a:rPr>
              <a:pPr/>
              <a:t>‹#›</a:t>
            </a:fld>
            <a:endParaRPr lang="en-US" altLang="en-US">
              <a:solidFill>
                <a:prstClr val="white"/>
              </a:solidFill>
            </a:endParaRPr>
          </a:p>
        </p:txBody>
      </p:sp>
    </p:spTree>
    <p:extLst>
      <p:ext uri="{BB962C8B-B14F-4D97-AF65-F5344CB8AC3E}">
        <p14:creationId xmlns:p14="http://schemas.microsoft.com/office/powerpoint/2010/main" val="1734472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w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wmf"/><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p:cNvSpPr/>
          <p:nvPr/>
        </p:nvSpPr>
        <p:spPr>
          <a:xfrm>
            <a:off x="1" y="6476628"/>
            <a:ext cx="14628385" cy="381373"/>
          </a:xfrm>
          <a:prstGeom prst="rect">
            <a:avLst/>
          </a:prstGeom>
          <a:solidFill>
            <a:srgbClr val="3264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sz="1905">
              <a:solidFill>
                <a:prstClr val="white"/>
              </a:solidFill>
            </a:endParaRPr>
          </a:p>
        </p:txBody>
      </p:sp>
      <p:sp>
        <p:nvSpPr>
          <p:cNvPr id="1027" name="Title Placeholder 1"/>
          <p:cNvSpPr>
            <a:spLocks noGrp="1"/>
          </p:cNvSpPr>
          <p:nvPr>
            <p:ph type="title"/>
          </p:nvPr>
        </p:nvSpPr>
        <p:spPr bwMode="auto">
          <a:xfrm>
            <a:off x="457578" y="189848"/>
            <a:ext cx="13713228" cy="381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Text Placeholder 2"/>
          <p:cNvSpPr>
            <a:spLocks noGrp="1"/>
          </p:cNvSpPr>
          <p:nvPr>
            <p:ph type="body" idx="1"/>
          </p:nvPr>
        </p:nvSpPr>
        <p:spPr bwMode="auto">
          <a:xfrm>
            <a:off x="457578" y="952594"/>
            <a:ext cx="13713228" cy="4762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9" name="Picture 7" descr="D:\users\mazza\[TecGraf]\[Logos]\Branco\Tecgraf.wmf"/>
          <p:cNvPicPr>
            <a:picLocks noChangeAspect="1" noChangeArrowheads="1"/>
          </p:cNvPicPr>
          <p:nvPr/>
        </p:nvPicPr>
        <p:blipFill>
          <a:blip r:embed="rId13" cstate="hqprint">
            <a:extLst>
              <a:ext uri="{28A0092B-C50C-407E-A947-70E740481C1C}">
                <a14:useLocalDpi xmlns:a14="http://schemas.microsoft.com/office/drawing/2010/main" val="0"/>
              </a:ext>
            </a:extLst>
          </a:blip>
          <a:srcRect/>
          <a:stretch>
            <a:fillRect/>
          </a:stretch>
        </p:blipFill>
        <p:spPr bwMode="auto">
          <a:xfrm>
            <a:off x="570462" y="6515269"/>
            <a:ext cx="1235662" cy="304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0" name="Picture 9"/>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2056078" y="6533750"/>
            <a:ext cx="320507" cy="267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p:cNvSpPr>
            <a:spLocks noGrp="1"/>
          </p:cNvSpPr>
          <p:nvPr>
            <p:ph type="sldNum" sz="quarter" idx="4"/>
          </p:nvPr>
        </p:nvSpPr>
        <p:spPr>
          <a:xfrm>
            <a:off x="6857623" y="6552230"/>
            <a:ext cx="913141" cy="230169"/>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058" b="1">
                <a:solidFill>
                  <a:schemeClr val="bg1"/>
                </a:solidFill>
                <a:cs typeface="Arial" charset="0"/>
              </a:defRPr>
            </a:lvl1pPr>
          </a:lstStyle>
          <a:p>
            <a:pPr fontAlgn="base">
              <a:spcBef>
                <a:spcPct val="0"/>
              </a:spcBef>
              <a:spcAft>
                <a:spcPct val="0"/>
              </a:spcAft>
            </a:pPr>
            <a:fld id="{297E1551-03D4-4449-9F26-E6956943139B}" type="slidenum">
              <a:rPr lang="en-US" altLang="en-US">
                <a:solidFill>
                  <a:prstClr val="white"/>
                </a:solidFill>
                <a:ea typeface="ＭＳ Ｐゴシック" pitchFamily="34" charset="-128"/>
              </a:rPr>
              <a:pPr fontAlgn="base">
                <a:spcBef>
                  <a:spcPct val="0"/>
                </a:spcBef>
                <a:spcAft>
                  <a:spcPct val="0"/>
                </a:spcAft>
              </a:pPr>
              <a:t>‹#›</a:t>
            </a:fld>
            <a:endParaRPr lang="en-US" altLang="en-US">
              <a:solidFill>
                <a:prstClr val="white"/>
              </a:solidFill>
              <a:ea typeface="ＭＳ Ｐゴシック" pitchFamily="34" charset="-128"/>
            </a:endParaRPr>
          </a:p>
        </p:txBody>
      </p:sp>
      <p:sp>
        <p:nvSpPr>
          <p:cNvPr id="9" name="Rectangle 8"/>
          <p:cNvSpPr/>
          <p:nvPr userDrawn="1"/>
        </p:nvSpPr>
        <p:spPr>
          <a:xfrm>
            <a:off x="0" y="6476628"/>
            <a:ext cx="227782" cy="38137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sz="1905">
              <a:solidFill>
                <a:prstClr val="white"/>
              </a:solidFill>
            </a:endParaRPr>
          </a:p>
        </p:txBody>
      </p:sp>
    </p:spTree>
    <p:extLst>
      <p:ext uri="{BB962C8B-B14F-4D97-AF65-F5344CB8AC3E}">
        <p14:creationId xmlns:p14="http://schemas.microsoft.com/office/powerpoint/2010/main" val="37968796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0" fontAlgn="base" hangingPunct="0">
        <a:spcBef>
          <a:spcPct val="0"/>
        </a:spcBef>
        <a:spcAft>
          <a:spcPct val="0"/>
        </a:spcAft>
        <a:defRPr sz="3386" b="1" kern="1200">
          <a:solidFill>
            <a:srgbClr val="326496"/>
          </a:solidFill>
          <a:latin typeface="+mj-lt"/>
          <a:ea typeface="ＭＳ Ｐゴシック" charset="0"/>
          <a:cs typeface="ＭＳ Ｐゴシック" charset="0"/>
        </a:defRPr>
      </a:lvl1pPr>
      <a:lvl2pPr algn="l" rtl="0" eaLnBrk="0" fontAlgn="base" hangingPunct="0">
        <a:spcBef>
          <a:spcPct val="0"/>
        </a:spcBef>
        <a:spcAft>
          <a:spcPct val="0"/>
        </a:spcAft>
        <a:defRPr sz="3386" b="1">
          <a:solidFill>
            <a:srgbClr val="326496"/>
          </a:solidFill>
          <a:latin typeface="Arial" charset="0"/>
          <a:ea typeface="ＭＳ Ｐゴシック" charset="0"/>
          <a:cs typeface="ＭＳ Ｐゴシック" charset="0"/>
        </a:defRPr>
      </a:lvl2pPr>
      <a:lvl3pPr algn="l" rtl="0" eaLnBrk="0" fontAlgn="base" hangingPunct="0">
        <a:spcBef>
          <a:spcPct val="0"/>
        </a:spcBef>
        <a:spcAft>
          <a:spcPct val="0"/>
        </a:spcAft>
        <a:defRPr sz="3386" b="1">
          <a:solidFill>
            <a:srgbClr val="326496"/>
          </a:solidFill>
          <a:latin typeface="Arial" charset="0"/>
          <a:ea typeface="ＭＳ Ｐゴシック" charset="0"/>
          <a:cs typeface="ＭＳ Ｐゴシック" charset="0"/>
        </a:defRPr>
      </a:lvl3pPr>
      <a:lvl4pPr algn="l" rtl="0" eaLnBrk="0" fontAlgn="base" hangingPunct="0">
        <a:spcBef>
          <a:spcPct val="0"/>
        </a:spcBef>
        <a:spcAft>
          <a:spcPct val="0"/>
        </a:spcAft>
        <a:defRPr sz="3386" b="1">
          <a:solidFill>
            <a:srgbClr val="326496"/>
          </a:solidFill>
          <a:latin typeface="Arial" charset="0"/>
          <a:ea typeface="ＭＳ Ｐゴシック" charset="0"/>
          <a:cs typeface="ＭＳ Ｐゴシック" charset="0"/>
        </a:defRPr>
      </a:lvl4pPr>
      <a:lvl5pPr algn="l" rtl="0" eaLnBrk="0" fontAlgn="base" hangingPunct="0">
        <a:spcBef>
          <a:spcPct val="0"/>
        </a:spcBef>
        <a:spcAft>
          <a:spcPct val="0"/>
        </a:spcAft>
        <a:defRPr sz="3386" b="1">
          <a:solidFill>
            <a:srgbClr val="326496"/>
          </a:solidFill>
          <a:latin typeface="Arial" charset="0"/>
          <a:ea typeface="ＭＳ Ｐゴシック" charset="0"/>
          <a:cs typeface="ＭＳ Ｐゴシック" charset="0"/>
        </a:defRPr>
      </a:lvl5pPr>
      <a:lvl6pPr marL="483763" algn="l" rtl="0" eaLnBrk="1" fontAlgn="base" hangingPunct="1">
        <a:spcBef>
          <a:spcPct val="0"/>
        </a:spcBef>
        <a:spcAft>
          <a:spcPct val="0"/>
        </a:spcAft>
        <a:defRPr sz="3386" b="1">
          <a:solidFill>
            <a:srgbClr val="254061"/>
          </a:solidFill>
          <a:latin typeface="Arial" charset="0"/>
        </a:defRPr>
      </a:lvl6pPr>
      <a:lvl7pPr marL="967527" algn="l" rtl="0" eaLnBrk="1" fontAlgn="base" hangingPunct="1">
        <a:spcBef>
          <a:spcPct val="0"/>
        </a:spcBef>
        <a:spcAft>
          <a:spcPct val="0"/>
        </a:spcAft>
        <a:defRPr sz="3386" b="1">
          <a:solidFill>
            <a:srgbClr val="254061"/>
          </a:solidFill>
          <a:latin typeface="Arial" charset="0"/>
        </a:defRPr>
      </a:lvl7pPr>
      <a:lvl8pPr marL="1451290" algn="l" rtl="0" eaLnBrk="1" fontAlgn="base" hangingPunct="1">
        <a:spcBef>
          <a:spcPct val="0"/>
        </a:spcBef>
        <a:spcAft>
          <a:spcPct val="0"/>
        </a:spcAft>
        <a:defRPr sz="3386" b="1">
          <a:solidFill>
            <a:srgbClr val="254061"/>
          </a:solidFill>
          <a:latin typeface="Arial" charset="0"/>
        </a:defRPr>
      </a:lvl8pPr>
      <a:lvl9pPr marL="1935053" algn="l" rtl="0" eaLnBrk="1" fontAlgn="base" hangingPunct="1">
        <a:spcBef>
          <a:spcPct val="0"/>
        </a:spcBef>
        <a:spcAft>
          <a:spcPct val="0"/>
        </a:spcAft>
        <a:defRPr sz="3386" b="1">
          <a:solidFill>
            <a:srgbClr val="254061"/>
          </a:solidFill>
          <a:latin typeface="Arial" charset="0"/>
        </a:defRPr>
      </a:lvl9pPr>
    </p:titleStyle>
    <p:bodyStyle>
      <a:lvl1pPr marL="362822" indent="-362822" algn="l" rtl="0" eaLnBrk="0" fontAlgn="base" hangingPunct="0">
        <a:spcBef>
          <a:spcPct val="20000"/>
        </a:spcBef>
        <a:spcAft>
          <a:spcPct val="0"/>
        </a:spcAft>
        <a:buFont typeface="Arial" charset="0"/>
        <a:buChar char="•"/>
        <a:defRPr sz="2539" kern="1200">
          <a:solidFill>
            <a:srgbClr val="7F7F7F"/>
          </a:solidFill>
          <a:latin typeface="+mn-lt"/>
          <a:ea typeface="ＭＳ Ｐゴシック" charset="0"/>
          <a:cs typeface="ＭＳ Ｐゴシック" charset="0"/>
        </a:defRPr>
      </a:lvl1pPr>
      <a:lvl2pPr marL="786115" indent="-302352" algn="l" rtl="0" eaLnBrk="0" fontAlgn="base" hangingPunct="0">
        <a:spcBef>
          <a:spcPct val="20000"/>
        </a:spcBef>
        <a:spcAft>
          <a:spcPct val="0"/>
        </a:spcAft>
        <a:buFont typeface="Arial" charset="0"/>
        <a:buChar char="–"/>
        <a:defRPr sz="2116" kern="1200">
          <a:solidFill>
            <a:srgbClr val="7F7F7F"/>
          </a:solidFill>
          <a:latin typeface="+mn-lt"/>
          <a:ea typeface="ＭＳ Ｐゴシック" charset="0"/>
          <a:cs typeface="+mn-cs"/>
        </a:defRPr>
      </a:lvl2pPr>
      <a:lvl3pPr marL="1209408" indent="-241882" algn="l" rtl="0" eaLnBrk="0" fontAlgn="base" hangingPunct="0">
        <a:spcBef>
          <a:spcPct val="20000"/>
        </a:spcBef>
        <a:spcAft>
          <a:spcPct val="0"/>
        </a:spcAft>
        <a:buFont typeface="Arial" charset="0"/>
        <a:buChar char="•"/>
        <a:defRPr kern="1200">
          <a:solidFill>
            <a:srgbClr val="7F7F7F"/>
          </a:solidFill>
          <a:latin typeface="+mn-lt"/>
          <a:ea typeface="ＭＳ Ｐゴシック" charset="0"/>
          <a:cs typeface="+mn-cs"/>
        </a:defRPr>
      </a:lvl3pPr>
      <a:lvl4pPr marL="1693172" indent="-241882" algn="l" rtl="0" eaLnBrk="0" fontAlgn="base" hangingPunct="0">
        <a:spcBef>
          <a:spcPct val="20000"/>
        </a:spcBef>
        <a:spcAft>
          <a:spcPct val="0"/>
        </a:spcAft>
        <a:buFont typeface="Arial" charset="0"/>
        <a:buChar char="–"/>
        <a:defRPr sz="1693" kern="1200">
          <a:solidFill>
            <a:srgbClr val="7F7F7F"/>
          </a:solidFill>
          <a:latin typeface="+mn-lt"/>
          <a:ea typeface="ＭＳ Ｐゴシック" charset="0"/>
          <a:cs typeface="+mn-cs"/>
        </a:defRPr>
      </a:lvl4pPr>
      <a:lvl5pPr marL="2176935" indent="-241882" algn="l" rtl="0" eaLnBrk="0" fontAlgn="base" hangingPunct="0">
        <a:spcBef>
          <a:spcPct val="20000"/>
        </a:spcBef>
        <a:spcAft>
          <a:spcPct val="0"/>
        </a:spcAft>
        <a:buFont typeface="Arial" charset="0"/>
        <a:buChar char="»"/>
        <a:defRPr sz="1693" kern="1200">
          <a:solidFill>
            <a:srgbClr val="7F7F7F"/>
          </a:solidFill>
          <a:latin typeface="+mn-lt"/>
          <a:ea typeface="ＭＳ Ｐゴシック" charset="0"/>
          <a:cs typeface="+mn-cs"/>
        </a:defRPr>
      </a:lvl5pPr>
      <a:lvl6pPr marL="2660698" indent="-241882" algn="l" defTabSz="967527" rtl="0" eaLnBrk="1" latinLnBrk="0" hangingPunct="1">
        <a:spcBef>
          <a:spcPct val="20000"/>
        </a:spcBef>
        <a:buFont typeface="Arial" pitchFamily="34" charset="0"/>
        <a:buChar char="•"/>
        <a:defRPr sz="2116" kern="1200">
          <a:solidFill>
            <a:schemeClr val="tx1"/>
          </a:solidFill>
          <a:latin typeface="+mn-lt"/>
          <a:ea typeface="+mn-ea"/>
          <a:cs typeface="+mn-cs"/>
        </a:defRPr>
      </a:lvl6pPr>
      <a:lvl7pPr marL="3144462" indent="-241882" algn="l" defTabSz="967527" rtl="0" eaLnBrk="1" latinLnBrk="0" hangingPunct="1">
        <a:spcBef>
          <a:spcPct val="20000"/>
        </a:spcBef>
        <a:buFont typeface="Arial" pitchFamily="34" charset="0"/>
        <a:buChar char="•"/>
        <a:defRPr sz="2116" kern="1200">
          <a:solidFill>
            <a:schemeClr val="tx1"/>
          </a:solidFill>
          <a:latin typeface="+mn-lt"/>
          <a:ea typeface="+mn-ea"/>
          <a:cs typeface="+mn-cs"/>
        </a:defRPr>
      </a:lvl7pPr>
      <a:lvl8pPr marL="3628225" indent="-241882" algn="l" defTabSz="967527" rtl="0" eaLnBrk="1" latinLnBrk="0" hangingPunct="1">
        <a:spcBef>
          <a:spcPct val="20000"/>
        </a:spcBef>
        <a:buFont typeface="Arial" pitchFamily="34" charset="0"/>
        <a:buChar char="•"/>
        <a:defRPr sz="2116" kern="1200">
          <a:solidFill>
            <a:schemeClr val="tx1"/>
          </a:solidFill>
          <a:latin typeface="+mn-lt"/>
          <a:ea typeface="+mn-ea"/>
          <a:cs typeface="+mn-cs"/>
        </a:defRPr>
      </a:lvl8pPr>
      <a:lvl9pPr marL="4111988" indent="-241882" algn="l" defTabSz="967527" rtl="0" eaLnBrk="1" latinLnBrk="0" hangingPunct="1">
        <a:spcBef>
          <a:spcPct val="20000"/>
        </a:spcBef>
        <a:buFont typeface="Arial" pitchFamily="34" charset="0"/>
        <a:buChar char="•"/>
        <a:defRPr sz="2116" kern="1200">
          <a:solidFill>
            <a:schemeClr val="tx1"/>
          </a:solidFill>
          <a:latin typeface="+mn-lt"/>
          <a:ea typeface="+mn-ea"/>
          <a:cs typeface="+mn-cs"/>
        </a:defRPr>
      </a:lvl9pPr>
    </p:bodyStyle>
    <p:otherStyle>
      <a:defPPr>
        <a:defRPr lang="en-US"/>
      </a:defPPr>
      <a:lvl1pPr marL="0" algn="l" defTabSz="967527" rtl="0" eaLnBrk="1" latinLnBrk="0" hangingPunct="1">
        <a:defRPr sz="1905" kern="1200">
          <a:solidFill>
            <a:schemeClr val="tx1"/>
          </a:solidFill>
          <a:latin typeface="+mn-lt"/>
          <a:ea typeface="+mn-ea"/>
          <a:cs typeface="+mn-cs"/>
        </a:defRPr>
      </a:lvl1pPr>
      <a:lvl2pPr marL="483763" algn="l" defTabSz="967527" rtl="0" eaLnBrk="1" latinLnBrk="0" hangingPunct="1">
        <a:defRPr sz="1905" kern="1200">
          <a:solidFill>
            <a:schemeClr val="tx1"/>
          </a:solidFill>
          <a:latin typeface="+mn-lt"/>
          <a:ea typeface="+mn-ea"/>
          <a:cs typeface="+mn-cs"/>
        </a:defRPr>
      </a:lvl2pPr>
      <a:lvl3pPr marL="967527" algn="l" defTabSz="967527" rtl="0" eaLnBrk="1" latinLnBrk="0" hangingPunct="1">
        <a:defRPr sz="1905" kern="1200">
          <a:solidFill>
            <a:schemeClr val="tx1"/>
          </a:solidFill>
          <a:latin typeface="+mn-lt"/>
          <a:ea typeface="+mn-ea"/>
          <a:cs typeface="+mn-cs"/>
        </a:defRPr>
      </a:lvl3pPr>
      <a:lvl4pPr marL="1451290" algn="l" defTabSz="967527" rtl="0" eaLnBrk="1" latinLnBrk="0" hangingPunct="1">
        <a:defRPr sz="1905" kern="1200">
          <a:solidFill>
            <a:schemeClr val="tx1"/>
          </a:solidFill>
          <a:latin typeface="+mn-lt"/>
          <a:ea typeface="+mn-ea"/>
          <a:cs typeface="+mn-cs"/>
        </a:defRPr>
      </a:lvl4pPr>
      <a:lvl5pPr marL="1935053" algn="l" defTabSz="967527" rtl="0" eaLnBrk="1" latinLnBrk="0" hangingPunct="1">
        <a:defRPr sz="1905" kern="1200">
          <a:solidFill>
            <a:schemeClr val="tx1"/>
          </a:solidFill>
          <a:latin typeface="+mn-lt"/>
          <a:ea typeface="+mn-ea"/>
          <a:cs typeface="+mn-cs"/>
        </a:defRPr>
      </a:lvl5pPr>
      <a:lvl6pPr marL="2418817" algn="l" defTabSz="967527" rtl="0" eaLnBrk="1" latinLnBrk="0" hangingPunct="1">
        <a:defRPr sz="1905" kern="1200">
          <a:solidFill>
            <a:schemeClr val="tx1"/>
          </a:solidFill>
          <a:latin typeface="+mn-lt"/>
          <a:ea typeface="+mn-ea"/>
          <a:cs typeface="+mn-cs"/>
        </a:defRPr>
      </a:lvl6pPr>
      <a:lvl7pPr marL="2902580" algn="l" defTabSz="967527" rtl="0" eaLnBrk="1" latinLnBrk="0" hangingPunct="1">
        <a:defRPr sz="1905" kern="1200">
          <a:solidFill>
            <a:schemeClr val="tx1"/>
          </a:solidFill>
          <a:latin typeface="+mn-lt"/>
          <a:ea typeface="+mn-ea"/>
          <a:cs typeface="+mn-cs"/>
        </a:defRPr>
      </a:lvl7pPr>
      <a:lvl8pPr marL="3386343" algn="l" defTabSz="967527" rtl="0" eaLnBrk="1" latinLnBrk="0" hangingPunct="1">
        <a:defRPr sz="1905" kern="1200">
          <a:solidFill>
            <a:schemeClr val="tx1"/>
          </a:solidFill>
          <a:latin typeface="+mn-lt"/>
          <a:ea typeface="+mn-ea"/>
          <a:cs typeface="+mn-cs"/>
        </a:defRPr>
      </a:lvl8pPr>
      <a:lvl9pPr marL="3870107" algn="l" defTabSz="967527" rtl="0" eaLnBrk="1" latinLnBrk="0" hangingPunct="1">
        <a:defRPr sz="190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p:cNvSpPr/>
          <p:nvPr/>
        </p:nvSpPr>
        <p:spPr>
          <a:xfrm>
            <a:off x="1" y="6476628"/>
            <a:ext cx="14628385" cy="381373"/>
          </a:xfrm>
          <a:prstGeom prst="rect">
            <a:avLst/>
          </a:prstGeom>
          <a:solidFill>
            <a:srgbClr val="3264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sz="1905">
              <a:solidFill>
                <a:prstClr val="white"/>
              </a:solidFill>
            </a:endParaRPr>
          </a:p>
        </p:txBody>
      </p:sp>
      <p:sp>
        <p:nvSpPr>
          <p:cNvPr id="1027" name="Title Placeholder 1"/>
          <p:cNvSpPr>
            <a:spLocks noGrp="1"/>
          </p:cNvSpPr>
          <p:nvPr>
            <p:ph type="title"/>
          </p:nvPr>
        </p:nvSpPr>
        <p:spPr bwMode="auto">
          <a:xfrm>
            <a:off x="457578" y="189848"/>
            <a:ext cx="13713228" cy="381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Text Placeholder 2"/>
          <p:cNvSpPr>
            <a:spLocks noGrp="1"/>
          </p:cNvSpPr>
          <p:nvPr>
            <p:ph type="body" idx="1"/>
          </p:nvPr>
        </p:nvSpPr>
        <p:spPr bwMode="auto">
          <a:xfrm>
            <a:off x="457578" y="952594"/>
            <a:ext cx="13713228" cy="4762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9" name="Picture 7" descr="D:\users\mazza\[TecGraf]\[Logos]\Branco\Tecgraf.wmf"/>
          <p:cNvPicPr>
            <a:picLocks noChangeAspect="1" noChangeArrowheads="1"/>
          </p:cNvPicPr>
          <p:nvPr/>
        </p:nvPicPr>
        <p:blipFill>
          <a:blip r:embed="rId13" cstate="hqprint">
            <a:extLst>
              <a:ext uri="{28A0092B-C50C-407E-A947-70E740481C1C}">
                <a14:useLocalDpi xmlns:a14="http://schemas.microsoft.com/office/drawing/2010/main" val="0"/>
              </a:ext>
            </a:extLst>
          </a:blip>
          <a:srcRect/>
          <a:stretch>
            <a:fillRect/>
          </a:stretch>
        </p:blipFill>
        <p:spPr bwMode="auto">
          <a:xfrm>
            <a:off x="570462" y="6515269"/>
            <a:ext cx="1235662" cy="304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0" name="Picture 9"/>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2056078" y="6533750"/>
            <a:ext cx="320507" cy="267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p:cNvSpPr>
            <a:spLocks noGrp="1"/>
          </p:cNvSpPr>
          <p:nvPr>
            <p:ph type="sldNum" sz="quarter" idx="4"/>
          </p:nvPr>
        </p:nvSpPr>
        <p:spPr>
          <a:xfrm>
            <a:off x="6857623" y="6552230"/>
            <a:ext cx="913141" cy="230169"/>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058" b="1">
                <a:solidFill>
                  <a:schemeClr val="bg1"/>
                </a:solidFill>
                <a:cs typeface="Arial" charset="0"/>
              </a:defRPr>
            </a:lvl1pPr>
          </a:lstStyle>
          <a:p>
            <a:pPr fontAlgn="base">
              <a:spcBef>
                <a:spcPct val="0"/>
              </a:spcBef>
              <a:spcAft>
                <a:spcPct val="0"/>
              </a:spcAft>
            </a:pPr>
            <a:fld id="{297E1551-03D4-4449-9F26-E6956943139B}" type="slidenum">
              <a:rPr lang="en-US" altLang="en-US">
                <a:solidFill>
                  <a:prstClr val="white"/>
                </a:solidFill>
                <a:ea typeface="ＭＳ Ｐゴシック" pitchFamily="34" charset="-128"/>
              </a:rPr>
              <a:pPr fontAlgn="base">
                <a:spcBef>
                  <a:spcPct val="0"/>
                </a:spcBef>
                <a:spcAft>
                  <a:spcPct val="0"/>
                </a:spcAft>
              </a:pPr>
              <a:t>‹#›</a:t>
            </a:fld>
            <a:endParaRPr lang="en-US" altLang="en-US">
              <a:solidFill>
                <a:prstClr val="white"/>
              </a:solidFill>
              <a:ea typeface="ＭＳ Ｐゴシック" pitchFamily="34" charset="-128"/>
            </a:endParaRPr>
          </a:p>
        </p:txBody>
      </p:sp>
      <p:sp>
        <p:nvSpPr>
          <p:cNvPr id="9" name="Rectangle 8"/>
          <p:cNvSpPr/>
          <p:nvPr userDrawn="1"/>
        </p:nvSpPr>
        <p:spPr>
          <a:xfrm>
            <a:off x="0" y="6476628"/>
            <a:ext cx="227782" cy="38137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sz="1905">
              <a:solidFill>
                <a:prstClr val="white"/>
              </a:solidFill>
            </a:endParaRPr>
          </a:p>
        </p:txBody>
      </p:sp>
    </p:spTree>
    <p:extLst>
      <p:ext uri="{BB962C8B-B14F-4D97-AF65-F5344CB8AC3E}">
        <p14:creationId xmlns:p14="http://schemas.microsoft.com/office/powerpoint/2010/main" val="316552724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0" fontAlgn="base" hangingPunct="0">
        <a:spcBef>
          <a:spcPct val="0"/>
        </a:spcBef>
        <a:spcAft>
          <a:spcPct val="0"/>
        </a:spcAft>
        <a:defRPr sz="3386" b="1" kern="1200">
          <a:solidFill>
            <a:srgbClr val="326496"/>
          </a:solidFill>
          <a:latin typeface="+mj-lt"/>
          <a:ea typeface="ＭＳ Ｐゴシック" charset="0"/>
          <a:cs typeface="ＭＳ Ｐゴシック" charset="0"/>
        </a:defRPr>
      </a:lvl1pPr>
      <a:lvl2pPr algn="l" rtl="0" eaLnBrk="0" fontAlgn="base" hangingPunct="0">
        <a:spcBef>
          <a:spcPct val="0"/>
        </a:spcBef>
        <a:spcAft>
          <a:spcPct val="0"/>
        </a:spcAft>
        <a:defRPr sz="3386" b="1">
          <a:solidFill>
            <a:srgbClr val="326496"/>
          </a:solidFill>
          <a:latin typeface="Arial" charset="0"/>
          <a:ea typeface="ＭＳ Ｐゴシック" charset="0"/>
          <a:cs typeface="ＭＳ Ｐゴシック" charset="0"/>
        </a:defRPr>
      </a:lvl2pPr>
      <a:lvl3pPr algn="l" rtl="0" eaLnBrk="0" fontAlgn="base" hangingPunct="0">
        <a:spcBef>
          <a:spcPct val="0"/>
        </a:spcBef>
        <a:spcAft>
          <a:spcPct val="0"/>
        </a:spcAft>
        <a:defRPr sz="3386" b="1">
          <a:solidFill>
            <a:srgbClr val="326496"/>
          </a:solidFill>
          <a:latin typeface="Arial" charset="0"/>
          <a:ea typeface="ＭＳ Ｐゴシック" charset="0"/>
          <a:cs typeface="ＭＳ Ｐゴシック" charset="0"/>
        </a:defRPr>
      </a:lvl3pPr>
      <a:lvl4pPr algn="l" rtl="0" eaLnBrk="0" fontAlgn="base" hangingPunct="0">
        <a:spcBef>
          <a:spcPct val="0"/>
        </a:spcBef>
        <a:spcAft>
          <a:spcPct val="0"/>
        </a:spcAft>
        <a:defRPr sz="3386" b="1">
          <a:solidFill>
            <a:srgbClr val="326496"/>
          </a:solidFill>
          <a:latin typeface="Arial" charset="0"/>
          <a:ea typeface="ＭＳ Ｐゴシック" charset="0"/>
          <a:cs typeface="ＭＳ Ｐゴシック" charset="0"/>
        </a:defRPr>
      </a:lvl4pPr>
      <a:lvl5pPr algn="l" rtl="0" eaLnBrk="0" fontAlgn="base" hangingPunct="0">
        <a:spcBef>
          <a:spcPct val="0"/>
        </a:spcBef>
        <a:spcAft>
          <a:spcPct val="0"/>
        </a:spcAft>
        <a:defRPr sz="3386" b="1">
          <a:solidFill>
            <a:srgbClr val="326496"/>
          </a:solidFill>
          <a:latin typeface="Arial" charset="0"/>
          <a:ea typeface="ＭＳ Ｐゴシック" charset="0"/>
          <a:cs typeface="ＭＳ Ｐゴシック" charset="0"/>
        </a:defRPr>
      </a:lvl5pPr>
      <a:lvl6pPr marL="483763" algn="l" rtl="0" eaLnBrk="1" fontAlgn="base" hangingPunct="1">
        <a:spcBef>
          <a:spcPct val="0"/>
        </a:spcBef>
        <a:spcAft>
          <a:spcPct val="0"/>
        </a:spcAft>
        <a:defRPr sz="3386" b="1">
          <a:solidFill>
            <a:srgbClr val="254061"/>
          </a:solidFill>
          <a:latin typeface="Arial" charset="0"/>
        </a:defRPr>
      </a:lvl6pPr>
      <a:lvl7pPr marL="967527" algn="l" rtl="0" eaLnBrk="1" fontAlgn="base" hangingPunct="1">
        <a:spcBef>
          <a:spcPct val="0"/>
        </a:spcBef>
        <a:spcAft>
          <a:spcPct val="0"/>
        </a:spcAft>
        <a:defRPr sz="3386" b="1">
          <a:solidFill>
            <a:srgbClr val="254061"/>
          </a:solidFill>
          <a:latin typeface="Arial" charset="0"/>
        </a:defRPr>
      </a:lvl7pPr>
      <a:lvl8pPr marL="1451290" algn="l" rtl="0" eaLnBrk="1" fontAlgn="base" hangingPunct="1">
        <a:spcBef>
          <a:spcPct val="0"/>
        </a:spcBef>
        <a:spcAft>
          <a:spcPct val="0"/>
        </a:spcAft>
        <a:defRPr sz="3386" b="1">
          <a:solidFill>
            <a:srgbClr val="254061"/>
          </a:solidFill>
          <a:latin typeface="Arial" charset="0"/>
        </a:defRPr>
      </a:lvl8pPr>
      <a:lvl9pPr marL="1935053" algn="l" rtl="0" eaLnBrk="1" fontAlgn="base" hangingPunct="1">
        <a:spcBef>
          <a:spcPct val="0"/>
        </a:spcBef>
        <a:spcAft>
          <a:spcPct val="0"/>
        </a:spcAft>
        <a:defRPr sz="3386" b="1">
          <a:solidFill>
            <a:srgbClr val="254061"/>
          </a:solidFill>
          <a:latin typeface="Arial" charset="0"/>
        </a:defRPr>
      </a:lvl9pPr>
    </p:titleStyle>
    <p:bodyStyle>
      <a:lvl1pPr marL="362822" indent="-362822" algn="l" rtl="0" eaLnBrk="0" fontAlgn="base" hangingPunct="0">
        <a:spcBef>
          <a:spcPct val="20000"/>
        </a:spcBef>
        <a:spcAft>
          <a:spcPct val="0"/>
        </a:spcAft>
        <a:buFont typeface="Arial" charset="0"/>
        <a:buChar char="•"/>
        <a:defRPr sz="2539" kern="1200">
          <a:solidFill>
            <a:srgbClr val="7F7F7F"/>
          </a:solidFill>
          <a:latin typeface="+mn-lt"/>
          <a:ea typeface="ＭＳ Ｐゴシック" charset="0"/>
          <a:cs typeface="ＭＳ Ｐゴシック" charset="0"/>
        </a:defRPr>
      </a:lvl1pPr>
      <a:lvl2pPr marL="786115" indent="-302352" algn="l" rtl="0" eaLnBrk="0" fontAlgn="base" hangingPunct="0">
        <a:spcBef>
          <a:spcPct val="20000"/>
        </a:spcBef>
        <a:spcAft>
          <a:spcPct val="0"/>
        </a:spcAft>
        <a:buFont typeface="Arial" charset="0"/>
        <a:buChar char="–"/>
        <a:defRPr sz="2116" kern="1200">
          <a:solidFill>
            <a:srgbClr val="7F7F7F"/>
          </a:solidFill>
          <a:latin typeface="+mn-lt"/>
          <a:ea typeface="ＭＳ Ｐゴシック" charset="0"/>
          <a:cs typeface="+mn-cs"/>
        </a:defRPr>
      </a:lvl2pPr>
      <a:lvl3pPr marL="1209408" indent="-241882" algn="l" rtl="0" eaLnBrk="0" fontAlgn="base" hangingPunct="0">
        <a:spcBef>
          <a:spcPct val="20000"/>
        </a:spcBef>
        <a:spcAft>
          <a:spcPct val="0"/>
        </a:spcAft>
        <a:buFont typeface="Arial" charset="0"/>
        <a:buChar char="•"/>
        <a:defRPr kern="1200">
          <a:solidFill>
            <a:srgbClr val="7F7F7F"/>
          </a:solidFill>
          <a:latin typeface="+mn-lt"/>
          <a:ea typeface="ＭＳ Ｐゴシック" charset="0"/>
          <a:cs typeface="+mn-cs"/>
        </a:defRPr>
      </a:lvl3pPr>
      <a:lvl4pPr marL="1693172" indent="-241882" algn="l" rtl="0" eaLnBrk="0" fontAlgn="base" hangingPunct="0">
        <a:spcBef>
          <a:spcPct val="20000"/>
        </a:spcBef>
        <a:spcAft>
          <a:spcPct val="0"/>
        </a:spcAft>
        <a:buFont typeface="Arial" charset="0"/>
        <a:buChar char="–"/>
        <a:defRPr sz="1693" kern="1200">
          <a:solidFill>
            <a:srgbClr val="7F7F7F"/>
          </a:solidFill>
          <a:latin typeface="+mn-lt"/>
          <a:ea typeface="ＭＳ Ｐゴシック" charset="0"/>
          <a:cs typeface="+mn-cs"/>
        </a:defRPr>
      </a:lvl4pPr>
      <a:lvl5pPr marL="2176935" indent="-241882" algn="l" rtl="0" eaLnBrk="0" fontAlgn="base" hangingPunct="0">
        <a:spcBef>
          <a:spcPct val="20000"/>
        </a:spcBef>
        <a:spcAft>
          <a:spcPct val="0"/>
        </a:spcAft>
        <a:buFont typeface="Arial" charset="0"/>
        <a:buChar char="»"/>
        <a:defRPr sz="1693" kern="1200">
          <a:solidFill>
            <a:srgbClr val="7F7F7F"/>
          </a:solidFill>
          <a:latin typeface="+mn-lt"/>
          <a:ea typeface="ＭＳ Ｐゴシック" charset="0"/>
          <a:cs typeface="+mn-cs"/>
        </a:defRPr>
      </a:lvl5pPr>
      <a:lvl6pPr marL="2660698" indent="-241882" algn="l" defTabSz="967527" rtl="0" eaLnBrk="1" latinLnBrk="0" hangingPunct="1">
        <a:spcBef>
          <a:spcPct val="20000"/>
        </a:spcBef>
        <a:buFont typeface="Arial" pitchFamily="34" charset="0"/>
        <a:buChar char="•"/>
        <a:defRPr sz="2116" kern="1200">
          <a:solidFill>
            <a:schemeClr val="tx1"/>
          </a:solidFill>
          <a:latin typeface="+mn-lt"/>
          <a:ea typeface="+mn-ea"/>
          <a:cs typeface="+mn-cs"/>
        </a:defRPr>
      </a:lvl6pPr>
      <a:lvl7pPr marL="3144462" indent="-241882" algn="l" defTabSz="967527" rtl="0" eaLnBrk="1" latinLnBrk="0" hangingPunct="1">
        <a:spcBef>
          <a:spcPct val="20000"/>
        </a:spcBef>
        <a:buFont typeface="Arial" pitchFamily="34" charset="0"/>
        <a:buChar char="•"/>
        <a:defRPr sz="2116" kern="1200">
          <a:solidFill>
            <a:schemeClr val="tx1"/>
          </a:solidFill>
          <a:latin typeface="+mn-lt"/>
          <a:ea typeface="+mn-ea"/>
          <a:cs typeface="+mn-cs"/>
        </a:defRPr>
      </a:lvl7pPr>
      <a:lvl8pPr marL="3628225" indent="-241882" algn="l" defTabSz="967527" rtl="0" eaLnBrk="1" latinLnBrk="0" hangingPunct="1">
        <a:spcBef>
          <a:spcPct val="20000"/>
        </a:spcBef>
        <a:buFont typeface="Arial" pitchFamily="34" charset="0"/>
        <a:buChar char="•"/>
        <a:defRPr sz="2116" kern="1200">
          <a:solidFill>
            <a:schemeClr val="tx1"/>
          </a:solidFill>
          <a:latin typeface="+mn-lt"/>
          <a:ea typeface="+mn-ea"/>
          <a:cs typeface="+mn-cs"/>
        </a:defRPr>
      </a:lvl8pPr>
      <a:lvl9pPr marL="4111988" indent="-241882" algn="l" defTabSz="967527" rtl="0" eaLnBrk="1" latinLnBrk="0" hangingPunct="1">
        <a:spcBef>
          <a:spcPct val="20000"/>
        </a:spcBef>
        <a:buFont typeface="Arial" pitchFamily="34" charset="0"/>
        <a:buChar char="•"/>
        <a:defRPr sz="2116" kern="1200">
          <a:solidFill>
            <a:schemeClr val="tx1"/>
          </a:solidFill>
          <a:latin typeface="+mn-lt"/>
          <a:ea typeface="+mn-ea"/>
          <a:cs typeface="+mn-cs"/>
        </a:defRPr>
      </a:lvl9pPr>
    </p:bodyStyle>
    <p:otherStyle>
      <a:defPPr>
        <a:defRPr lang="en-US"/>
      </a:defPPr>
      <a:lvl1pPr marL="0" algn="l" defTabSz="967527" rtl="0" eaLnBrk="1" latinLnBrk="0" hangingPunct="1">
        <a:defRPr sz="1905" kern="1200">
          <a:solidFill>
            <a:schemeClr val="tx1"/>
          </a:solidFill>
          <a:latin typeface="+mn-lt"/>
          <a:ea typeface="+mn-ea"/>
          <a:cs typeface="+mn-cs"/>
        </a:defRPr>
      </a:lvl1pPr>
      <a:lvl2pPr marL="483763" algn="l" defTabSz="967527" rtl="0" eaLnBrk="1" latinLnBrk="0" hangingPunct="1">
        <a:defRPr sz="1905" kern="1200">
          <a:solidFill>
            <a:schemeClr val="tx1"/>
          </a:solidFill>
          <a:latin typeface="+mn-lt"/>
          <a:ea typeface="+mn-ea"/>
          <a:cs typeface="+mn-cs"/>
        </a:defRPr>
      </a:lvl2pPr>
      <a:lvl3pPr marL="967527" algn="l" defTabSz="967527" rtl="0" eaLnBrk="1" latinLnBrk="0" hangingPunct="1">
        <a:defRPr sz="1905" kern="1200">
          <a:solidFill>
            <a:schemeClr val="tx1"/>
          </a:solidFill>
          <a:latin typeface="+mn-lt"/>
          <a:ea typeface="+mn-ea"/>
          <a:cs typeface="+mn-cs"/>
        </a:defRPr>
      </a:lvl3pPr>
      <a:lvl4pPr marL="1451290" algn="l" defTabSz="967527" rtl="0" eaLnBrk="1" latinLnBrk="0" hangingPunct="1">
        <a:defRPr sz="1905" kern="1200">
          <a:solidFill>
            <a:schemeClr val="tx1"/>
          </a:solidFill>
          <a:latin typeface="+mn-lt"/>
          <a:ea typeface="+mn-ea"/>
          <a:cs typeface="+mn-cs"/>
        </a:defRPr>
      </a:lvl4pPr>
      <a:lvl5pPr marL="1935053" algn="l" defTabSz="967527" rtl="0" eaLnBrk="1" latinLnBrk="0" hangingPunct="1">
        <a:defRPr sz="1905" kern="1200">
          <a:solidFill>
            <a:schemeClr val="tx1"/>
          </a:solidFill>
          <a:latin typeface="+mn-lt"/>
          <a:ea typeface="+mn-ea"/>
          <a:cs typeface="+mn-cs"/>
        </a:defRPr>
      </a:lvl5pPr>
      <a:lvl6pPr marL="2418817" algn="l" defTabSz="967527" rtl="0" eaLnBrk="1" latinLnBrk="0" hangingPunct="1">
        <a:defRPr sz="1905" kern="1200">
          <a:solidFill>
            <a:schemeClr val="tx1"/>
          </a:solidFill>
          <a:latin typeface="+mn-lt"/>
          <a:ea typeface="+mn-ea"/>
          <a:cs typeface="+mn-cs"/>
        </a:defRPr>
      </a:lvl6pPr>
      <a:lvl7pPr marL="2902580" algn="l" defTabSz="967527" rtl="0" eaLnBrk="1" latinLnBrk="0" hangingPunct="1">
        <a:defRPr sz="1905" kern="1200">
          <a:solidFill>
            <a:schemeClr val="tx1"/>
          </a:solidFill>
          <a:latin typeface="+mn-lt"/>
          <a:ea typeface="+mn-ea"/>
          <a:cs typeface="+mn-cs"/>
        </a:defRPr>
      </a:lvl7pPr>
      <a:lvl8pPr marL="3386343" algn="l" defTabSz="967527" rtl="0" eaLnBrk="1" latinLnBrk="0" hangingPunct="1">
        <a:defRPr sz="1905" kern="1200">
          <a:solidFill>
            <a:schemeClr val="tx1"/>
          </a:solidFill>
          <a:latin typeface="+mn-lt"/>
          <a:ea typeface="+mn-ea"/>
          <a:cs typeface="+mn-cs"/>
        </a:defRPr>
      </a:lvl8pPr>
      <a:lvl9pPr marL="3870107" algn="l" defTabSz="967527" rtl="0" eaLnBrk="1" latinLnBrk="0" hangingPunct="1">
        <a:defRPr sz="19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ítulo 1"/>
          <p:cNvSpPr>
            <a:spLocks noGrp="1"/>
          </p:cNvSpPr>
          <p:nvPr>
            <p:ph type="ctrTitle"/>
          </p:nvPr>
        </p:nvSpPr>
        <p:spPr>
          <a:xfrm>
            <a:off x="1600516" y="2163676"/>
            <a:ext cx="11429370" cy="379635"/>
          </a:xfrm>
        </p:spPr>
        <p:txBody>
          <a:bodyPr/>
          <a:lstStyle/>
          <a:p>
            <a:r>
              <a:rPr lang="en-US" altLang="pt-BR" noProof="0">
                <a:ea typeface="ＭＳ Ｐゴシック" pitchFamily="34" charset="-128"/>
              </a:rPr>
              <a:t>Adaptive Interface </a:t>
            </a:r>
            <a:r>
              <a:rPr lang="en-US" altLang="pt-BR" noProof="0" dirty="0">
                <a:ea typeface="ＭＳ Ｐゴシック" pitchFamily="34" charset="-128"/>
              </a:rPr>
              <a:t>Elements Generation – 2D Case</a:t>
            </a:r>
          </a:p>
        </p:txBody>
      </p:sp>
      <p:sp>
        <p:nvSpPr>
          <p:cNvPr id="16387" name="Subtítulo 2"/>
          <p:cNvSpPr>
            <a:spLocks noGrp="1"/>
          </p:cNvSpPr>
          <p:nvPr>
            <p:ph type="subTitle" idx="1"/>
          </p:nvPr>
        </p:nvSpPr>
        <p:spPr>
          <a:xfrm>
            <a:off x="1600516" y="4000133"/>
            <a:ext cx="11429370" cy="1523580"/>
          </a:xfrm>
        </p:spPr>
        <p:txBody>
          <a:bodyPr/>
          <a:lstStyle/>
          <a:p>
            <a:r>
              <a:rPr lang="en-US" altLang="pt-BR" dirty="0">
                <a:solidFill>
                  <a:schemeClr val="bg1"/>
                </a:solidFill>
                <a:ea typeface="ＭＳ Ｐゴシック" pitchFamily="34" charset="-128"/>
              </a:rPr>
              <a:t>Last update: 25 – February - 2026</a:t>
            </a:r>
            <a:endParaRPr lang="en-US" altLang="pt-BR" noProof="0" dirty="0">
              <a:solidFill>
                <a:schemeClr val="bg1"/>
              </a:solidFill>
              <a:ea typeface="ＭＳ Ｐゴシック" pitchFamily="34" charset="-128"/>
            </a:endParaRPr>
          </a:p>
        </p:txBody>
      </p:sp>
    </p:spTree>
    <p:extLst>
      <p:ext uri="{BB962C8B-B14F-4D97-AF65-F5344CB8AC3E}">
        <p14:creationId xmlns:p14="http://schemas.microsoft.com/office/powerpoint/2010/main" val="36428956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E1863D-245D-4633-9F46-2B74DC75603A}"/>
              </a:ext>
            </a:extLst>
          </p:cNvPr>
          <p:cNvSpPr>
            <a:spLocks noGrp="1"/>
          </p:cNvSpPr>
          <p:nvPr>
            <p:ph idx="1"/>
          </p:nvPr>
        </p:nvSpPr>
        <p:spPr/>
        <p:txBody>
          <a:bodyPr/>
          <a:lstStyle/>
          <a:p>
            <a:r>
              <a:rPr lang="en-US" dirty="0"/>
              <a:t>Design the operators and algorithm to automatically insert interface elements based on the input of a set of edges (faces in 3D).</a:t>
            </a:r>
          </a:p>
          <a:p>
            <a:pPr marL="0" indent="0">
              <a:buNone/>
            </a:pPr>
            <a:endParaRPr lang="en-US" dirty="0"/>
          </a:p>
          <a:p>
            <a:r>
              <a:rPr lang="en-US" dirty="0"/>
              <a:t>Both, algorithm and operators, should be compatible to IBVHM, an index-based data structure.</a:t>
            </a:r>
          </a:p>
        </p:txBody>
      </p:sp>
      <p:sp>
        <p:nvSpPr>
          <p:cNvPr id="2" name="Título 1">
            <a:extLst>
              <a:ext uri="{FF2B5EF4-FFF2-40B4-BE49-F238E27FC236}">
                <a16:creationId xmlns:a16="http://schemas.microsoft.com/office/drawing/2014/main" id="{D5503A07-0117-4081-A30C-D1624E0122FE}"/>
              </a:ext>
            </a:extLst>
          </p:cNvPr>
          <p:cNvSpPr>
            <a:spLocks noGrp="1"/>
          </p:cNvSpPr>
          <p:nvPr>
            <p:ph type="title"/>
          </p:nvPr>
        </p:nvSpPr>
        <p:spPr/>
        <p:txBody>
          <a:bodyPr/>
          <a:lstStyle/>
          <a:p>
            <a:r>
              <a:rPr lang="en-US" dirty="0"/>
              <a:t>Objective</a:t>
            </a:r>
          </a:p>
        </p:txBody>
      </p:sp>
    </p:spTree>
    <p:extLst>
      <p:ext uri="{BB962C8B-B14F-4D97-AF65-F5344CB8AC3E}">
        <p14:creationId xmlns:p14="http://schemas.microsoft.com/office/powerpoint/2010/main" val="451940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E1863D-245D-4633-9F46-2B74DC75603A}"/>
              </a:ext>
            </a:extLst>
          </p:cNvPr>
          <p:cNvSpPr>
            <a:spLocks noGrp="1"/>
          </p:cNvSpPr>
          <p:nvPr>
            <p:ph idx="1"/>
          </p:nvPr>
        </p:nvSpPr>
        <p:spPr>
          <a:xfrm>
            <a:off x="457578" y="952593"/>
            <a:ext cx="13713228" cy="5591641"/>
          </a:xfrm>
        </p:spPr>
        <p:txBody>
          <a:bodyPr/>
          <a:lstStyle/>
          <a:p>
            <a:pPr marL="514350" indent="-514350">
              <a:buFont typeface="+mj-lt"/>
              <a:buAutoNum type="arabicPeriod"/>
            </a:pPr>
            <a:r>
              <a:rPr lang="en-US" sz="2400" dirty="0"/>
              <a:t>Design a simple and small set of operator capable to perform the interface elements’ insertion.</a:t>
            </a:r>
          </a:p>
          <a:p>
            <a:pPr marL="514350" indent="-514350">
              <a:buFont typeface="+mj-lt"/>
              <a:buAutoNum type="arabicPeriod"/>
            </a:pPr>
            <a:endParaRPr lang="en-US" sz="2400" dirty="0"/>
          </a:p>
          <a:p>
            <a:pPr marL="514350" indent="-514350">
              <a:buFont typeface="+mj-lt"/>
              <a:buAutoNum type="arabicPeriod"/>
            </a:pPr>
            <a:r>
              <a:rPr lang="en-US" sz="2400" dirty="0"/>
              <a:t>Solve the implementation in the operators level.</a:t>
            </a:r>
          </a:p>
          <a:p>
            <a:pPr marL="514350" indent="-514350">
              <a:buFont typeface="+mj-lt"/>
              <a:buAutoNum type="arabicPeriod"/>
            </a:pPr>
            <a:endParaRPr lang="en-US" sz="2400" dirty="0"/>
          </a:p>
          <a:p>
            <a:pPr marL="514350" indent="-514350">
              <a:buFont typeface="+mj-lt"/>
              <a:buAutoNum type="arabicPeriod"/>
            </a:pPr>
            <a:r>
              <a:rPr lang="en-US" sz="2400" dirty="0"/>
              <a:t>Design an algorithm that traversal the input edges and uses the operator to create the interface elements.</a:t>
            </a:r>
          </a:p>
          <a:p>
            <a:pPr marL="514350" indent="-514350">
              <a:buFont typeface="+mj-lt"/>
              <a:buAutoNum type="arabicPeriod"/>
            </a:pPr>
            <a:endParaRPr lang="en-US" sz="2400" dirty="0"/>
          </a:p>
          <a:p>
            <a:pPr marL="514350" indent="-514350">
              <a:buFont typeface="+mj-lt"/>
              <a:buAutoNum type="arabicPeriod"/>
            </a:pPr>
            <a:r>
              <a:rPr lang="en-US" sz="2400" dirty="0"/>
              <a:t>Exhaustively test and validate the implementation in 2D.</a:t>
            </a:r>
          </a:p>
          <a:p>
            <a:pPr marL="514350" indent="-514350">
              <a:buFont typeface="+mj-lt"/>
              <a:buAutoNum type="arabicPeriod"/>
            </a:pPr>
            <a:endParaRPr lang="en-US" sz="2400" dirty="0"/>
          </a:p>
          <a:p>
            <a:pPr marL="514350" indent="-514350">
              <a:buFont typeface="+mj-lt"/>
              <a:buAutoNum type="arabicPeriod"/>
            </a:pPr>
            <a:r>
              <a:rPr lang="en-US" sz="2400" dirty="0"/>
              <a:t>Transport the implementation and test it in GeMA.</a:t>
            </a:r>
          </a:p>
          <a:p>
            <a:pPr marL="514350" indent="-514350">
              <a:buFont typeface="+mj-lt"/>
              <a:buAutoNum type="arabicPeriod"/>
            </a:pPr>
            <a:endParaRPr lang="en-US" sz="2400" dirty="0"/>
          </a:p>
          <a:p>
            <a:pPr marL="514350" indent="-514350">
              <a:buFont typeface="+mj-lt"/>
              <a:buAutoNum type="arabicPeriod"/>
            </a:pPr>
            <a:r>
              <a:rPr lang="en-US" sz="2400" dirty="0"/>
              <a:t>Implement it for 3D elements.</a:t>
            </a:r>
          </a:p>
        </p:txBody>
      </p:sp>
      <p:sp>
        <p:nvSpPr>
          <p:cNvPr id="2" name="Título 1">
            <a:extLst>
              <a:ext uri="{FF2B5EF4-FFF2-40B4-BE49-F238E27FC236}">
                <a16:creationId xmlns:a16="http://schemas.microsoft.com/office/drawing/2014/main" id="{D5503A07-0117-4081-A30C-D1624E0122FE}"/>
              </a:ext>
            </a:extLst>
          </p:cNvPr>
          <p:cNvSpPr>
            <a:spLocks noGrp="1"/>
          </p:cNvSpPr>
          <p:nvPr>
            <p:ph type="title"/>
          </p:nvPr>
        </p:nvSpPr>
        <p:spPr/>
        <p:txBody>
          <a:bodyPr/>
          <a:lstStyle/>
          <a:p>
            <a:r>
              <a:rPr lang="en-US" dirty="0"/>
              <a:t>Approach</a:t>
            </a:r>
          </a:p>
        </p:txBody>
      </p:sp>
    </p:spTree>
    <p:extLst>
      <p:ext uri="{BB962C8B-B14F-4D97-AF65-F5344CB8AC3E}">
        <p14:creationId xmlns:p14="http://schemas.microsoft.com/office/powerpoint/2010/main" val="3858569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503A07-0117-4081-A30C-D1624E0122FE}"/>
              </a:ext>
            </a:extLst>
          </p:cNvPr>
          <p:cNvSpPr>
            <a:spLocks noGrp="1"/>
          </p:cNvSpPr>
          <p:nvPr>
            <p:ph type="title"/>
          </p:nvPr>
        </p:nvSpPr>
        <p:spPr/>
        <p:txBody>
          <a:bodyPr/>
          <a:lstStyle/>
          <a:p>
            <a:r>
              <a:rPr lang="en-US" dirty="0"/>
              <a:t>Operators: Canonical</a:t>
            </a:r>
          </a:p>
        </p:txBody>
      </p:sp>
      <p:sp>
        <p:nvSpPr>
          <p:cNvPr id="260" name="TextBox 259">
            <a:extLst>
              <a:ext uri="{FF2B5EF4-FFF2-40B4-BE49-F238E27FC236}">
                <a16:creationId xmlns:a16="http://schemas.microsoft.com/office/drawing/2014/main" id="{760C7B56-85E2-4BE4-AF5B-997B0B68214C}"/>
              </a:ext>
            </a:extLst>
          </p:cNvPr>
          <p:cNvSpPr txBox="1"/>
          <p:nvPr/>
        </p:nvSpPr>
        <p:spPr>
          <a:xfrm>
            <a:off x="385481" y="783364"/>
            <a:ext cx="2507319" cy="369332"/>
          </a:xfrm>
          <a:prstGeom prst="rect">
            <a:avLst/>
          </a:prstGeom>
          <a:noFill/>
          <a:ln>
            <a:solidFill>
              <a:schemeClr val="tx1"/>
            </a:solidFill>
          </a:ln>
        </p:spPr>
        <p:txBody>
          <a:bodyPr wrap="square">
            <a:spAutoFit/>
          </a:bodyPr>
          <a:lstStyle/>
          <a:p>
            <a:r>
              <a:rPr lang="en-US" dirty="0">
                <a:solidFill>
                  <a:srgbClr val="000000"/>
                </a:solidFill>
                <a:latin typeface="Consolas" panose="020B0609020204030204" pitchFamily="49" charset="0"/>
              </a:rPr>
              <a:t>canonical(he = </a:t>
            </a:r>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r>
              <a:rPr lang="en-US" dirty="0">
                <a:solidFill>
                  <a:srgbClr val="000000"/>
                </a:solidFill>
                <a:latin typeface="Consolas" panose="020B0609020204030204" pitchFamily="49" charset="0"/>
              </a:rPr>
              <a:t>)</a:t>
            </a:r>
          </a:p>
        </p:txBody>
      </p:sp>
      <p:grpSp>
        <p:nvGrpSpPr>
          <p:cNvPr id="261" name="Group 260">
            <a:extLst>
              <a:ext uri="{FF2B5EF4-FFF2-40B4-BE49-F238E27FC236}">
                <a16:creationId xmlns:a16="http://schemas.microsoft.com/office/drawing/2014/main" id="{A1C8ED6A-80A3-4482-848A-5DED9EFBB534}"/>
              </a:ext>
            </a:extLst>
          </p:cNvPr>
          <p:cNvGrpSpPr/>
          <p:nvPr/>
        </p:nvGrpSpPr>
        <p:grpSpPr>
          <a:xfrm>
            <a:off x="787352" y="1242331"/>
            <a:ext cx="1355017" cy="4284740"/>
            <a:chOff x="787352" y="1974707"/>
            <a:chExt cx="1355017" cy="4284740"/>
          </a:xfrm>
        </p:grpSpPr>
        <p:cxnSp>
          <p:nvCxnSpPr>
            <p:cNvPr id="262" name="Straight Connector 261">
              <a:extLst>
                <a:ext uri="{FF2B5EF4-FFF2-40B4-BE49-F238E27FC236}">
                  <a16:creationId xmlns:a16="http://schemas.microsoft.com/office/drawing/2014/main" id="{8BCB6335-9E7D-4F1D-A1FE-72A45ABDF467}"/>
                </a:ext>
              </a:extLst>
            </p:cNvPr>
            <p:cNvCxnSpPr>
              <a:cxnSpLocks/>
            </p:cNvCxnSpPr>
            <p:nvPr/>
          </p:nvCxnSpPr>
          <p:spPr>
            <a:xfrm>
              <a:off x="1464860" y="2652218"/>
              <a:ext cx="0" cy="29297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AB438F0A-6A7A-435A-BEE2-6BEFEBF8744E}"/>
                </a:ext>
              </a:extLst>
            </p:cNvPr>
            <p:cNvCxnSpPr>
              <a:cxnSpLocks/>
            </p:cNvCxnSpPr>
            <p:nvPr/>
          </p:nvCxnSpPr>
          <p:spPr>
            <a:xfrm rot="2700000">
              <a:off x="1184227" y="5465696"/>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264" name="Straight Connector 263">
              <a:extLst>
                <a:ext uri="{FF2B5EF4-FFF2-40B4-BE49-F238E27FC236}">
                  <a16:creationId xmlns:a16="http://schemas.microsoft.com/office/drawing/2014/main" id="{93A383EE-859F-464B-B079-3AB2B10829F2}"/>
                </a:ext>
              </a:extLst>
            </p:cNvPr>
            <p:cNvCxnSpPr>
              <a:cxnSpLocks/>
            </p:cNvCxnSpPr>
            <p:nvPr/>
          </p:nvCxnSpPr>
          <p:spPr>
            <a:xfrm rot="2700000">
              <a:off x="1745494" y="1974709"/>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265" name="Straight Connector 264">
              <a:extLst>
                <a:ext uri="{FF2B5EF4-FFF2-40B4-BE49-F238E27FC236}">
                  <a16:creationId xmlns:a16="http://schemas.microsoft.com/office/drawing/2014/main" id="{C35CE4D5-25FE-49A5-AE15-A2BEAAF9C390}"/>
                </a:ext>
              </a:extLst>
            </p:cNvPr>
            <p:cNvCxnSpPr>
              <a:cxnSpLocks/>
            </p:cNvCxnSpPr>
            <p:nvPr/>
          </p:nvCxnSpPr>
          <p:spPr>
            <a:xfrm rot="-2700000">
              <a:off x="1184226" y="1974707"/>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266" name="Straight Connector 265">
              <a:extLst>
                <a:ext uri="{FF2B5EF4-FFF2-40B4-BE49-F238E27FC236}">
                  <a16:creationId xmlns:a16="http://schemas.microsoft.com/office/drawing/2014/main" id="{F43AAD9F-C8E0-4610-BAFA-89E878BB33F4}"/>
                </a:ext>
              </a:extLst>
            </p:cNvPr>
            <p:cNvCxnSpPr>
              <a:cxnSpLocks/>
            </p:cNvCxnSpPr>
            <p:nvPr/>
          </p:nvCxnSpPr>
          <p:spPr>
            <a:xfrm rot="-2700000">
              <a:off x="1745493" y="5465697"/>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grpSp>
      <p:sp>
        <p:nvSpPr>
          <p:cNvPr id="267" name="TextBox 266">
            <a:extLst>
              <a:ext uri="{FF2B5EF4-FFF2-40B4-BE49-F238E27FC236}">
                <a16:creationId xmlns:a16="http://schemas.microsoft.com/office/drawing/2014/main" id="{407CE3C4-D64A-4B44-9559-97BBEDBE312F}"/>
              </a:ext>
            </a:extLst>
          </p:cNvPr>
          <p:cNvSpPr txBox="1"/>
          <p:nvPr/>
        </p:nvSpPr>
        <p:spPr>
          <a:xfrm>
            <a:off x="1433240" y="1903102"/>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p>
        </p:txBody>
      </p:sp>
      <p:cxnSp>
        <p:nvCxnSpPr>
          <p:cNvPr id="268" name="Straight Arrow Connector 267">
            <a:extLst>
              <a:ext uri="{FF2B5EF4-FFF2-40B4-BE49-F238E27FC236}">
                <a16:creationId xmlns:a16="http://schemas.microsoft.com/office/drawing/2014/main" id="{0B817716-EF5E-4BFA-A7A0-D26FB2EC178C}"/>
              </a:ext>
            </a:extLst>
          </p:cNvPr>
          <p:cNvCxnSpPr>
            <a:cxnSpLocks/>
          </p:cNvCxnSpPr>
          <p:nvPr/>
        </p:nvCxnSpPr>
        <p:spPr>
          <a:xfrm rot="5400000" flipV="1">
            <a:off x="1318128" y="346764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9" name="Straight Arrow Connector 268">
            <a:extLst>
              <a:ext uri="{FF2B5EF4-FFF2-40B4-BE49-F238E27FC236}">
                <a16:creationId xmlns:a16="http://schemas.microsoft.com/office/drawing/2014/main" id="{1F9768D4-4021-47DF-8129-207E6C28218F}"/>
              </a:ext>
            </a:extLst>
          </p:cNvPr>
          <p:cNvCxnSpPr>
            <a:cxnSpLocks/>
          </p:cNvCxnSpPr>
          <p:nvPr/>
        </p:nvCxnSpPr>
        <p:spPr>
          <a:xfrm rot="16200000" flipV="1">
            <a:off x="1165729" y="346764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0" name="TextBox 269">
            <a:extLst>
              <a:ext uri="{FF2B5EF4-FFF2-40B4-BE49-F238E27FC236}">
                <a16:creationId xmlns:a16="http://schemas.microsoft.com/office/drawing/2014/main" id="{8BDA40F5-07FA-4216-B7BD-B316BFCEEC64}"/>
              </a:ext>
            </a:extLst>
          </p:cNvPr>
          <p:cNvSpPr txBox="1"/>
          <p:nvPr/>
        </p:nvSpPr>
        <p:spPr>
          <a:xfrm>
            <a:off x="1027083" y="4351729"/>
            <a:ext cx="403983" cy="369332"/>
          </a:xfrm>
          <a:prstGeom prst="rect">
            <a:avLst/>
          </a:prstGeom>
          <a:noFill/>
        </p:spPr>
        <p:txBody>
          <a:bodyPr wrap="square">
            <a:spAutoFit/>
          </a:bodyPr>
          <a:lstStyle/>
          <a:p>
            <a:r>
              <a:rPr lang="en-US" dirty="0">
                <a:latin typeface="Consolas" panose="020B0609020204030204" pitchFamily="49" charset="0"/>
              </a:rPr>
              <a:t>c</a:t>
            </a:r>
            <a:r>
              <a:rPr lang="en-US" baseline="-25000" dirty="0">
                <a:latin typeface="Consolas" panose="020B0609020204030204" pitchFamily="49" charset="0"/>
              </a:rPr>
              <a:t>0</a:t>
            </a:r>
          </a:p>
        </p:txBody>
      </p:sp>
      <p:sp>
        <p:nvSpPr>
          <p:cNvPr id="271" name="Oval 270">
            <a:extLst>
              <a:ext uri="{FF2B5EF4-FFF2-40B4-BE49-F238E27FC236}">
                <a16:creationId xmlns:a16="http://schemas.microsoft.com/office/drawing/2014/main" id="{8EF5C92D-2EEE-47C0-A15E-C6ACCFF30C98}"/>
              </a:ext>
            </a:extLst>
          </p:cNvPr>
          <p:cNvSpPr/>
          <p:nvPr/>
        </p:nvSpPr>
        <p:spPr>
          <a:xfrm>
            <a:off x="1312463" y="1746866"/>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272" name="Oval 271">
            <a:extLst>
              <a:ext uri="{FF2B5EF4-FFF2-40B4-BE49-F238E27FC236}">
                <a16:creationId xmlns:a16="http://schemas.microsoft.com/office/drawing/2014/main" id="{A7DD3320-2AE0-4356-B5DE-A0D5E79C2797}"/>
              </a:ext>
            </a:extLst>
          </p:cNvPr>
          <p:cNvSpPr/>
          <p:nvPr/>
        </p:nvSpPr>
        <p:spPr>
          <a:xfrm>
            <a:off x="1312463" y="4725198"/>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279" name="TextBox 278">
            <a:extLst>
              <a:ext uri="{FF2B5EF4-FFF2-40B4-BE49-F238E27FC236}">
                <a16:creationId xmlns:a16="http://schemas.microsoft.com/office/drawing/2014/main" id="{3F9A5845-4E65-47CE-8E0C-A6DD49B61012}"/>
              </a:ext>
            </a:extLst>
          </p:cNvPr>
          <p:cNvSpPr txBox="1"/>
          <p:nvPr/>
        </p:nvSpPr>
        <p:spPr>
          <a:xfrm>
            <a:off x="1867044" y="3318885"/>
            <a:ext cx="317716" cy="369332"/>
          </a:xfrm>
          <a:prstGeom prst="rect">
            <a:avLst/>
          </a:prstGeom>
          <a:noFill/>
          <a:ln w="19050">
            <a:solidFill>
              <a:schemeClr val="tx1"/>
            </a:solidFill>
          </a:ln>
        </p:spPr>
        <p:txBody>
          <a:bodyPr wrap="square" rtlCol="0">
            <a:spAutoFit/>
          </a:bodyPr>
          <a:lstStyle/>
          <a:p>
            <a:r>
              <a:rPr lang="pt-BR" dirty="0"/>
              <a:t>A</a:t>
            </a:r>
            <a:endParaRPr lang="en-US" dirty="0"/>
          </a:p>
        </p:txBody>
      </p:sp>
      <p:sp>
        <p:nvSpPr>
          <p:cNvPr id="280" name="TextBox 279">
            <a:extLst>
              <a:ext uri="{FF2B5EF4-FFF2-40B4-BE49-F238E27FC236}">
                <a16:creationId xmlns:a16="http://schemas.microsoft.com/office/drawing/2014/main" id="{DF240D2C-ADFD-4392-93C2-0FF1600ACFDF}"/>
              </a:ext>
            </a:extLst>
          </p:cNvPr>
          <p:cNvSpPr txBox="1"/>
          <p:nvPr/>
        </p:nvSpPr>
        <p:spPr>
          <a:xfrm>
            <a:off x="767150" y="3318885"/>
            <a:ext cx="317716" cy="369332"/>
          </a:xfrm>
          <a:prstGeom prst="rect">
            <a:avLst/>
          </a:prstGeom>
          <a:noFill/>
          <a:ln w="19050">
            <a:solidFill>
              <a:schemeClr val="tx1"/>
            </a:solidFill>
          </a:ln>
        </p:spPr>
        <p:txBody>
          <a:bodyPr wrap="square" rtlCol="0">
            <a:spAutoFit/>
          </a:bodyPr>
          <a:lstStyle/>
          <a:p>
            <a:r>
              <a:rPr lang="pt-BR" dirty="0"/>
              <a:t>C</a:t>
            </a:r>
            <a:endParaRPr lang="en-US" dirty="0"/>
          </a:p>
        </p:txBody>
      </p:sp>
      <p:sp>
        <p:nvSpPr>
          <p:cNvPr id="295" name="TextBox 294">
            <a:extLst>
              <a:ext uri="{FF2B5EF4-FFF2-40B4-BE49-F238E27FC236}">
                <a16:creationId xmlns:a16="http://schemas.microsoft.com/office/drawing/2014/main" id="{75A87997-F957-4E12-8D3E-21E5E83BEBE4}"/>
              </a:ext>
            </a:extLst>
          </p:cNvPr>
          <p:cNvSpPr txBox="1"/>
          <p:nvPr/>
        </p:nvSpPr>
        <p:spPr>
          <a:xfrm>
            <a:off x="2521388" y="5642335"/>
            <a:ext cx="2715470" cy="646331"/>
          </a:xfrm>
          <a:prstGeom prst="rect">
            <a:avLst/>
          </a:prstGeom>
          <a:ln/>
        </p:spPr>
        <p:style>
          <a:lnRef idx="1">
            <a:schemeClr val="dk1"/>
          </a:lnRef>
          <a:fillRef idx="3">
            <a:schemeClr val="dk1"/>
          </a:fillRef>
          <a:effectRef idx="2">
            <a:schemeClr val="dk1"/>
          </a:effectRef>
          <a:fontRef idx="minor">
            <a:schemeClr val="lt1"/>
          </a:fontRef>
        </p:style>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1</a:t>
            </a:r>
            <a:r>
              <a:rPr lang="en-US" dirty="0">
                <a:latin typeface="Consolas" panose="020B0609020204030204" pitchFamily="49" charset="0"/>
              </a:rPr>
              <a:t> = collapsed in B.</a:t>
            </a:r>
          </a:p>
          <a:p>
            <a:r>
              <a:rPr lang="en-US" dirty="0">
                <a:latin typeface="Consolas" panose="020B0609020204030204" pitchFamily="49" charset="0"/>
              </a:rPr>
              <a:t>n</a:t>
            </a:r>
            <a:r>
              <a:rPr lang="en-US" baseline="-25000" dirty="0">
                <a:latin typeface="Consolas" panose="020B0609020204030204" pitchFamily="49" charset="0"/>
              </a:rPr>
              <a:t>3</a:t>
            </a:r>
            <a:r>
              <a:rPr lang="en-US" dirty="0">
                <a:latin typeface="Consolas" panose="020B0609020204030204" pitchFamily="49" charset="0"/>
              </a:rPr>
              <a:t> = collapsed in A.</a:t>
            </a:r>
            <a:endParaRPr lang="en-US" baseline="-25000" dirty="0">
              <a:latin typeface="Consolas" panose="020B0609020204030204" pitchFamily="49" charset="0"/>
            </a:endParaRPr>
          </a:p>
        </p:txBody>
      </p:sp>
      <p:cxnSp>
        <p:nvCxnSpPr>
          <p:cNvPr id="296" name="Straight Connector 295">
            <a:extLst>
              <a:ext uri="{FF2B5EF4-FFF2-40B4-BE49-F238E27FC236}">
                <a16:creationId xmlns:a16="http://schemas.microsoft.com/office/drawing/2014/main" id="{E4D20D3A-39A4-480C-91A5-FA9EB89771C0}"/>
              </a:ext>
            </a:extLst>
          </p:cNvPr>
          <p:cNvCxnSpPr>
            <a:cxnSpLocks/>
          </p:cNvCxnSpPr>
          <p:nvPr/>
        </p:nvCxnSpPr>
        <p:spPr>
          <a:xfrm rot="18900000">
            <a:off x="7629780" y="4743426"/>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297" name="Straight Connector 296">
            <a:extLst>
              <a:ext uri="{FF2B5EF4-FFF2-40B4-BE49-F238E27FC236}">
                <a16:creationId xmlns:a16="http://schemas.microsoft.com/office/drawing/2014/main" id="{BA36EE42-9E08-456A-85B0-5CB2C25F8BF9}"/>
              </a:ext>
            </a:extLst>
          </p:cNvPr>
          <p:cNvCxnSpPr>
            <a:cxnSpLocks/>
          </p:cNvCxnSpPr>
          <p:nvPr/>
        </p:nvCxnSpPr>
        <p:spPr>
          <a:xfrm rot="2700000">
            <a:off x="6466520" y="4743427"/>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298" name="Straight Connector 297">
            <a:extLst>
              <a:ext uri="{FF2B5EF4-FFF2-40B4-BE49-F238E27FC236}">
                <a16:creationId xmlns:a16="http://schemas.microsoft.com/office/drawing/2014/main" id="{8FBE047E-7B2D-4E45-8076-4DD7951E1F5E}"/>
              </a:ext>
            </a:extLst>
          </p:cNvPr>
          <p:cNvCxnSpPr>
            <a:cxnSpLocks/>
          </p:cNvCxnSpPr>
          <p:nvPr/>
        </p:nvCxnSpPr>
        <p:spPr>
          <a:xfrm rot="2700000">
            <a:off x="7629780" y="1145219"/>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299" name="Straight Connector 298">
            <a:extLst>
              <a:ext uri="{FF2B5EF4-FFF2-40B4-BE49-F238E27FC236}">
                <a16:creationId xmlns:a16="http://schemas.microsoft.com/office/drawing/2014/main" id="{34941D72-BCDE-4F51-84E2-2B564D945970}"/>
              </a:ext>
            </a:extLst>
          </p:cNvPr>
          <p:cNvCxnSpPr>
            <a:cxnSpLocks/>
          </p:cNvCxnSpPr>
          <p:nvPr/>
        </p:nvCxnSpPr>
        <p:spPr>
          <a:xfrm rot="18900000">
            <a:off x="6469234" y="1145220"/>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300" name="Rectangle 299">
            <a:extLst>
              <a:ext uri="{FF2B5EF4-FFF2-40B4-BE49-F238E27FC236}">
                <a16:creationId xmlns:a16="http://schemas.microsoft.com/office/drawing/2014/main" id="{B111F2FA-1AF0-45FE-9408-515ED5289E8F}"/>
              </a:ext>
            </a:extLst>
          </p:cNvPr>
          <p:cNvSpPr/>
          <p:nvPr/>
        </p:nvSpPr>
        <p:spPr>
          <a:xfrm>
            <a:off x="6752984" y="1822728"/>
            <a:ext cx="595051" cy="3026833"/>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01" name="Oval 300">
            <a:extLst>
              <a:ext uri="{FF2B5EF4-FFF2-40B4-BE49-F238E27FC236}">
                <a16:creationId xmlns:a16="http://schemas.microsoft.com/office/drawing/2014/main" id="{61D06975-9849-4609-93BB-3B0F03A532B5}"/>
              </a:ext>
            </a:extLst>
          </p:cNvPr>
          <p:cNvSpPr/>
          <p:nvPr/>
        </p:nvSpPr>
        <p:spPr>
          <a:xfrm>
            <a:off x="7205717" y="1683205"/>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a:t>
            </a:r>
            <a:endParaRPr lang="en-US" dirty="0"/>
          </a:p>
        </p:txBody>
      </p:sp>
      <p:sp>
        <p:nvSpPr>
          <p:cNvPr id="302" name="Oval 301">
            <a:extLst>
              <a:ext uri="{FF2B5EF4-FFF2-40B4-BE49-F238E27FC236}">
                <a16:creationId xmlns:a16="http://schemas.microsoft.com/office/drawing/2014/main" id="{EE214A93-0FCD-41B9-98ED-4D2EADAB9048}"/>
              </a:ext>
            </a:extLst>
          </p:cNvPr>
          <p:cNvSpPr/>
          <p:nvPr/>
        </p:nvSpPr>
        <p:spPr>
          <a:xfrm>
            <a:off x="7213564" y="4715090"/>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303" name="Oval 302">
            <a:extLst>
              <a:ext uri="{FF2B5EF4-FFF2-40B4-BE49-F238E27FC236}">
                <a16:creationId xmlns:a16="http://schemas.microsoft.com/office/drawing/2014/main" id="{99D808FA-C885-4CA4-BBC3-E43F352878AD}"/>
              </a:ext>
            </a:extLst>
          </p:cNvPr>
          <p:cNvSpPr/>
          <p:nvPr/>
        </p:nvSpPr>
        <p:spPr>
          <a:xfrm>
            <a:off x="6573066" y="4725787"/>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304" name="Oval 303">
            <a:extLst>
              <a:ext uri="{FF2B5EF4-FFF2-40B4-BE49-F238E27FC236}">
                <a16:creationId xmlns:a16="http://schemas.microsoft.com/office/drawing/2014/main" id="{521670A7-BD0A-4855-9570-26F30A5A2060}"/>
              </a:ext>
            </a:extLst>
          </p:cNvPr>
          <p:cNvSpPr/>
          <p:nvPr/>
        </p:nvSpPr>
        <p:spPr>
          <a:xfrm>
            <a:off x="6605341" y="1685004"/>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305" name="TextBox 304">
            <a:extLst>
              <a:ext uri="{FF2B5EF4-FFF2-40B4-BE49-F238E27FC236}">
                <a16:creationId xmlns:a16="http://schemas.microsoft.com/office/drawing/2014/main" id="{2816D780-CC14-46FF-B1B9-B2B0A339A8B0}"/>
              </a:ext>
            </a:extLst>
          </p:cNvPr>
          <p:cNvSpPr txBox="1"/>
          <p:nvPr/>
        </p:nvSpPr>
        <p:spPr>
          <a:xfrm>
            <a:off x="7325375" y="1791670"/>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p>
        </p:txBody>
      </p:sp>
      <p:sp>
        <p:nvSpPr>
          <p:cNvPr id="306" name="TextBox 305">
            <a:extLst>
              <a:ext uri="{FF2B5EF4-FFF2-40B4-BE49-F238E27FC236}">
                <a16:creationId xmlns:a16="http://schemas.microsoft.com/office/drawing/2014/main" id="{6FBFC113-765B-4583-8C31-EAB0FBCC70BC}"/>
              </a:ext>
            </a:extLst>
          </p:cNvPr>
          <p:cNvSpPr txBox="1"/>
          <p:nvPr/>
        </p:nvSpPr>
        <p:spPr>
          <a:xfrm>
            <a:off x="7807031" y="3239727"/>
            <a:ext cx="317716" cy="369332"/>
          </a:xfrm>
          <a:prstGeom prst="rect">
            <a:avLst/>
          </a:prstGeom>
          <a:noFill/>
          <a:ln w="19050">
            <a:solidFill>
              <a:schemeClr val="tx1"/>
            </a:solidFill>
          </a:ln>
        </p:spPr>
        <p:txBody>
          <a:bodyPr wrap="square" rtlCol="0">
            <a:spAutoFit/>
          </a:bodyPr>
          <a:lstStyle/>
          <a:p>
            <a:r>
              <a:rPr lang="pt-BR" dirty="0"/>
              <a:t>A</a:t>
            </a:r>
            <a:endParaRPr lang="en-US" dirty="0"/>
          </a:p>
        </p:txBody>
      </p:sp>
      <p:sp>
        <p:nvSpPr>
          <p:cNvPr id="307" name="TextBox 306">
            <a:extLst>
              <a:ext uri="{FF2B5EF4-FFF2-40B4-BE49-F238E27FC236}">
                <a16:creationId xmlns:a16="http://schemas.microsoft.com/office/drawing/2014/main" id="{87C27BDF-FA13-41DD-9217-8B5EB8A19ADD}"/>
              </a:ext>
            </a:extLst>
          </p:cNvPr>
          <p:cNvSpPr txBox="1"/>
          <p:nvPr/>
        </p:nvSpPr>
        <p:spPr>
          <a:xfrm>
            <a:off x="6067910" y="3239727"/>
            <a:ext cx="317716" cy="369332"/>
          </a:xfrm>
          <a:prstGeom prst="rect">
            <a:avLst/>
          </a:prstGeom>
          <a:noFill/>
          <a:ln w="19050">
            <a:solidFill>
              <a:schemeClr val="tx1"/>
            </a:solidFill>
          </a:ln>
        </p:spPr>
        <p:txBody>
          <a:bodyPr wrap="square" rtlCol="0">
            <a:spAutoFit/>
          </a:bodyPr>
          <a:lstStyle/>
          <a:p>
            <a:r>
              <a:rPr lang="pt-BR" dirty="0"/>
              <a:t>C</a:t>
            </a:r>
            <a:endParaRPr lang="en-US" dirty="0"/>
          </a:p>
        </p:txBody>
      </p:sp>
      <p:sp>
        <p:nvSpPr>
          <p:cNvPr id="308" name="TextBox 307">
            <a:extLst>
              <a:ext uri="{FF2B5EF4-FFF2-40B4-BE49-F238E27FC236}">
                <a16:creationId xmlns:a16="http://schemas.microsoft.com/office/drawing/2014/main" id="{7DEF98A3-85C4-4EEC-881A-A9AE65E3B255}"/>
              </a:ext>
            </a:extLst>
          </p:cNvPr>
          <p:cNvSpPr txBox="1"/>
          <p:nvPr/>
        </p:nvSpPr>
        <p:spPr>
          <a:xfrm>
            <a:off x="6878486" y="3239727"/>
            <a:ext cx="317716" cy="369332"/>
          </a:xfrm>
          <a:prstGeom prst="rect">
            <a:avLst/>
          </a:prstGeom>
          <a:noFill/>
          <a:ln w="19050">
            <a:solidFill>
              <a:schemeClr val="bg1"/>
            </a:solidFill>
          </a:ln>
        </p:spPr>
        <p:txBody>
          <a:bodyPr wrap="square" rtlCol="0">
            <a:spAutoFit/>
          </a:bodyPr>
          <a:lstStyle/>
          <a:p>
            <a:r>
              <a:rPr lang="pt-BR" dirty="0"/>
              <a:t>N</a:t>
            </a:r>
            <a:endParaRPr lang="en-US" dirty="0"/>
          </a:p>
        </p:txBody>
      </p:sp>
      <p:sp>
        <p:nvSpPr>
          <p:cNvPr id="309" name="TextBox 308">
            <a:extLst>
              <a:ext uri="{FF2B5EF4-FFF2-40B4-BE49-F238E27FC236}">
                <a16:creationId xmlns:a16="http://schemas.microsoft.com/office/drawing/2014/main" id="{21280F91-28E6-439A-8EDD-21AA7C7DEED4}"/>
              </a:ext>
            </a:extLst>
          </p:cNvPr>
          <p:cNvSpPr txBox="1"/>
          <p:nvPr/>
        </p:nvSpPr>
        <p:spPr>
          <a:xfrm>
            <a:off x="6359054" y="4296522"/>
            <a:ext cx="403983" cy="369332"/>
          </a:xfrm>
          <a:prstGeom prst="rect">
            <a:avLst/>
          </a:prstGeom>
          <a:noFill/>
        </p:spPr>
        <p:txBody>
          <a:bodyPr wrap="square">
            <a:spAutoFit/>
          </a:bodyPr>
          <a:lstStyle/>
          <a:p>
            <a:r>
              <a:rPr lang="en-US" dirty="0">
                <a:latin typeface="Consolas" panose="020B0609020204030204" pitchFamily="49" charset="0"/>
              </a:rPr>
              <a:t>c</a:t>
            </a:r>
            <a:r>
              <a:rPr lang="en-US" baseline="-25000" dirty="0">
                <a:latin typeface="Consolas" panose="020B0609020204030204" pitchFamily="49" charset="0"/>
              </a:rPr>
              <a:t>0</a:t>
            </a:r>
          </a:p>
        </p:txBody>
      </p:sp>
      <p:cxnSp>
        <p:nvCxnSpPr>
          <p:cNvPr id="310" name="Straight Arrow Connector 309">
            <a:extLst>
              <a:ext uri="{FF2B5EF4-FFF2-40B4-BE49-F238E27FC236}">
                <a16:creationId xmlns:a16="http://schemas.microsoft.com/office/drawing/2014/main" id="{F60745BB-61F2-402C-81AA-374EEE8D4F2D}"/>
              </a:ext>
            </a:extLst>
          </p:cNvPr>
          <p:cNvCxnSpPr>
            <a:cxnSpLocks/>
          </p:cNvCxnSpPr>
          <p:nvPr/>
        </p:nvCxnSpPr>
        <p:spPr>
          <a:xfrm rot="16200000" flipV="1">
            <a:off x="6469601"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1" name="Straight Arrow Connector 310">
            <a:extLst>
              <a:ext uri="{FF2B5EF4-FFF2-40B4-BE49-F238E27FC236}">
                <a16:creationId xmlns:a16="http://schemas.microsoft.com/office/drawing/2014/main" id="{9633776A-D4FB-4051-85F4-EC4AE310B354}"/>
              </a:ext>
            </a:extLst>
          </p:cNvPr>
          <p:cNvCxnSpPr>
            <a:cxnSpLocks/>
          </p:cNvCxnSpPr>
          <p:nvPr/>
        </p:nvCxnSpPr>
        <p:spPr>
          <a:xfrm rot="16200000" flipV="1">
            <a:off x="7076722" y="339328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2" name="Straight Arrow Connector 311">
            <a:extLst>
              <a:ext uri="{FF2B5EF4-FFF2-40B4-BE49-F238E27FC236}">
                <a16:creationId xmlns:a16="http://schemas.microsoft.com/office/drawing/2014/main" id="{C4A4F1D0-D312-4753-9C84-F30F83E6BF01}"/>
              </a:ext>
            </a:extLst>
          </p:cNvPr>
          <p:cNvCxnSpPr>
            <a:cxnSpLocks/>
          </p:cNvCxnSpPr>
          <p:nvPr/>
        </p:nvCxnSpPr>
        <p:spPr>
          <a:xfrm rot="5400000" flipV="1">
            <a:off x="6586720" y="343378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3" name="Straight Arrow Connector 312">
            <a:extLst>
              <a:ext uri="{FF2B5EF4-FFF2-40B4-BE49-F238E27FC236}">
                <a16:creationId xmlns:a16="http://schemas.microsoft.com/office/drawing/2014/main" id="{46DF791C-41FB-4A3F-AEAC-A363F1A2461E}"/>
              </a:ext>
            </a:extLst>
          </p:cNvPr>
          <p:cNvCxnSpPr>
            <a:cxnSpLocks/>
          </p:cNvCxnSpPr>
          <p:nvPr/>
        </p:nvCxnSpPr>
        <p:spPr>
          <a:xfrm rot="5400000" flipV="1">
            <a:off x="7206427"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4" name="Straight Arrow Connector 313">
            <a:extLst>
              <a:ext uri="{FF2B5EF4-FFF2-40B4-BE49-F238E27FC236}">
                <a16:creationId xmlns:a16="http://schemas.microsoft.com/office/drawing/2014/main" id="{6752441B-CD5A-458E-99BA-ACF7BDEC6127}"/>
              </a:ext>
            </a:extLst>
          </p:cNvPr>
          <p:cNvCxnSpPr>
            <a:cxnSpLocks/>
          </p:cNvCxnSpPr>
          <p:nvPr/>
        </p:nvCxnSpPr>
        <p:spPr>
          <a:xfrm flipH="1">
            <a:off x="6955727" y="1898990"/>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5" name="Straight Arrow Connector 314">
            <a:extLst>
              <a:ext uri="{FF2B5EF4-FFF2-40B4-BE49-F238E27FC236}">
                <a16:creationId xmlns:a16="http://schemas.microsoft.com/office/drawing/2014/main" id="{1884BCB5-4EAD-46B9-8137-F6EF86818303}"/>
              </a:ext>
            </a:extLst>
          </p:cNvPr>
          <p:cNvCxnSpPr>
            <a:cxnSpLocks/>
          </p:cNvCxnSpPr>
          <p:nvPr/>
        </p:nvCxnSpPr>
        <p:spPr>
          <a:xfrm rot="10800000" flipH="1">
            <a:off x="6942562" y="4725198"/>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16" name="TextBox 315">
            <a:extLst>
              <a:ext uri="{FF2B5EF4-FFF2-40B4-BE49-F238E27FC236}">
                <a16:creationId xmlns:a16="http://schemas.microsoft.com/office/drawing/2014/main" id="{DE0ECA90-008E-4745-8253-4BE7B09B0080}"/>
              </a:ext>
            </a:extLst>
          </p:cNvPr>
          <p:cNvSpPr txBox="1"/>
          <p:nvPr/>
        </p:nvSpPr>
        <p:spPr>
          <a:xfrm>
            <a:off x="6700875" y="1893914"/>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0</a:t>
            </a:r>
          </a:p>
        </p:txBody>
      </p:sp>
      <p:sp>
        <p:nvSpPr>
          <p:cNvPr id="317" name="TextBox 316">
            <a:extLst>
              <a:ext uri="{FF2B5EF4-FFF2-40B4-BE49-F238E27FC236}">
                <a16:creationId xmlns:a16="http://schemas.microsoft.com/office/drawing/2014/main" id="{E915A39F-5185-4495-BE6D-E70A225ED382}"/>
              </a:ext>
            </a:extLst>
          </p:cNvPr>
          <p:cNvSpPr txBox="1"/>
          <p:nvPr/>
        </p:nvSpPr>
        <p:spPr>
          <a:xfrm>
            <a:off x="6670742" y="4363757"/>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1</a:t>
            </a:r>
          </a:p>
        </p:txBody>
      </p:sp>
      <p:sp>
        <p:nvSpPr>
          <p:cNvPr id="318" name="TextBox 317">
            <a:extLst>
              <a:ext uri="{FF2B5EF4-FFF2-40B4-BE49-F238E27FC236}">
                <a16:creationId xmlns:a16="http://schemas.microsoft.com/office/drawing/2014/main" id="{BEEF3766-7C8B-4417-81B9-4601B63F23A7}"/>
              </a:ext>
            </a:extLst>
          </p:cNvPr>
          <p:cNvSpPr txBox="1"/>
          <p:nvPr/>
        </p:nvSpPr>
        <p:spPr>
          <a:xfrm>
            <a:off x="7017497" y="4360919"/>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2</a:t>
            </a:r>
          </a:p>
        </p:txBody>
      </p:sp>
      <p:sp>
        <p:nvSpPr>
          <p:cNvPr id="319" name="TextBox 318">
            <a:extLst>
              <a:ext uri="{FF2B5EF4-FFF2-40B4-BE49-F238E27FC236}">
                <a16:creationId xmlns:a16="http://schemas.microsoft.com/office/drawing/2014/main" id="{06A7F35A-43CE-404E-903B-98292E00910B}"/>
              </a:ext>
            </a:extLst>
          </p:cNvPr>
          <p:cNvSpPr txBox="1"/>
          <p:nvPr/>
        </p:nvSpPr>
        <p:spPr>
          <a:xfrm>
            <a:off x="7022167" y="1888861"/>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3</a:t>
            </a:r>
          </a:p>
        </p:txBody>
      </p:sp>
      <p:sp>
        <p:nvSpPr>
          <p:cNvPr id="320" name="TextBox 319">
            <a:extLst>
              <a:ext uri="{FF2B5EF4-FFF2-40B4-BE49-F238E27FC236}">
                <a16:creationId xmlns:a16="http://schemas.microsoft.com/office/drawing/2014/main" id="{3CA89A4B-8194-474A-BEA7-131F2D785C7F}"/>
              </a:ext>
            </a:extLst>
          </p:cNvPr>
          <p:cNvSpPr txBox="1"/>
          <p:nvPr/>
        </p:nvSpPr>
        <p:spPr>
          <a:xfrm>
            <a:off x="5692773" y="5642335"/>
            <a:ext cx="2715470" cy="646331"/>
          </a:xfrm>
          <a:prstGeom prst="rect">
            <a:avLst/>
          </a:prstGeom>
          <a:ln/>
        </p:spPr>
        <p:style>
          <a:lnRef idx="1">
            <a:schemeClr val="dk1"/>
          </a:lnRef>
          <a:fillRef idx="3">
            <a:schemeClr val="dk1"/>
          </a:fillRef>
          <a:effectRef idx="2">
            <a:schemeClr val="dk1"/>
          </a:effectRef>
          <a:fontRef idx="minor">
            <a:schemeClr val="lt1"/>
          </a:fontRef>
        </p:style>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1</a:t>
            </a:r>
            <a:r>
              <a:rPr lang="en-US" dirty="0">
                <a:latin typeface="Consolas" panose="020B0609020204030204" pitchFamily="49" charset="0"/>
              </a:rPr>
              <a:t> = collapsed in B.</a:t>
            </a:r>
          </a:p>
          <a:p>
            <a:r>
              <a:rPr lang="en-US" dirty="0">
                <a:latin typeface="Consolas" panose="020B0609020204030204" pitchFamily="49" charset="0"/>
              </a:rPr>
              <a:t>n</a:t>
            </a:r>
            <a:r>
              <a:rPr lang="en-US" baseline="-25000" dirty="0">
                <a:latin typeface="Consolas" panose="020B0609020204030204" pitchFamily="49" charset="0"/>
              </a:rPr>
              <a:t>3</a:t>
            </a:r>
            <a:r>
              <a:rPr lang="en-US" dirty="0">
                <a:latin typeface="Consolas" panose="020B0609020204030204" pitchFamily="49" charset="0"/>
              </a:rPr>
              <a:t> = border</a:t>
            </a:r>
            <a:endParaRPr lang="en-US" baseline="-25000" dirty="0">
              <a:latin typeface="Consolas" panose="020B0609020204030204" pitchFamily="49" charset="0"/>
            </a:endParaRPr>
          </a:p>
        </p:txBody>
      </p:sp>
      <p:cxnSp>
        <p:nvCxnSpPr>
          <p:cNvPr id="321" name="Straight Connector 320">
            <a:extLst>
              <a:ext uri="{FF2B5EF4-FFF2-40B4-BE49-F238E27FC236}">
                <a16:creationId xmlns:a16="http://schemas.microsoft.com/office/drawing/2014/main" id="{CA856556-B962-4551-8BDD-3D39DED64E67}"/>
              </a:ext>
            </a:extLst>
          </p:cNvPr>
          <p:cNvCxnSpPr>
            <a:cxnSpLocks/>
          </p:cNvCxnSpPr>
          <p:nvPr/>
        </p:nvCxnSpPr>
        <p:spPr>
          <a:xfrm rot="18900000">
            <a:off x="10683506" y="4743426"/>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322" name="Straight Connector 321">
            <a:extLst>
              <a:ext uri="{FF2B5EF4-FFF2-40B4-BE49-F238E27FC236}">
                <a16:creationId xmlns:a16="http://schemas.microsoft.com/office/drawing/2014/main" id="{315F568A-56BC-4A7B-B36F-4C4926EFCC97}"/>
              </a:ext>
            </a:extLst>
          </p:cNvPr>
          <p:cNvCxnSpPr>
            <a:cxnSpLocks/>
          </p:cNvCxnSpPr>
          <p:nvPr/>
        </p:nvCxnSpPr>
        <p:spPr>
          <a:xfrm rot="2700000">
            <a:off x="9520246" y="4743427"/>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323" name="Straight Connector 322">
            <a:extLst>
              <a:ext uri="{FF2B5EF4-FFF2-40B4-BE49-F238E27FC236}">
                <a16:creationId xmlns:a16="http://schemas.microsoft.com/office/drawing/2014/main" id="{58984C34-856F-4855-BB61-E25100CED3D1}"/>
              </a:ext>
            </a:extLst>
          </p:cNvPr>
          <p:cNvCxnSpPr>
            <a:cxnSpLocks/>
          </p:cNvCxnSpPr>
          <p:nvPr/>
        </p:nvCxnSpPr>
        <p:spPr>
          <a:xfrm rot="2700000">
            <a:off x="10683506" y="1145219"/>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324" name="Straight Connector 323">
            <a:extLst>
              <a:ext uri="{FF2B5EF4-FFF2-40B4-BE49-F238E27FC236}">
                <a16:creationId xmlns:a16="http://schemas.microsoft.com/office/drawing/2014/main" id="{00DF0995-3FE3-4CE3-9286-EEE6D01C3185}"/>
              </a:ext>
            </a:extLst>
          </p:cNvPr>
          <p:cNvCxnSpPr>
            <a:cxnSpLocks/>
          </p:cNvCxnSpPr>
          <p:nvPr/>
        </p:nvCxnSpPr>
        <p:spPr>
          <a:xfrm rot="18900000">
            <a:off x="9522960" y="1145220"/>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325" name="Rectangle 324">
            <a:extLst>
              <a:ext uri="{FF2B5EF4-FFF2-40B4-BE49-F238E27FC236}">
                <a16:creationId xmlns:a16="http://schemas.microsoft.com/office/drawing/2014/main" id="{B1C561CC-E5FE-4E4F-9949-6382306CF9FC}"/>
              </a:ext>
            </a:extLst>
          </p:cNvPr>
          <p:cNvSpPr/>
          <p:nvPr/>
        </p:nvSpPr>
        <p:spPr>
          <a:xfrm>
            <a:off x="9806710" y="1822728"/>
            <a:ext cx="595051" cy="3026833"/>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26" name="Oval 325">
            <a:extLst>
              <a:ext uri="{FF2B5EF4-FFF2-40B4-BE49-F238E27FC236}">
                <a16:creationId xmlns:a16="http://schemas.microsoft.com/office/drawing/2014/main" id="{B59DF5E9-8293-436B-8047-CF4ABA339005}"/>
              </a:ext>
            </a:extLst>
          </p:cNvPr>
          <p:cNvSpPr/>
          <p:nvPr/>
        </p:nvSpPr>
        <p:spPr>
          <a:xfrm>
            <a:off x="10259443" y="1683205"/>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327" name="Oval 326">
            <a:extLst>
              <a:ext uri="{FF2B5EF4-FFF2-40B4-BE49-F238E27FC236}">
                <a16:creationId xmlns:a16="http://schemas.microsoft.com/office/drawing/2014/main" id="{D89376AF-568A-43A5-8FEB-2BDAC85B449D}"/>
              </a:ext>
            </a:extLst>
          </p:cNvPr>
          <p:cNvSpPr/>
          <p:nvPr/>
        </p:nvSpPr>
        <p:spPr>
          <a:xfrm>
            <a:off x="10267290" y="4715090"/>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a:t>
            </a:r>
            <a:endParaRPr lang="en-US" dirty="0"/>
          </a:p>
        </p:txBody>
      </p:sp>
      <p:sp>
        <p:nvSpPr>
          <p:cNvPr id="328" name="Oval 327">
            <a:extLst>
              <a:ext uri="{FF2B5EF4-FFF2-40B4-BE49-F238E27FC236}">
                <a16:creationId xmlns:a16="http://schemas.microsoft.com/office/drawing/2014/main" id="{B95CB69C-1F10-46BD-B64B-6ED81421019C}"/>
              </a:ext>
            </a:extLst>
          </p:cNvPr>
          <p:cNvSpPr/>
          <p:nvPr/>
        </p:nvSpPr>
        <p:spPr>
          <a:xfrm>
            <a:off x="9626792" y="472578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329" name="Oval 328">
            <a:extLst>
              <a:ext uri="{FF2B5EF4-FFF2-40B4-BE49-F238E27FC236}">
                <a16:creationId xmlns:a16="http://schemas.microsoft.com/office/drawing/2014/main" id="{9D95462F-11DD-4899-A340-8BFF6D89FDA9}"/>
              </a:ext>
            </a:extLst>
          </p:cNvPr>
          <p:cNvSpPr/>
          <p:nvPr/>
        </p:nvSpPr>
        <p:spPr>
          <a:xfrm>
            <a:off x="9659067" y="1685004"/>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330" name="TextBox 329">
            <a:extLst>
              <a:ext uri="{FF2B5EF4-FFF2-40B4-BE49-F238E27FC236}">
                <a16:creationId xmlns:a16="http://schemas.microsoft.com/office/drawing/2014/main" id="{0F0BFB21-248F-4474-A525-88E776066F29}"/>
              </a:ext>
            </a:extLst>
          </p:cNvPr>
          <p:cNvSpPr txBox="1"/>
          <p:nvPr/>
        </p:nvSpPr>
        <p:spPr>
          <a:xfrm>
            <a:off x="10379101" y="1791670"/>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p>
        </p:txBody>
      </p:sp>
      <p:sp>
        <p:nvSpPr>
          <p:cNvPr id="331" name="TextBox 330">
            <a:extLst>
              <a:ext uri="{FF2B5EF4-FFF2-40B4-BE49-F238E27FC236}">
                <a16:creationId xmlns:a16="http://schemas.microsoft.com/office/drawing/2014/main" id="{5F96F0AD-B4C7-4EC3-AAE4-21BB2DD273D5}"/>
              </a:ext>
            </a:extLst>
          </p:cNvPr>
          <p:cNvSpPr txBox="1"/>
          <p:nvPr/>
        </p:nvSpPr>
        <p:spPr>
          <a:xfrm>
            <a:off x="10860757" y="3239727"/>
            <a:ext cx="317716" cy="369332"/>
          </a:xfrm>
          <a:prstGeom prst="rect">
            <a:avLst/>
          </a:prstGeom>
          <a:noFill/>
          <a:ln w="19050">
            <a:solidFill>
              <a:schemeClr val="tx1"/>
            </a:solidFill>
          </a:ln>
        </p:spPr>
        <p:txBody>
          <a:bodyPr wrap="square" rtlCol="0">
            <a:spAutoFit/>
          </a:bodyPr>
          <a:lstStyle/>
          <a:p>
            <a:r>
              <a:rPr lang="pt-BR" dirty="0"/>
              <a:t>A</a:t>
            </a:r>
            <a:endParaRPr lang="en-US" dirty="0"/>
          </a:p>
        </p:txBody>
      </p:sp>
      <p:sp>
        <p:nvSpPr>
          <p:cNvPr id="332" name="TextBox 331">
            <a:extLst>
              <a:ext uri="{FF2B5EF4-FFF2-40B4-BE49-F238E27FC236}">
                <a16:creationId xmlns:a16="http://schemas.microsoft.com/office/drawing/2014/main" id="{19D0945B-F43C-4B1D-8623-35DD95AD9C78}"/>
              </a:ext>
            </a:extLst>
          </p:cNvPr>
          <p:cNvSpPr txBox="1"/>
          <p:nvPr/>
        </p:nvSpPr>
        <p:spPr>
          <a:xfrm>
            <a:off x="9121636" y="3239727"/>
            <a:ext cx="317716" cy="369332"/>
          </a:xfrm>
          <a:prstGeom prst="rect">
            <a:avLst/>
          </a:prstGeom>
          <a:noFill/>
          <a:ln w="19050">
            <a:solidFill>
              <a:schemeClr val="tx1"/>
            </a:solidFill>
          </a:ln>
        </p:spPr>
        <p:txBody>
          <a:bodyPr wrap="square" rtlCol="0">
            <a:spAutoFit/>
          </a:bodyPr>
          <a:lstStyle/>
          <a:p>
            <a:r>
              <a:rPr lang="pt-BR" dirty="0"/>
              <a:t>C</a:t>
            </a:r>
            <a:endParaRPr lang="en-US" dirty="0"/>
          </a:p>
        </p:txBody>
      </p:sp>
      <p:sp>
        <p:nvSpPr>
          <p:cNvPr id="333" name="TextBox 332">
            <a:extLst>
              <a:ext uri="{FF2B5EF4-FFF2-40B4-BE49-F238E27FC236}">
                <a16:creationId xmlns:a16="http://schemas.microsoft.com/office/drawing/2014/main" id="{8D1A8D11-0AC8-46E1-8EE9-0E59288B5AA3}"/>
              </a:ext>
            </a:extLst>
          </p:cNvPr>
          <p:cNvSpPr txBox="1"/>
          <p:nvPr/>
        </p:nvSpPr>
        <p:spPr>
          <a:xfrm>
            <a:off x="9932212" y="3239727"/>
            <a:ext cx="317716" cy="369332"/>
          </a:xfrm>
          <a:prstGeom prst="rect">
            <a:avLst/>
          </a:prstGeom>
          <a:noFill/>
          <a:ln w="19050">
            <a:solidFill>
              <a:schemeClr val="bg1"/>
            </a:solidFill>
          </a:ln>
        </p:spPr>
        <p:txBody>
          <a:bodyPr wrap="square" rtlCol="0">
            <a:spAutoFit/>
          </a:bodyPr>
          <a:lstStyle/>
          <a:p>
            <a:r>
              <a:rPr lang="pt-BR" dirty="0"/>
              <a:t>N</a:t>
            </a:r>
            <a:endParaRPr lang="en-US" dirty="0"/>
          </a:p>
        </p:txBody>
      </p:sp>
      <p:sp>
        <p:nvSpPr>
          <p:cNvPr id="334" name="TextBox 333">
            <a:extLst>
              <a:ext uri="{FF2B5EF4-FFF2-40B4-BE49-F238E27FC236}">
                <a16:creationId xmlns:a16="http://schemas.microsoft.com/office/drawing/2014/main" id="{E0BAE65F-92A4-4061-8CD7-55D9293D0998}"/>
              </a:ext>
            </a:extLst>
          </p:cNvPr>
          <p:cNvSpPr txBox="1"/>
          <p:nvPr/>
        </p:nvSpPr>
        <p:spPr>
          <a:xfrm>
            <a:off x="9412780" y="4296522"/>
            <a:ext cx="403983" cy="369332"/>
          </a:xfrm>
          <a:prstGeom prst="rect">
            <a:avLst/>
          </a:prstGeom>
          <a:noFill/>
        </p:spPr>
        <p:txBody>
          <a:bodyPr wrap="square">
            <a:spAutoFit/>
          </a:bodyPr>
          <a:lstStyle/>
          <a:p>
            <a:r>
              <a:rPr lang="en-US" dirty="0">
                <a:latin typeface="Consolas" panose="020B0609020204030204" pitchFamily="49" charset="0"/>
              </a:rPr>
              <a:t>c</a:t>
            </a:r>
            <a:r>
              <a:rPr lang="en-US" baseline="-25000" dirty="0">
                <a:latin typeface="Consolas" panose="020B0609020204030204" pitchFamily="49" charset="0"/>
              </a:rPr>
              <a:t>0</a:t>
            </a:r>
          </a:p>
        </p:txBody>
      </p:sp>
      <p:cxnSp>
        <p:nvCxnSpPr>
          <p:cNvPr id="335" name="Straight Arrow Connector 334">
            <a:extLst>
              <a:ext uri="{FF2B5EF4-FFF2-40B4-BE49-F238E27FC236}">
                <a16:creationId xmlns:a16="http://schemas.microsoft.com/office/drawing/2014/main" id="{BEE74C3B-1143-4910-B461-71A874EC0BF0}"/>
              </a:ext>
            </a:extLst>
          </p:cNvPr>
          <p:cNvCxnSpPr>
            <a:cxnSpLocks/>
          </p:cNvCxnSpPr>
          <p:nvPr/>
        </p:nvCxnSpPr>
        <p:spPr>
          <a:xfrm rot="16200000" flipV="1">
            <a:off x="9523327"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6" name="Straight Arrow Connector 335">
            <a:extLst>
              <a:ext uri="{FF2B5EF4-FFF2-40B4-BE49-F238E27FC236}">
                <a16:creationId xmlns:a16="http://schemas.microsoft.com/office/drawing/2014/main" id="{C4098901-6957-4E93-ADC2-56304FBEA082}"/>
              </a:ext>
            </a:extLst>
          </p:cNvPr>
          <p:cNvCxnSpPr>
            <a:cxnSpLocks/>
          </p:cNvCxnSpPr>
          <p:nvPr/>
        </p:nvCxnSpPr>
        <p:spPr>
          <a:xfrm rot="16200000" flipV="1">
            <a:off x="10130448" y="339328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7" name="Straight Arrow Connector 336">
            <a:extLst>
              <a:ext uri="{FF2B5EF4-FFF2-40B4-BE49-F238E27FC236}">
                <a16:creationId xmlns:a16="http://schemas.microsoft.com/office/drawing/2014/main" id="{64B42549-8608-4096-BEAF-471AF5B4EE83}"/>
              </a:ext>
            </a:extLst>
          </p:cNvPr>
          <p:cNvCxnSpPr>
            <a:cxnSpLocks/>
          </p:cNvCxnSpPr>
          <p:nvPr/>
        </p:nvCxnSpPr>
        <p:spPr>
          <a:xfrm rot="5400000" flipV="1">
            <a:off x="9640446" y="343378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8" name="Straight Arrow Connector 337">
            <a:extLst>
              <a:ext uri="{FF2B5EF4-FFF2-40B4-BE49-F238E27FC236}">
                <a16:creationId xmlns:a16="http://schemas.microsoft.com/office/drawing/2014/main" id="{17F1F94C-2DF9-4393-8EB1-7E38CE003BE9}"/>
              </a:ext>
            </a:extLst>
          </p:cNvPr>
          <p:cNvCxnSpPr>
            <a:cxnSpLocks/>
          </p:cNvCxnSpPr>
          <p:nvPr/>
        </p:nvCxnSpPr>
        <p:spPr>
          <a:xfrm rot="5400000" flipV="1">
            <a:off x="10260153"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9" name="Straight Arrow Connector 338">
            <a:extLst>
              <a:ext uri="{FF2B5EF4-FFF2-40B4-BE49-F238E27FC236}">
                <a16:creationId xmlns:a16="http://schemas.microsoft.com/office/drawing/2014/main" id="{F21F81F8-601E-4FD0-8912-B15A5566643A}"/>
              </a:ext>
            </a:extLst>
          </p:cNvPr>
          <p:cNvCxnSpPr>
            <a:cxnSpLocks/>
          </p:cNvCxnSpPr>
          <p:nvPr/>
        </p:nvCxnSpPr>
        <p:spPr>
          <a:xfrm flipH="1">
            <a:off x="10009453" y="1898990"/>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0" name="Straight Arrow Connector 339">
            <a:extLst>
              <a:ext uri="{FF2B5EF4-FFF2-40B4-BE49-F238E27FC236}">
                <a16:creationId xmlns:a16="http://schemas.microsoft.com/office/drawing/2014/main" id="{C9B9B12F-7FE0-4ABA-BA18-ED26E14AF9FB}"/>
              </a:ext>
            </a:extLst>
          </p:cNvPr>
          <p:cNvCxnSpPr>
            <a:cxnSpLocks/>
          </p:cNvCxnSpPr>
          <p:nvPr/>
        </p:nvCxnSpPr>
        <p:spPr>
          <a:xfrm rot="10800000" flipH="1">
            <a:off x="9996288" y="4725198"/>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1" name="TextBox 340">
            <a:extLst>
              <a:ext uri="{FF2B5EF4-FFF2-40B4-BE49-F238E27FC236}">
                <a16:creationId xmlns:a16="http://schemas.microsoft.com/office/drawing/2014/main" id="{60722276-638B-4AD8-B633-F39C9E242CDE}"/>
              </a:ext>
            </a:extLst>
          </p:cNvPr>
          <p:cNvSpPr txBox="1"/>
          <p:nvPr/>
        </p:nvSpPr>
        <p:spPr>
          <a:xfrm>
            <a:off x="9754601" y="1893914"/>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0</a:t>
            </a:r>
          </a:p>
        </p:txBody>
      </p:sp>
      <p:sp>
        <p:nvSpPr>
          <p:cNvPr id="342" name="TextBox 341">
            <a:extLst>
              <a:ext uri="{FF2B5EF4-FFF2-40B4-BE49-F238E27FC236}">
                <a16:creationId xmlns:a16="http://schemas.microsoft.com/office/drawing/2014/main" id="{CB58328D-53DE-465D-9439-C7267FCDF262}"/>
              </a:ext>
            </a:extLst>
          </p:cNvPr>
          <p:cNvSpPr txBox="1"/>
          <p:nvPr/>
        </p:nvSpPr>
        <p:spPr>
          <a:xfrm>
            <a:off x="9724468" y="4363757"/>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1</a:t>
            </a:r>
          </a:p>
        </p:txBody>
      </p:sp>
      <p:sp>
        <p:nvSpPr>
          <p:cNvPr id="343" name="TextBox 342">
            <a:extLst>
              <a:ext uri="{FF2B5EF4-FFF2-40B4-BE49-F238E27FC236}">
                <a16:creationId xmlns:a16="http://schemas.microsoft.com/office/drawing/2014/main" id="{67A81BD5-27B2-42D9-B450-FDF01C273651}"/>
              </a:ext>
            </a:extLst>
          </p:cNvPr>
          <p:cNvSpPr txBox="1"/>
          <p:nvPr/>
        </p:nvSpPr>
        <p:spPr>
          <a:xfrm>
            <a:off x="10071223" y="4360919"/>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2</a:t>
            </a:r>
          </a:p>
        </p:txBody>
      </p:sp>
      <p:sp>
        <p:nvSpPr>
          <p:cNvPr id="344" name="TextBox 343">
            <a:extLst>
              <a:ext uri="{FF2B5EF4-FFF2-40B4-BE49-F238E27FC236}">
                <a16:creationId xmlns:a16="http://schemas.microsoft.com/office/drawing/2014/main" id="{FFBF428B-8F68-4B19-8F50-07BBDFDA5A94}"/>
              </a:ext>
            </a:extLst>
          </p:cNvPr>
          <p:cNvSpPr txBox="1"/>
          <p:nvPr/>
        </p:nvSpPr>
        <p:spPr>
          <a:xfrm>
            <a:off x="10075893" y="1888861"/>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3</a:t>
            </a:r>
          </a:p>
        </p:txBody>
      </p:sp>
      <p:sp>
        <p:nvSpPr>
          <p:cNvPr id="345" name="TextBox 344">
            <a:extLst>
              <a:ext uri="{FF2B5EF4-FFF2-40B4-BE49-F238E27FC236}">
                <a16:creationId xmlns:a16="http://schemas.microsoft.com/office/drawing/2014/main" id="{A2B6BCFB-421C-4AA1-86D7-964C65B50EC9}"/>
              </a:ext>
            </a:extLst>
          </p:cNvPr>
          <p:cNvSpPr txBox="1"/>
          <p:nvPr/>
        </p:nvSpPr>
        <p:spPr>
          <a:xfrm>
            <a:off x="8746499" y="5642335"/>
            <a:ext cx="2715470" cy="646331"/>
          </a:xfrm>
          <a:prstGeom prst="rect">
            <a:avLst/>
          </a:prstGeom>
          <a:ln/>
        </p:spPr>
        <p:style>
          <a:lnRef idx="1">
            <a:schemeClr val="dk1"/>
          </a:lnRef>
          <a:fillRef idx="3">
            <a:schemeClr val="dk1"/>
          </a:fillRef>
          <a:effectRef idx="2">
            <a:schemeClr val="dk1"/>
          </a:effectRef>
          <a:fontRef idx="minor">
            <a:schemeClr val="lt1"/>
          </a:fontRef>
        </p:style>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1</a:t>
            </a:r>
            <a:r>
              <a:rPr lang="en-US" dirty="0">
                <a:latin typeface="Consolas" panose="020B0609020204030204" pitchFamily="49" charset="0"/>
              </a:rPr>
              <a:t> = border.</a:t>
            </a:r>
          </a:p>
          <a:p>
            <a:r>
              <a:rPr lang="en-US" dirty="0">
                <a:latin typeface="Consolas" panose="020B0609020204030204" pitchFamily="49" charset="0"/>
              </a:rPr>
              <a:t>n</a:t>
            </a:r>
            <a:r>
              <a:rPr lang="en-US" baseline="-25000" dirty="0">
                <a:latin typeface="Consolas" panose="020B0609020204030204" pitchFamily="49" charset="0"/>
              </a:rPr>
              <a:t>3</a:t>
            </a:r>
            <a:r>
              <a:rPr lang="en-US" dirty="0">
                <a:latin typeface="Consolas" panose="020B0609020204030204" pitchFamily="49" charset="0"/>
              </a:rPr>
              <a:t> = collapsed in A.</a:t>
            </a:r>
            <a:endParaRPr lang="en-US" baseline="-25000" dirty="0">
              <a:latin typeface="Consolas" panose="020B0609020204030204" pitchFamily="49" charset="0"/>
            </a:endParaRPr>
          </a:p>
        </p:txBody>
      </p:sp>
      <p:cxnSp>
        <p:nvCxnSpPr>
          <p:cNvPr id="346" name="Straight Connector 345">
            <a:extLst>
              <a:ext uri="{FF2B5EF4-FFF2-40B4-BE49-F238E27FC236}">
                <a16:creationId xmlns:a16="http://schemas.microsoft.com/office/drawing/2014/main" id="{4322A252-86CB-48C6-A6AE-9E976E7D8370}"/>
              </a:ext>
            </a:extLst>
          </p:cNvPr>
          <p:cNvCxnSpPr>
            <a:cxnSpLocks/>
          </p:cNvCxnSpPr>
          <p:nvPr/>
        </p:nvCxnSpPr>
        <p:spPr>
          <a:xfrm rot="18900000">
            <a:off x="13675767" y="4743426"/>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347" name="Straight Connector 346">
            <a:extLst>
              <a:ext uri="{FF2B5EF4-FFF2-40B4-BE49-F238E27FC236}">
                <a16:creationId xmlns:a16="http://schemas.microsoft.com/office/drawing/2014/main" id="{E0C22CAC-0D68-4BAE-B0B5-020CE6A16E96}"/>
              </a:ext>
            </a:extLst>
          </p:cNvPr>
          <p:cNvCxnSpPr>
            <a:cxnSpLocks/>
          </p:cNvCxnSpPr>
          <p:nvPr/>
        </p:nvCxnSpPr>
        <p:spPr>
          <a:xfrm rot="2700000">
            <a:off x="12512507" y="4743427"/>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348" name="Straight Connector 347">
            <a:extLst>
              <a:ext uri="{FF2B5EF4-FFF2-40B4-BE49-F238E27FC236}">
                <a16:creationId xmlns:a16="http://schemas.microsoft.com/office/drawing/2014/main" id="{8EB8FE9E-0B51-469F-9B5B-1DB7BD552AD2}"/>
              </a:ext>
            </a:extLst>
          </p:cNvPr>
          <p:cNvCxnSpPr>
            <a:cxnSpLocks/>
          </p:cNvCxnSpPr>
          <p:nvPr/>
        </p:nvCxnSpPr>
        <p:spPr>
          <a:xfrm rot="2700000">
            <a:off x="13675767" y="1145219"/>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349" name="Straight Connector 348">
            <a:extLst>
              <a:ext uri="{FF2B5EF4-FFF2-40B4-BE49-F238E27FC236}">
                <a16:creationId xmlns:a16="http://schemas.microsoft.com/office/drawing/2014/main" id="{FE8A103F-BC19-46C7-9C39-411B4617CF27}"/>
              </a:ext>
            </a:extLst>
          </p:cNvPr>
          <p:cNvCxnSpPr>
            <a:cxnSpLocks/>
          </p:cNvCxnSpPr>
          <p:nvPr/>
        </p:nvCxnSpPr>
        <p:spPr>
          <a:xfrm rot="18900000">
            <a:off x="12515221" y="1145220"/>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350" name="Rectangle 349">
            <a:extLst>
              <a:ext uri="{FF2B5EF4-FFF2-40B4-BE49-F238E27FC236}">
                <a16:creationId xmlns:a16="http://schemas.microsoft.com/office/drawing/2014/main" id="{6082E38D-B5F2-4A08-8C7A-827EB9BEF9A0}"/>
              </a:ext>
            </a:extLst>
          </p:cNvPr>
          <p:cNvSpPr/>
          <p:nvPr/>
        </p:nvSpPr>
        <p:spPr>
          <a:xfrm>
            <a:off x="12798971" y="1822728"/>
            <a:ext cx="595051" cy="3026833"/>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51" name="Oval 350">
            <a:extLst>
              <a:ext uri="{FF2B5EF4-FFF2-40B4-BE49-F238E27FC236}">
                <a16:creationId xmlns:a16="http://schemas.microsoft.com/office/drawing/2014/main" id="{BEA9794C-1BCF-4D92-9315-09F80FC914B4}"/>
              </a:ext>
            </a:extLst>
          </p:cNvPr>
          <p:cNvSpPr/>
          <p:nvPr/>
        </p:nvSpPr>
        <p:spPr>
          <a:xfrm>
            <a:off x="13251704" y="1683205"/>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352" name="Oval 351">
            <a:extLst>
              <a:ext uri="{FF2B5EF4-FFF2-40B4-BE49-F238E27FC236}">
                <a16:creationId xmlns:a16="http://schemas.microsoft.com/office/drawing/2014/main" id="{946741CB-AFE5-42AF-8945-104076C21A1C}"/>
              </a:ext>
            </a:extLst>
          </p:cNvPr>
          <p:cNvSpPr/>
          <p:nvPr/>
        </p:nvSpPr>
        <p:spPr>
          <a:xfrm>
            <a:off x="13259551" y="4715090"/>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a:t>
            </a:r>
            <a:endParaRPr lang="en-US" dirty="0"/>
          </a:p>
        </p:txBody>
      </p:sp>
      <p:sp>
        <p:nvSpPr>
          <p:cNvPr id="353" name="Oval 352">
            <a:extLst>
              <a:ext uri="{FF2B5EF4-FFF2-40B4-BE49-F238E27FC236}">
                <a16:creationId xmlns:a16="http://schemas.microsoft.com/office/drawing/2014/main" id="{4BB01B41-16C2-4917-83C0-461F2B333DF6}"/>
              </a:ext>
            </a:extLst>
          </p:cNvPr>
          <p:cNvSpPr/>
          <p:nvPr/>
        </p:nvSpPr>
        <p:spPr>
          <a:xfrm>
            <a:off x="12619053" y="472578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354" name="Oval 353">
            <a:extLst>
              <a:ext uri="{FF2B5EF4-FFF2-40B4-BE49-F238E27FC236}">
                <a16:creationId xmlns:a16="http://schemas.microsoft.com/office/drawing/2014/main" id="{097C63F3-D6E6-4653-B0C7-0668435BE4A5}"/>
              </a:ext>
            </a:extLst>
          </p:cNvPr>
          <p:cNvSpPr/>
          <p:nvPr/>
        </p:nvSpPr>
        <p:spPr>
          <a:xfrm>
            <a:off x="12651328" y="1685004"/>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355" name="TextBox 354">
            <a:extLst>
              <a:ext uri="{FF2B5EF4-FFF2-40B4-BE49-F238E27FC236}">
                <a16:creationId xmlns:a16="http://schemas.microsoft.com/office/drawing/2014/main" id="{85217D1F-ACD7-4786-AF4A-3D889D010287}"/>
              </a:ext>
            </a:extLst>
          </p:cNvPr>
          <p:cNvSpPr txBox="1"/>
          <p:nvPr/>
        </p:nvSpPr>
        <p:spPr>
          <a:xfrm>
            <a:off x="13371362" y="1791670"/>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p>
        </p:txBody>
      </p:sp>
      <p:sp>
        <p:nvSpPr>
          <p:cNvPr id="356" name="TextBox 355">
            <a:extLst>
              <a:ext uri="{FF2B5EF4-FFF2-40B4-BE49-F238E27FC236}">
                <a16:creationId xmlns:a16="http://schemas.microsoft.com/office/drawing/2014/main" id="{D793557F-15DD-4C95-84AB-8839E197FBA4}"/>
              </a:ext>
            </a:extLst>
          </p:cNvPr>
          <p:cNvSpPr txBox="1"/>
          <p:nvPr/>
        </p:nvSpPr>
        <p:spPr>
          <a:xfrm>
            <a:off x="13853018" y="3239727"/>
            <a:ext cx="317716" cy="369332"/>
          </a:xfrm>
          <a:prstGeom prst="rect">
            <a:avLst/>
          </a:prstGeom>
          <a:noFill/>
          <a:ln w="19050">
            <a:solidFill>
              <a:schemeClr val="tx1"/>
            </a:solidFill>
          </a:ln>
        </p:spPr>
        <p:txBody>
          <a:bodyPr wrap="square" rtlCol="0">
            <a:spAutoFit/>
          </a:bodyPr>
          <a:lstStyle/>
          <a:p>
            <a:r>
              <a:rPr lang="pt-BR" dirty="0"/>
              <a:t>A</a:t>
            </a:r>
            <a:endParaRPr lang="en-US" dirty="0"/>
          </a:p>
        </p:txBody>
      </p:sp>
      <p:sp>
        <p:nvSpPr>
          <p:cNvPr id="357" name="TextBox 356">
            <a:extLst>
              <a:ext uri="{FF2B5EF4-FFF2-40B4-BE49-F238E27FC236}">
                <a16:creationId xmlns:a16="http://schemas.microsoft.com/office/drawing/2014/main" id="{E895D954-520A-484A-806E-50FFF27327D7}"/>
              </a:ext>
            </a:extLst>
          </p:cNvPr>
          <p:cNvSpPr txBox="1"/>
          <p:nvPr/>
        </p:nvSpPr>
        <p:spPr>
          <a:xfrm>
            <a:off x="12113897" y="3239727"/>
            <a:ext cx="317716" cy="369332"/>
          </a:xfrm>
          <a:prstGeom prst="rect">
            <a:avLst/>
          </a:prstGeom>
          <a:noFill/>
          <a:ln w="19050">
            <a:solidFill>
              <a:schemeClr val="tx1"/>
            </a:solidFill>
          </a:ln>
        </p:spPr>
        <p:txBody>
          <a:bodyPr wrap="square" rtlCol="0">
            <a:spAutoFit/>
          </a:bodyPr>
          <a:lstStyle/>
          <a:p>
            <a:r>
              <a:rPr lang="pt-BR" dirty="0"/>
              <a:t>C</a:t>
            </a:r>
            <a:endParaRPr lang="en-US" dirty="0"/>
          </a:p>
        </p:txBody>
      </p:sp>
      <p:sp>
        <p:nvSpPr>
          <p:cNvPr id="358" name="TextBox 357">
            <a:extLst>
              <a:ext uri="{FF2B5EF4-FFF2-40B4-BE49-F238E27FC236}">
                <a16:creationId xmlns:a16="http://schemas.microsoft.com/office/drawing/2014/main" id="{94F91362-A35B-421B-B772-A5E16E63BC6E}"/>
              </a:ext>
            </a:extLst>
          </p:cNvPr>
          <p:cNvSpPr txBox="1"/>
          <p:nvPr/>
        </p:nvSpPr>
        <p:spPr>
          <a:xfrm>
            <a:off x="12924473" y="3239727"/>
            <a:ext cx="317716" cy="369332"/>
          </a:xfrm>
          <a:prstGeom prst="rect">
            <a:avLst/>
          </a:prstGeom>
          <a:noFill/>
          <a:ln w="19050">
            <a:solidFill>
              <a:schemeClr val="bg1"/>
            </a:solidFill>
          </a:ln>
        </p:spPr>
        <p:txBody>
          <a:bodyPr wrap="square" rtlCol="0">
            <a:spAutoFit/>
          </a:bodyPr>
          <a:lstStyle/>
          <a:p>
            <a:r>
              <a:rPr lang="pt-BR" dirty="0"/>
              <a:t>N</a:t>
            </a:r>
            <a:endParaRPr lang="en-US" dirty="0"/>
          </a:p>
        </p:txBody>
      </p:sp>
      <p:sp>
        <p:nvSpPr>
          <p:cNvPr id="359" name="TextBox 358">
            <a:extLst>
              <a:ext uri="{FF2B5EF4-FFF2-40B4-BE49-F238E27FC236}">
                <a16:creationId xmlns:a16="http://schemas.microsoft.com/office/drawing/2014/main" id="{9BBD5E81-4229-400D-BF2A-8752861C0226}"/>
              </a:ext>
            </a:extLst>
          </p:cNvPr>
          <p:cNvSpPr txBox="1"/>
          <p:nvPr/>
        </p:nvSpPr>
        <p:spPr>
          <a:xfrm>
            <a:off x="12405041" y="4296522"/>
            <a:ext cx="403983" cy="369332"/>
          </a:xfrm>
          <a:prstGeom prst="rect">
            <a:avLst/>
          </a:prstGeom>
          <a:noFill/>
        </p:spPr>
        <p:txBody>
          <a:bodyPr wrap="square">
            <a:spAutoFit/>
          </a:bodyPr>
          <a:lstStyle/>
          <a:p>
            <a:r>
              <a:rPr lang="en-US" dirty="0">
                <a:latin typeface="Consolas" panose="020B0609020204030204" pitchFamily="49" charset="0"/>
              </a:rPr>
              <a:t>c</a:t>
            </a:r>
            <a:r>
              <a:rPr lang="en-US" baseline="-25000" dirty="0">
                <a:latin typeface="Consolas" panose="020B0609020204030204" pitchFamily="49" charset="0"/>
              </a:rPr>
              <a:t>0</a:t>
            </a:r>
          </a:p>
        </p:txBody>
      </p:sp>
      <p:cxnSp>
        <p:nvCxnSpPr>
          <p:cNvPr id="360" name="Straight Arrow Connector 359">
            <a:extLst>
              <a:ext uri="{FF2B5EF4-FFF2-40B4-BE49-F238E27FC236}">
                <a16:creationId xmlns:a16="http://schemas.microsoft.com/office/drawing/2014/main" id="{908EC078-A274-462C-BD11-98EE2A549D59}"/>
              </a:ext>
            </a:extLst>
          </p:cNvPr>
          <p:cNvCxnSpPr>
            <a:cxnSpLocks/>
          </p:cNvCxnSpPr>
          <p:nvPr/>
        </p:nvCxnSpPr>
        <p:spPr>
          <a:xfrm rot="16200000" flipV="1">
            <a:off x="12515588"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1" name="Straight Arrow Connector 360">
            <a:extLst>
              <a:ext uri="{FF2B5EF4-FFF2-40B4-BE49-F238E27FC236}">
                <a16:creationId xmlns:a16="http://schemas.microsoft.com/office/drawing/2014/main" id="{FCBCF232-BA91-49E9-9B33-E091CA63734F}"/>
              </a:ext>
            </a:extLst>
          </p:cNvPr>
          <p:cNvCxnSpPr>
            <a:cxnSpLocks/>
          </p:cNvCxnSpPr>
          <p:nvPr/>
        </p:nvCxnSpPr>
        <p:spPr>
          <a:xfrm rot="16200000" flipV="1">
            <a:off x="13122709" y="339328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2" name="Straight Arrow Connector 361">
            <a:extLst>
              <a:ext uri="{FF2B5EF4-FFF2-40B4-BE49-F238E27FC236}">
                <a16:creationId xmlns:a16="http://schemas.microsoft.com/office/drawing/2014/main" id="{244F7210-71B0-451D-8CCD-65244C2D9E18}"/>
              </a:ext>
            </a:extLst>
          </p:cNvPr>
          <p:cNvCxnSpPr>
            <a:cxnSpLocks/>
          </p:cNvCxnSpPr>
          <p:nvPr/>
        </p:nvCxnSpPr>
        <p:spPr>
          <a:xfrm rot="5400000" flipV="1">
            <a:off x="12632707" y="343378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3" name="Straight Arrow Connector 362">
            <a:extLst>
              <a:ext uri="{FF2B5EF4-FFF2-40B4-BE49-F238E27FC236}">
                <a16:creationId xmlns:a16="http://schemas.microsoft.com/office/drawing/2014/main" id="{C2178BC4-CA12-4AE8-AD5D-8AAD8D0AF476}"/>
              </a:ext>
            </a:extLst>
          </p:cNvPr>
          <p:cNvCxnSpPr>
            <a:cxnSpLocks/>
          </p:cNvCxnSpPr>
          <p:nvPr/>
        </p:nvCxnSpPr>
        <p:spPr>
          <a:xfrm rot="5400000" flipV="1">
            <a:off x="13252414"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4" name="Straight Arrow Connector 363">
            <a:extLst>
              <a:ext uri="{FF2B5EF4-FFF2-40B4-BE49-F238E27FC236}">
                <a16:creationId xmlns:a16="http://schemas.microsoft.com/office/drawing/2014/main" id="{50248E3E-3C93-4E2C-883E-2E635818E255}"/>
              </a:ext>
            </a:extLst>
          </p:cNvPr>
          <p:cNvCxnSpPr>
            <a:cxnSpLocks/>
          </p:cNvCxnSpPr>
          <p:nvPr/>
        </p:nvCxnSpPr>
        <p:spPr>
          <a:xfrm flipH="1">
            <a:off x="13001714" y="1898990"/>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5" name="Straight Arrow Connector 364">
            <a:extLst>
              <a:ext uri="{FF2B5EF4-FFF2-40B4-BE49-F238E27FC236}">
                <a16:creationId xmlns:a16="http://schemas.microsoft.com/office/drawing/2014/main" id="{E542ECB8-CE00-4884-AEDC-2EEA087D43BB}"/>
              </a:ext>
            </a:extLst>
          </p:cNvPr>
          <p:cNvCxnSpPr>
            <a:cxnSpLocks/>
          </p:cNvCxnSpPr>
          <p:nvPr/>
        </p:nvCxnSpPr>
        <p:spPr>
          <a:xfrm rot="10800000" flipH="1">
            <a:off x="12988549" y="4725198"/>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6" name="TextBox 365">
            <a:extLst>
              <a:ext uri="{FF2B5EF4-FFF2-40B4-BE49-F238E27FC236}">
                <a16:creationId xmlns:a16="http://schemas.microsoft.com/office/drawing/2014/main" id="{41B544BF-E04C-41D7-B22E-6069939E81BA}"/>
              </a:ext>
            </a:extLst>
          </p:cNvPr>
          <p:cNvSpPr txBox="1"/>
          <p:nvPr/>
        </p:nvSpPr>
        <p:spPr>
          <a:xfrm>
            <a:off x="12746862" y="1893914"/>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0</a:t>
            </a:r>
          </a:p>
        </p:txBody>
      </p:sp>
      <p:sp>
        <p:nvSpPr>
          <p:cNvPr id="367" name="TextBox 366">
            <a:extLst>
              <a:ext uri="{FF2B5EF4-FFF2-40B4-BE49-F238E27FC236}">
                <a16:creationId xmlns:a16="http://schemas.microsoft.com/office/drawing/2014/main" id="{E0186692-F5D7-4111-A690-F3BD9CDD5EF6}"/>
              </a:ext>
            </a:extLst>
          </p:cNvPr>
          <p:cNvSpPr txBox="1"/>
          <p:nvPr/>
        </p:nvSpPr>
        <p:spPr>
          <a:xfrm>
            <a:off x="12716729" y="4363757"/>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1</a:t>
            </a:r>
          </a:p>
        </p:txBody>
      </p:sp>
      <p:sp>
        <p:nvSpPr>
          <p:cNvPr id="368" name="TextBox 367">
            <a:extLst>
              <a:ext uri="{FF2B5EF4-FFF2-40B4-BE49-F238E27FC236}">
                <a16:creationId xmlns:a16="http://schemas.microsoft.com/office/drawing/2014/main" id="{0AFD4DD6-D62B-41B2-B3F5-43B9879C18DE}"/>
              </a:ext>
            </a:extLst>
          </p:cNvPr>
          <p:cNvSpPr txBox="1"/>
          <p:nvPr/>
        </p:nvSpPr>
        <p:spPr>
          <a:xfrm>
            <a:off x="13063484" y="4360919"/>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2</a:t>
            </a:r>
          </a:p>
        </p:txBody>
      </p:sp>
      <p:sp>
        <p:nvSpPr>
          <p:cNvPr id="369" name="TextBox 368">
            <a:extLst>
              <a:ext uri="{FF2B5EF4-FFF2-40B4-BE49-F238E27FC236}">
                <a16:creationId xmlns:a16="http://schemas.microsoft.com/office/drawing/2014/main" id="{50DE26B5-3A24-46BB-8D5F-3D5E223609DE}"/>
              </a:ext>
            </a:extLst>
          </p:cNvPr>
          <p:cNvSpPr txBox="1"/>
          <p:nvPr/>
        </p:nvSpPr>
        <p:spPr>
          <a:xfrm>
            <a:off x="13068154" y="1888861"/>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3</a:t>
            </a:r>
          </a:p>
        </p:txBody>
      </p:sp>
      <p:sp>
        <p:nvSpPr>
          <p:cNvPr id="370" name="TextBox 369">
            <a:extLst>
              <a:ext uri="{FF2B5EF4-FFF2-40B4-BE49-F238E27FC236}">
                <a16:creationId xmlns:a16="http://schemas.microsoft.com/office/drawing/2014/main" id="{6FD323A7-3786-41D5-BB7C-AF3FC38BB5B4}"/>
              </a:ext>
            </a:extLst>
          </p:cNvPr>
          <p:cNvSpPr txBox="1"/>
          <p:nvPr/>
        </p:nvSpPr>
        <p:spPr>
          <a:xfrm>
            <a:off x="11738760" y="5642335"/>
            <a:ext cx="2715470" cy="646331"/>
          </a:xfrm>
          <a:prstGeom prst="rect">
            <a:avLst/>
          </a:prstGeom>
          <a:ln/>
        </p:spPr>
        <p:style>
          <a:lnRef idx="1">
            <a:schemeClr val="dk1"/>
          </a:lnRef>
          <a:fillRef idx="3">
            <a:schemeClr val="dk1"/>
          </a:fillRef>
          <a:effectRef idx="2">
            <a:schemeClr val="dk1"/>
          </a:effectRef>
          <a:fontRef idx="minor">
            <a:schemeClr val="lt1"/>
          </a:fontRef>
        </p:style>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1</a:t>
            </a:r>
            <a:r>
              <a:rPr lang="en-US" dirty="0">
                <a:latin typeface="Consolas" panose="020B0609020204030204" pitchFamily="49" charset="0"/>
              </a:rPr>
              <a:t> = border.</a:t>
            </a:r>
          </a:p>
          <a:p>
            <a:r>
              <a:rPr lang="en-US" dirty="0">
                <a:latin typeface="Consolas" panose="020B0609020204030204" pitchFamily="49" charset="0"/>
              </a:rPr>
              <a:t>n</a:t>
            </a:r>
            <a:r>
              <a:rPr lang="en-US" baseline="-25000" dirty="0">
                <a:latin typeface="Consolas" panose="020B0609020204030204" pitchFamily="49" charset="0"/>
              </a:rPr>
              <a:t>3</a:t>
            </a:r>
            <a:r>
              <a:rPr lang="en-US" dirty="0">
                <a:latin typeface="Consolas" panose="020B0609020204030204" pitchFamily="49" charset="0"/>
              </a:rPr>
              <a:t> = border.</a:t>
            </a:r>
            <a:endParaRPr lang="en-US" baseline="-25000" dirty="0">
              <a:latin typeface="Consolas" panose="020B0609020204030204" pitchFamily="49" charset="0"/>
            </a:endParaRPr>
          </a:p>
        </p:txBody>
      </p:sp>
      <p:sp>
        <p:nvSpPr>
          <p:cNvPr id="371" name="TextBox 370">
            <a:extLst>
              <a:ext uri="{FF2B5EF4-FFF2-40B4-BE49-F238E27FC236}">
                <a16:creationId xmlns:a16="http://schemas.microsoft.com/office/drawing/2014/main" id="{62113A91-6F8A-41E0-B140-129E99582049}"/>
              </a:ext>
            </a:extLst>
          </p:cNvPr>
          <p:cNvSpPr txBox="1"/>
          <p:nvPr/>
        </p:nvSpPr>
        <p:spPr>
          <a:xfrm>
            <a:off x="1298123" y="5143742"/>
            <a:ext cx="317716" cy="369332"/>
          </a:xfrm>
          <a:prstGeom prst="rect">
            <a:avLst/>
          </a:prstGeom>
          <a:noFill/>
          <a:ln w="19050">
            <a:solidFill>
              <a:schemeClr val="tx1"/>
            </a:solidFill>
          </a:ln>
        </p:spPr>
        <p:txBody>
          <a:bodyPr wrap="square" rtlCol="0">
            <a:spAutoFit/>
          </a:bodyPr>
          <a:lstStyle/>
          <a:p>
            <a:r>
              <a:rPr lang="pt-BR" dirty="0"/>
              <a:t>D</a:t>
            </a:r>
            <a:endParaRPr lang="en-US" dirty="0"/>
          </a:p>
        </p:txBody>
      </p:sp>
      <p:sp>
        <p:nvSpPr>
          <p:cNvPr id="372" name="TextBox 371">
            <a:extLst>
              <a:ext uri="{FF2B5EF4-FFF2-40B4-BE49-F238E27FC236}">
                <a16:creationId xmlns:a16="http://schemas.microsoft.com/office/drawing/2014/main" id="{68AE9F2B-FF4C-4331-B244-A5FDC07F3DAE}"/>
              </a:ext>
            </a:extLst>
          </p:cNvPr>
          <p:cNvSpPr txBox="1"/>
          <p:nvPr/>
        </p:nvSpPr>
        <p:spPr>
          <a:xfrm>
            <a:off x="1302886" y="1228049"/>
            <a:ext cx="317716" cy="369332"/>
          </a:xfrm>
          <a:prstGeom prst="rect">
            <a:avLst/>
          </a:prstGeom>
          <a:noFill/>
          <a:ln w="19050">
            <a:solidFill>
              <a:schemeClr val="tx1"/>
            </a:solidFill>
          </a:ln>
        </p:spPr>
        <p:txBody>
          <a:bodyPr wrap="square" rtlCol="0">
            <a:spAutoFit/>
          </a:bodyPr>
          <a:lstStyle/>
          <a:p>
            <a:r>
              <a:rPr lang="pt-BR" dirty="0"/>
              <a:t>E</a:t>
            </a:r>
            <a:endParaRPr lang="en-US" dirty="0"/>
          </a:p>
        </p:txBody>
      </p:sp>
      <p:grpSp>
        <p:nvGrpSpPr>
          <p:cNvPr id="381" name="Group 380">
            <a:extLst>
              <a:ext uri="{FF2B5EF4-FFF2-40B4-BE49-F238E27FC236}">
                <a16:creationId xmlns:a16="http://schemas.microsoft.com/office/drawing/2014/main" id="{CF107EF7-E6C4-4847-9549-E659220DC0E3}"/>
              </a:ext>
            </a:extLst>
          </p:cNvPr>
          <p:cNvGrpSpPr/>
          <p:nvPr/>
        </p:nvGrpSpPr>
        <p:grpSpPr>
          <a:xfrm>
            <a:off x="2898260" y="1145220"/>
            <a:ext cx="2055102" cy="4391956"/>
            <a:chOff x="2898260" y="1145220"/>
            <a:chExt cx="2055102" cy="4391956"/>
          </a:xfrm>
        </p:grpSpPr>
        <p:cxnSp>
          <p:nvCxnSpPr>
            <p:cNvPr id="256" name="Straight Connector 255">
              <a:extLst>
                <a:ext uri="{FF2B5EF4-FFF2-40B4-BE49-F238E27FC236}">
                  <a16:creationId xmlns:a16="http://schemas.microsoft.com/office/drawing/2014/main" id="{D9E392C2-2B1D-486E-8414-475ACC006390}"/>
                </a:ext>
              </a:extLst>
            </p:cNvPr>
            <p:cNvCxnSpPr>
              <a:cxnSpLocks/>
            </p:cNvCxnSpPr>
            <p:nvPr/>
          </p:nvCxnSpPr>
          <p:spPr>
            <a:xfrm rot="18900000">
              <a:off x="4458395" y="4743426"/>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257" name="Straight Connector 256">
              <a:extLst>
                <a:ext uri="{FF2B5EF4-FFF2-40B4-BE49-F238E27FC236}">
                  <a16:creationId xmlns:a16="http://schemas.microsoft.com/office/drawing/2014/main" id="{4BD58E54-334D-4D3F-B844-36BF3C3BAEAE}"/>
                </a:ext>
              </a:extLst>
            </p:cNvPr>
            <p:cNvCxnSpPr>
              <a:cxnSpLocks/>
            </p:cNvCxnSpPr>
            <p:nvPr/>
          </p:nvCxnSpPr>
          <p:spPr>
            <a:xfrm rot="2700000">
              <a:off x="3295135" y="4743427"/>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258" name="Straight Connector 257">
              <a:extLst>
                <a:ext uri="{FF2B5EF4-FFF2-40B4-BE49-F238E27FC236}">
                  <a16:creationId xmlns:a16="http://schemas.microsoft.com/office/drawing/2014/main" id="{4E02913C-73C9-424A-B5E6-483B8281942F}"/>
                </a:ext>
              </a:extLst>
            </p:cNvPr>
            <p:cNvCxnSpPr>
              <a:cxnSpLocks/>
            </p:cNvCxnSpPr>
            <p:nvPr/>
          </p:nvCxnSpPr>
          <p:spPr>
            <a:xfrm rot="2700000">
              <a:off x="4458395" y="1145219"/>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259" name="Straight Connector 258">
              <a:extLst>
                <a:ext uri="{FF2B5EF4-FFF2-40B4-BE49-F238E27FC236}">
                  <a16:creationId xmlns:a16="http://schemas.microsoft.com/office/drawing/2014/main" id="{70A2019C-88AA-4959-B44F-174A5C6C565C}"/>
                </a:ext>
              </a:extLst>
            </p:cNvPr>
            <p:cNvCxnSpPr>
              <a:cxnSpLocks/>
            </p:cNvCxnSpPr>
            <p:nvPr/>
          </p:nvCxnSpPr>
          <p:spPr>
            <a:xfrm rot="18900000">
              <a:off x="3297849" y="1145220"/>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273" name="Rectangle 272">
              <a:extLst>
                <a:ext uri="{FF2B5EF4-FFF2-40B4-BE49-F238E27FC236}">
                  <a16:creationId xmlns:a16="http://schemas.microsoft.com/office/drawing/2014/main" id="{418AB3A6-3064-4CCD-A540-39CAF384C508}"/>
                </a:ext>
              </a:extLst>
            </p:cNvPr>
            <p:cNvSpPr/>
            <p:nvPr/>
          </p:nvSpPr>
          <p:spPr>
            <a:xfrm>
              <a:off x="3581599" y="1822728"/>
              <a:ext cx="595051" cy="3026833"/>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74" name="Oval 273">
              <a:extLst>
                <a:ext uri="{FF2B5EF4-FFF2-40B4-BE49-F238E27FC236}">
                  <a16:creationId xmlns:a16="http://schemas.microsoft.com/office/drawing/2014/main" id="{E0392FC2-E93B-4482-8649-69CD915456F3}"/>
                </a:ext>
              </a:extLst>
            </p:cNvPr>
            <p:cNvSpPr/>
            <p:nvPr/>
          </p:nvSpPr>
          <p:spPr>
            <a:xfrm>
              <a:off x="4034332" y="1683205"/>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275" name="Oval 274">
              <a:extLst>
                <a:ext uri="{FF2B5EF4-FFF2-40B4-BE49-F238E27FC236}">
                  <a16:creationId xmlns:a16="http://schemas.microsoft.com/office/drawing/2014/main" id="{ABFC92D9-6BF5-4D8C-B0DF-B8AE7D03D2CD}"/>
                </a:ext>
              </a:extLst>
            </p:cNvPr>
            <p:cNvSpPr/>
            <p:nvPr/>
          </p:nvSpPr>
          <p:spPr>
            <a:xfrm>
              <a:off x="4042179" y="4715090"/>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276" name="Oval 275">
              <a:extLst>
                <a:ext uri="{FF2B5EF4-FFF2-40B4-BE49-F238E27FC236}">
                  <a16:creationId xmlns:a16="http://schemas.microsoft.com/office/drawing/2014/main" id="{3852A55D-1E39-44F7-A677-3FD90E1ED420}"/>
                </a:ext>
              </a:extLst>
            </p:cNvPr>
            <p:cNvSpPr/>
            <p:nvPr/>
          </p:nvSpPr>
          <p:spPr>
            <a:xfrm>
              <a:off x="3401681" y="4725787"/>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277" name="Oval 276">
              <a:extLst>
                <a:ext uri="{FF2B5EF4-FFF2-40B4-BE49-F238E27FC236}">
                  <a16:creationId xmlns:a16="http://schemas.microsoft.com/office/drawing/2014/main" id="{E7F72A93-C96B-4AF6-AFB5-DE7618F84589}"/>
                </a:ext>
              </a:extLst>
            </p:cNvPr>
            <p:cNvSpPr/>
            <p:nvPr/>
          </p:nvSpPr>
          <p:spPr>
            <a:xfrm>
              <a:off x="3433956" y="1685004"/>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278" name="TextBox 277">
              <a:extLst>
                <a:ext uri="{FF2B5EF4-FFF2-40B4-BE49-F238E27FC236}">
                  <a16:creationId xmlns:a16="http://schemas.microsoft.com/office/drawing/2014/main" id="{44BB2C9D-770D-4147-8B86-09E7023B5E7E}"/>
                </a:ext>
              </a:extLst>
            </p:cNvPr>
            <p:cNvSpPr txBox="1"/>
            <p:nvPr/>
          </p:nvSpPr>
          <p:spPr>
            <a:xfrm>
              <a:off x="4153990" y="1791670"/>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p>
          </p:txBody>
        </p:sp>
        <p:sp>
          <p:nvSpPr>
            <p:cNvPr id="281" name="TextBox 280">
              <a:extLst>
                <a:ext uri="{FF2B5EF4-FFF2-40B4-BE49-F238E27FC236}">
                  <a16:creationId xmlns:a16="http://schemas.microsoft.com/office/drawing/2014/main" id="{13EC2964-5357-4D72-BDFF-6CA327A8A0AB}"/>
                </a:ext>
              </a:extLst>
            </p:cNvPr>
            <p:cNvSpPr txBox="1"/>
            <p:nvPr/>
          </p:nvSpPr>
          <p:spPr>
            <a:xfrm>
              <a:off x="4635646" y="3239727"/>
              <a:ext cx="317716" cy="369332"/>
            </a:xfrm>
            <a:prstGeom prst="rect">
              <a:avLst/>
            </a:prstGeom>
            <a:noFill/>
            <a:ln w="19050">
              <a:solidFill>
                <a:schemeClr val="tx1"/>
              </a:solidFill>
            </a:ln>
          </p:spPr>
          <p:txBody>
            <a:bodyPr wrap="square" rtlCol="0">
              <a:spAutoFit/>
            </a:bodyPr>
            <a:lstStyle/>
            <a:p>
              <a:r>
                <a:rPr lang="pt-BR" dirty="0"/>
                <a:t>A</a:t>
              </a:r>
              <a:endParaRPr lang="en-US" dirty="0"/>
            </a:p>
          </p:txBody>
        </p:sp>
        <p:sp>
          <p:nvSpPr>
            <p:cNvPr id="282" name="TextBox 281">
              <a:extLst>
                <a:ext uri="{FF2B5EF4-FFF2-40B4-BE49-F238E27FC236}">
                  <a16:creationId xmlns:a16="http://schemas.microsoft.com/office/drawing/2014/main" id="{7BC7EC81-5762-4A7A-A4F7-863B19363D41}"/>
                </a:ext>
              </a:extLst>
            </p:cNvPr>
            <p:cNvSpPr txBox="1"/>
            <p:nvPr/>
          </p:nvSpPr>
          <p:spPr>
            <a:xfrm>
              <a:off x="2909224" y="3239727"/>
              <a:ext cx="317716" cy="369332"/>
            </a:xfrm>
            <a:prstGeom prst="rect">
              <a:avLst/>
            </a:prstGeom>
            <a:noFill/>
            <a:ln w="19050">
              <a:solidFill>
                <a:schemeClr val="tx1"/>
              </a:solidFill>
            </a:ln>
          </p:spPr>
          <p:txBody>
            <a:bodyPr wrap="square" rtlCol="0">
              <a:spAutoFit/>
            </a:bodyPr>
            <a:lstStyle/>
            <a:p>
              <a:r>
                <a:rPr lang="pt-BR" dirty="0"/>
                <a:t>C</a:t>
              </a:r>
              <a:endParaRPr lang="en-US" dirty="0"/>
            </a:p>
          </p:txBody>
        </p:sp>
        <p:sp>
          <p:nvSpPr>
            <p:cNvPr id="283" name="TextBox 282">
              <a:extLst>
                <a:ext uri="{FF2B5EF4-FFF2-40B4-BE49-F238E27FC236}">
                  <a16:creationId xmlns:a16="http://schemas.microsoft.com/office/drawing/2014/main" id="{85362938-295D-4876-8C24-F2335335F004}"/>
                </a:ext>
              </a:extLst>
            </p:cNvPr>
            <p:cNvSpPr txBox="1"/>
            <p:nvPr/>
          </p:nvSpPr>
          <p:spPr>
            <a:xfrm>
              <a:off x="3707101" y="3239727"/>
              <a:ext cx="317716" cy="369332"/>
            </a:xfrm>
            <a:prstGeom prst="rect">
              <a:avLst/>
            </a:prstGeom>
            <a:noFill/>
            <a:ln w="19050">
              <a:solidFill>
                <a:schemeClr val="bg1"/>
              </a:solidFill>
            </a:ln>
          </p:spPr>
          <p:txBody>
            <a:bodyPr wrap="square" rtlCol="0">
              <a:spAutoFit/>
            </a:bodyPr>
            <a:lstStyle/>
            <a:p>
              <a:r>
                <a:rPr lang="pt-BR" dirty="0"/>
                <a:t>N</a:t>
              </a:r>
              <a:endParaRPr lang="en-US" dirty="0"/>
            </a:p>
          </p:txBody>
        </p:sp>
        <p:sp>
          <p:nvSpPr>
            <p:cNvPr id="284" name="TextBox 283">
              <a:extLst>
                <a:ext uri="{FF2B5EF4-FFF2-40B4-BE49-F238E27FC236}">
                  <a16:creationId xmlns:a16="http://schemas.microsoft.com/office/drawing/2014/main" id="{E91354F7-537A-4AF5-A0D3-F67E92C30B8C}"/>
                </a:ext>
              </a:extLst>
            </p:cNvPr>
            <p:cNvSpPr txBox="1"/>
            <p:nvPr/>
          </p:nvSpPr>
          <p:spPr>
            <a:xfrm>
              <a:off x="3187669" y="4296522"/>
              <a:ext cx="403983" cy="276999"/>
            </a:xfrm>
            <a:prstGeom prst="rect">
              <a:avLst/>
            </a:prstGeom>
            <a:noFill/>
          </p:spPr>
          <p:txBody>
            <a:bodyPr wrap="square">
              <a:spAutoFit/>
            </a:bodyPr>
            <a:lstStyle/>
            <a:p>
              <a:r>
                <a:rPr lang="en-US" baseline="-25000" dirty="0">
                  <a:latin typeface="Consolas" panose="020B0609020204030204" pitchFamily="49" charset="0"/>
                </a:rPr>
                <a:t>c0</a:t>
              </a:r>
            </a:p>
          </p:txBody>
        </p:sp>
        <p:cxnSp>
          <p:nvCxnSpPr>
            <p:cNvPr id="285" name="Straight Arrow Connector 284">
              <a:extLst>
                <a:ext uri="{FF2B5EF4-FFF2-40B4-BE49-F238E27FC236}">
                  <a16:creationId xmlns:a16="http://schemas.microsoft.com/office/drawing/2014/main" id="{628EB7EE-3397-453D-8D9C-58F0C189B868}"/>
                </a:ext>
              </a:extLst>
            </p:cNvPr>
            <p:cNvCxnSpPr>
              <a:cxnSpLocks/>
            </p:cNvCxnSpPr>
            <p:nvPr/>
          </p:nvCxnSpPr>
          <p:spPr>
            <a:xfrm rot="16200000" flipV="1">
              <a:off x="3298216"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6" name="Straight Arrow Connector 285">
              <a:extLst>
                <a:ext uri="{FF2B5EF4-FFF2-40B4-BE49-F238E27FC236}">
                  <a16:creationId xmlns:a16="http://schemas.microsoft.com/office/drawing/2014/main" id="{F6C94DE6-3717-475B-91FE-E3A71995EFF3}"/>
                </a:ext>
              </a:extLst>
            </p:cNvPr>
            <p:cNvCxnSpPr>
              <a:cxnSpLocks/>
            </p:cNvCxnSpPr>
            <p:nvPr/>
          </p:nvCxnSpPr>
          <p:spPr>
            <a:xfrm rot="16200000" flipV="1">
              <a:off x="3905337" y="339328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7" name="Straight Arrow Connector 286">
              <a:extLst>
                <a:ext uri="{FF2B5EF4-FFF2-40B4-BE49-F238E27FC236}">
                  <a16:creationId xmlns:a16="http://schemas.microsoft.com/office/drawing/2014/main" id="{1D6A6230-C421-4591-B680-28BD9002BEA3}"/>
                </a:ext>
              </a:extLst>
            </p:cNvPr>
            <p:cNvCxnSpPr>
              <a:cxnSpLocks/>
            </p:cNvCxnSpPr>
            <p:nvPr/>
          </p:nvCxnSpPr>
          <p:spPr>
            <a:xfrm rot="5400000" flipV="1">
              <a:off x="3415335" y="343378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8" name="Straight Arrow Connector 287">
              <a:extLst>
                <a:ext uri="{FF2B5EF4-FFF2-40B4-BE49-F238E27FC236}">
                  <a16:creationId xmlns:a16="http://schemas.microsoft.com/office/drawing/2014/main" id="{53B01DF8-1FFC-4151-8FA9-59E536434341}"/>
                </a:ext>
              </a:extLst>
            </p:cNvPr>
            <p:cNvCxnSpPr>
              <a:cxnSpLocks/>
            </p:cNvCxnSpPr>
            <p:nvPr/>
          </p:nvCxnSpPr>
          <p:spPr>
            <a:xfrm rot="5400000" flipV="1">
              <a:off x="4035042"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9" name="Straight Arrow Connector 288">
              <a:extLst>
                <a:ext uri="{FF2B5EF4-FFF2-40B4-BE49-F238E27FC236}">
                  <a16:creationId xmlns:a16="http://schemas.microsoft.com/office/drawing/2014/main" id="{EB50BB48-2A90-408A-AD3A-390110525054}"/>
                </a:ext>
              </a:extLst>
            </p:cNvPr>
            <p:cNvCxnSpPr>
              <a:cxnSpLocks/>
            </p:cNvCxnSpPr>
            <p:nvPr/>
          </p:nvCxnSpPr>
          <p:spPr>
            <a:xfrm flipH="1">
              <a:off x="3784342" y="1898990"/>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0" name="Straight Arrow Connector 289">
              <a:extLst>
                <a:ext uri="{FF2B5EF4-FFF2-40B4-BE49-F238E27FC236}">
                  <a16:creationId xmlns:a16="http://schemas.microsoft.com/office/drawing/2014/main" id="{BC35669C-9C66-4ABE-9B99-9253D697E759}"/>
                </a:ext>
              </a:extLst>
            </p:cNvPr>
            <p:cNvCxnSpPr>
              <a:cxnSpLocks/>
            </p:cNvCxnSpPr>
            <p:nvPr/>
          </p:nvCxnSpPr>
          <p:spPr>
            <a:xfrm rot="10800000" flipH="1">
              <a:off x="3771177" y="4725198"/>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1" name="TextBox 290">
              <a:extLst>
                <a:ext uri="{FF2B5EF4-FFF2-40B4-BE49-F238E27FC236}">
                  <a16:creationId xmlns:a16="http://schemas.microsoft.com/office/drawing/2014/main" id="{3AD7F3D6-3BA3-42D8-B2B9-C61ED3913932}"/>
                </a:ext>
              </a:extLst>
            </p:cNvPr>
            <p:cNvSpPr txBox="1"/>
            <p:nvPr/>
          </p:nvSpPr>
          <p:spPr>
            <a:xfrm>
              <a:off x="3529490" y="1893914"/>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0</a:t>
              </a:r>
            </a:p>
          </p:txBody>
        </p:sp>
        <p:sp>
          <p:nvSpPr>
            <p:cNvPr id="292" name="TextBox 291">
              <a:extLst>
                <a:ext uri="{FF2B5EF4-FFF2-40B4-BE49-F238E27FC236}">
                  <a16:creationId xmlns:a16="http://schemas.microsoft.com/office/drawing/2014/main" id="{E57EC129-E0B9-4215-A1FA-5F46740640C5}"/>
                </a:ext>
              </a:extLst>
            </p:cNvPr>
            <p:cNvSpPr txBox="1"/>
            <p:nvPr/>
          </p:nvSpPr>
          <p:spPr>
            <a:xfrm>
              <a:off x="3499357" y="4363757"/>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1</a:t>
              </a:r>
            </a:p>
          </p:txBody>
        </p:sp>
        <p:sp>
          <p:nvSpPr>
            <p:cNvPr id="293" name="TextBox 292">
              <a:extLst>
                <a:ext uri="{FF2B5EF4-FFF2-40B4-BE49-F238E27FC236}">
                  <a16:creationId xmlns:a16="http://schemas.microsoft.com/office/drawing/2014/main" id="{331A3087-764F-47FE-A01F-E4B95C40CE85}"/>
                </a:ext>
              </a:extLst>
            </p:cNvPr>
            <p:cNvSpPr txBox="1"/>
            <p:nvPr/>
          </p:nvSpPr>
          <p:spPr>
            <a:xfrm>
              <a:off x="3846112" y="4360919"/>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2</a:t>
              </a:r>
            </a:p>
          </p:txBody>
        </p:sp>
        <p:sp>
          <p:nvSpPr>
            <p:cNvPr id="294" name="TextBox 293">
              <a:extLst>
                <a:ext uri="{FF2B5EF4-FFF2-40B4-BE49-F238E27FC236}">
                  <a16:creationId xmlns:a16="http://schemas.microsoft.com/office/drawing/2014/main" id="{19A739E8-6074-4780-9FCB-E693C9019817}"/>
                </a:ext>
              </a:extLst>
            </p:cNvPr>
            <p:cNvSpPr txBox="1"/>
            <p:nvPr/>
          </p:nvSpPr>
          <p:spPr>
            <a:xfrm>
              <a:off x="3850782" y="1888861"/>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3</a:t>
              </a:r>
            </a:p>
          </p:txBody>
        </p:sp>
        <p:sp>
          <p:nvSpPr>
            <p:cNvPr id="373" name="TextBox 372">
              <a:extLst>
                <a:ext uri="{FF2B5EF4-FFF2-40B4-BE49-F238E27FC236}">
                  <a16:creationId xmlns:a16="http://schemas.microsoft.com/office/drawing/2014/main" id="{01A2B667-95D1-4CC1-AF00-D3633703A3F4}"/>
                </a:ext>
              </a:extLst>
            </p:cNvPr>
            <p:cNvSpPr txBox="1"/>
            <p:nvPr/>
          </p:nvSpPr>
          <p:spPr>
            <a:xfrm>
              <a:off x="3710302" y="5134645"/>
              <a:ext cx="317716" cy="369332"/>
            </a:xfrm>
            <a:prstGeom prst="rect">
              <a:avLst/>
            </a:prstGeom>
            <a:noFill/>
            <a:ln w="19050">
              <a:solidFill>
                <a:schemeClr val="tx1"/>
              </a:solidFill>
            </a:ln>
          </p:spPr>
          <p:txBody>
            <a:bodyPr wrap="square" rtlCol="0">
              <a:spAutoFit/>
            </a:bodyPr>
            <a:lstStyle/>
            <a:p>
              <a:r>
                <a:rPr lang="pt-BR" dirty="0"/>
                <a:t>D</a:t>
              </a:r>
              <a:endParaRPr lang="en-US" dirty="0"/>
            </a:p>
          </p:txBody>
        </p:sp>
        <p:sp>
          <p:nvSpPr>
            <p:cNvPr id="374" name="TextBox 373">
              <a:extLst>
                <a:ext uri="{FF2B5EF4-FFF2-40B4-BE49-F238E27FC236}">
                  <a16:creationId xmlns:a16="http://schemas.microsoft.com/office/drawing/2014/main" id="{C203F796-8617-41A8-8538-C99E916F7B0C}"/>
                </a:ext>
              </a:extLst>
            </p:cNvPr>
            <p:cNvSpPr txBox="1"/>
            <p:nvPr/>
          </p:nvSpPr>
          <p:spPr>
            <a:xfrm>
              <a:off x="3715065" y="1218952"/>
              <a:ext cx="317716" cy="369332"/>
            </a:xfrm>
            <a:prstGeom prst="rect">
              <a:avLst/>
            </a:prstGeom>
            <a:noFill/>
            <a:ln w="19050">
              <a:solidFill>
                <a:schemeClr val="tx1"/>
              </a:solidFill>
            </a:ln>
          </p:spPr>
          <p:txBody>
            <a:bodyPr wrap="square" rtlCol="0">
              <a:spAutoFit/>
            </a:bodyPr>
            <a:lstStyle/>
            <a:p>
              <a:r>
                <a:rPr lang="pt-BR" dirty="0"/>
                <a:t>E</a:t>
              </a:r>
              <a:endParaRPr lang="en-US" dirty="0"/>
            </a:p>
          </p:txBody>
        </p:sp>
      </p:grpSp>
      <p:sp>
        <p:nvSpPr>
          <p:cNvPr id="375" name="TextBox 374">
            <a:extLst>
              <a:ext uri="{FF2B5EF4-FFF2-40B4-BE49-F238E27FC236}">
                <a16:creationId xmlns:a16="http://schemas.microsoft.com/office/drawing/2014/main" id="{413A9A2E-4C4C-451E-8CE2-385B2DD3023A}"/>
              </a:ext>
            </a:extLst>
          </p:cNvPr>
          <p:cNvSpPr txBox="1"/>
          <p:nvPr/>
        </p:nvSpPr>
        <p:spPr>
          <a:xfrm>
            <a:off x="6880570" y="5134645"/>
            <a:ext cx="317716" cy="369332"/>
          </a:xfrm>
          <a:prstGeom prst="rect">
            <a:avLst/>
          </a:prstGeom>
          <a:noFill/>
          <a:ln w="19050">
            <a:solidFill>
              <a:schemeClr val="tx1"/>
            </a:solidFill>
          </a:ln>
        </p:spPr>
        <p:txBody>
          <a:bodyPr wrap="square" rtlCol="0">
            <a:spAutoFit/>
          </a:bodyPr>
          <a:lstStyle/>
          <a:p>
            <a:r>
              <a:rPr lang="pt-BR" dirty="0"/>
              <a:t>D</a:t>
            </a:r>
            <a:endParaRPr lang="en-US" dirty="0"/>
          </a:p>
        </p:txBody>
      </p:sp>
      <p:sp>
        <p:nvSpPr>
          <p:cNvPr id="376" name="TextBox 375">
            <a:extLst>
              <a:ext uri="{FF2B5EF4-FFF2-40B4-BE49-F238E27FC236}">
                <a16:creationId xmlns:a16="http://schemas.microsoft.com/office/drawing/2014/main" id="{90894E84-8C3A-4A5E-A81C-07F405E7E112}"/>
              </a:ext>
            </a:extLst>
          </p:cNvPr>
          <p:cNvSpPr txBox="1"/>
          <p:nvPr/>
        </p:nvSpPr>
        <p:spPr>
          <a:xfrm>
            <a:off x="9950207" y="1218952"/>
            <a:ext cx="317716" cy="369332"/>
          </a:xfrm>
          <a:prstGeom prst="rect">
            <a:avLst/>
          </a:prstGeom>
          <a:noFill/>
          <a:ln w="19050">
            <a:solidFill>
              <a:schemeClr val="tx1"/>
            </a:solidFill>
          </a:ln>
        </p:spPr>
        <p:txBody>
          <a:bodyPr wrap="square" rtlCol="0">
            <a:spAutoFit/>
          </a:bodyPr>
          <a:lstStyle/>
          <a:p>
            <a:r>
              <a:rPr lang="pt-BR" dirty="0"/>
              <a:t>E</a:t>
            </a:r>
            <a:endParaRPr lang="en-US" dirty="0"/>
          </a:p>
        </p:txBody>
      </p:sp>
      <p:sp>
        <p:nvSpPr>
          <p:cNvPr id="377" name="TextBox 376">
            <a:extLst>
              <a:ext uri="{FF2B5EF4-FFF2-40B4-BE49-F238E27FC236}">
                <a16:creationId xmlns:a16="http://schemas.microsoft.com/office/drawing/2014/main" id="{D93D811A-00A0-4F40-84D6-D6D6B390D930}"/>
              </a:ext>
            </a:extLst>
          </p:cNvPr>
          <p:cNvSpPr txBox="1"/>
          <p:nvPr/>
        </p:nvSpPr>
        <p:spPr>
          <a:xfrm>
            <a:off x="6567395" y="1154643"/>
            <a:ext cx="977079" cy="369332"/>
          </a:xfrm>
          <a:prstGeom prst="rect">
            <a:avLst/>
          </a:prstGeom>
          <a:noFill/>
          <a:ln>
            <a:solidFill>
              <a:schemeClr val="tx1"/>
            </a:solidFill>
          </a:ln>
        </p:spPr>
        <p:txBody>
          <a:bodyPr wrap="square">
            <a:spAutoFit/>
          </a:bodyPr>
          <a:lstStyle/>
          <a:p>
            <a:r>
              <a:rPr lang="en-US" dirty="0">
                <a:solidFill>
                  <a:srgbClr val="FF0000"/>
                </a:solidFill>
                <a:latin typeface="Consolas" panose="020B0609020204030204" pitchFamily="49" charset="0"/>
              </a:rPr>
              <a:t>border</a:t>
            </a:r>
            <a:endParaRPr lang="en-US" baseline="-25000" dirty="0">
              <a:solidFill>
                <a:srgbClr val="FF0000"/>
              </a:solidFill>
              <a:latin typeface="Consolas" panose="020B0609020204030204" pitchFamily="49" charset="0"/>
            </a:endParaRPr>
          </a:p>
        </p:txBody>
      </p:sp>
      <p:sp>
        <p:nvSpPr>
          <p:cNvPr id="378" name="TextBox 377">
            <a:extLst>
              <a:ext uri="{FF2B5EF4-FFF2-40B4-BE49-F238E27FC236}">
                <a16:creationId xmlns:a16="http://schemas.microsoft.com/office/drawing/2014/main" id="{A3359792-CAF4-46C2-93AB-CFD15B57EFA9}"/>
              </a:ext>
            </a:extLst>
          </p:cNvPr>
          <p:cNvSpPr txBox="1"/>
          <p:nvPr/>
        </p:nvSpPr>
        <p:spPr>
          <a:xfrm>
            <a:off x="9608149" y="5121127"/>
            <a:ext cx="977079" cy="369332"/>
          </a:xfrm>
          <a:prstGeom prst="rect">
            <a:avLst/>
          </a:prstGeom>
          <a:noFill/>
          <a:ln>
            <a:solidFill>
              <a:schemeClr val="tx1"/>
            </a:solidFill>
          </a:ln>
        </p:spPr>
        <p:txBody>
          <a:bodyPr wrap="square">
            <a:spAutoFit/>
          </a:bodyPr>
          <a:lstStyle/>
          <a:p>
            <a:r>
              <a:rPr lang="en-US" dirty="0">
                <a:solidFill>
                  <a:srgbClr val="FF0000"/>
                </a:solidFill>
                <a:latin typeface="Consolas" panose="020B0609020204030204" pitchFamily="49" charset="0"/>
              </a:rPr>
              <a:t>border</a:t>
            </a:r>
            <a:endParaRPr lang="en-US" baseline="-25000" dirty="0">
              <a:solidFill>
                <a:srgbClr val="FF0000"/>
              </a:solidFill>
              <a:latin typeface="Consolas" panose="020B0609020204030204" pitchFamily="49" charset="0"/>
            </a:endParaRPr>
          </a:p>
        </p:txBody>
      </p:sp>
      <p:sp>
        <p:nvSpPr>
          <p:cNvPr id="379" name="TextBox 378">
            <a:extLst>
              <a:ext uri="{FF2B5EF4-FFF2-40B4-BE49-F238E27FC236}">
                <a16:creationId xmlns:a16="http://schemas.microsoft.com/office/drawing/2014/main" id="{A3D48C2F-6EAC-4262-A05E-E5B1061385B3}"/>
              </a:ext>
            </a:extLst>
          </p:cNvPr>
          <p:cNvSpPr txBox="1"/>
          <p:nvPr/>
        </p:nvSpPr>
        <p:spPr>
          <a:xfrm>
            <a:off x="12607955" y="5124550"/>
            <a:ext cx="977079" cy="369332"/>
          </a:xfrm>
          <a:prstGeom prst="rect">
            <a:avLst/>
          </a:prstGeom>
          <a:noFill/>
          <a:ln>
            <a:solidFill>
              <a:schemeClr val="tx1"/>
            </a:solidFill>
          </a:ln>
        </p:spPr>
        <p:txBody>
          <a:bodyPr wrap="square">
            <a:spAutoFit/>
          </a:bodyPr>
          <a:lstStyle/>
          <a:p>
            <a:r>
              <a:rPr lang="en-US" dirty="0">
                <a:solidFill>
                  <a:srgbClr val="FF0000"/>
                </a:solidFill>
                <a:latin typeface="Consolas" panose="020B0609020204030204" pitchFamily="49" charset="0"/>
              </a:rPr>
              <a:t>border</a:t>
            </a:r>
            <a:endParaRPr lang="en-US" baseline="-25000" dirty="0">
              <a:solidFill>
                <a:srgbClr val="FF0000"/>
              </a:solidFill>
              <a:latin typeface="Consolas" panose="020B0609020204030204" pitchFamily="49" charset="0"/>
            </a:endParaRPr>
          </a:p>
        </p:txBody>
      </p:sp>
      <p:sp>
        <p:nvSpPr>
          <p:cNvPr id="380" name="TextBox 379">
            <a:extLst>
              <a:ext uri="{FF2B5EF4-FFF2-40B4-BE49-F238E27FC236}">
                <a16:creationId xmlns:a16="http://schemas.microsoft.com/office/drawing/2014/main" id="{8D300CB0-1F6B-4D9C-84E1-C0DE02772087}"/>
              </a:ext>
            </a:extLst>
          </p:cNvPr>
          <p:cNvSpPr txBox="1"/>
          <p:nvPr/>
        </p:nvSpPr>
        <p:spPr>
          <a:xfrm>
            <a:off x="12594790" y="1152259"/>
            <a:ext cx="977079" cy="369332"/>
          </a:xfrm>
          <a:prstGeom prst="rect">
            <a:avLst/>
          </a:prstGeom>
          <a:noFill/>
          <a:ln>
            <a:solidFill>
              <a:schemeClr val="tx1"/>
            </a:solidFill>
          </a:ln>
        </p:spPr>
        <p:txBody>
          <a:bodyPr wrap="square">
            <a:spAutoFit/>
          </a:bodyPr>
          <a:lstStyle/>
          <a:p>
            <a:r>
              <a:rPr lang="en-US" dirty="0">
                <a:solidFill>
                  <a:srgbClr val="FF0000"/>
                </a:solidFill>
                <a:latin typeface="Consolas" panose="020B0609020204030204" pitchFamily="49" charset="0"/>
              </a:rPr>
              <a:t>border</a:t>
            </a:r>
            <a:endParaRPr lang="en-US" baseline="-25000"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214007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503A07-0117-4081-A30C-D1624E0122FE}"/>
              </a:ext>
            </a:extLst>
          </p:cNvPr>
          <p:cNvSpPr>
            <a:spLocks noGrp="1"/>
          </p:cNvSpPr>
          <p:nvPr>
            <p:ph type="title"/>
          </p:nvPr>
        </p:nvSpPr>
        <p:spPr/>
        <p:txBody>
          <a:bodyPr/>
          <a:lstStyle/>
          <a:p>
            <a:r>
              <a:rPr lang="en-US" dirty="0"/>
              <a:t>Operators: Canonical</a:t>
            </a:r>
          </a:p>
        </p:txBody>
      </p:sp>
      <p:sp>
        <p:nvSpPr>
          <p:cNvPr id="5" name="Espaço Reservado para Conteúdo 4"/>
          <p:cNvSpPr>
            <a:spLocks noGrp="1"/>
          </p:cNvSpPr>
          <p:nvPr>
            <p:ph idx="1"/>
          </p:nvPr>
        </p:nvSpPr>
        <p:spPr>
          <a:xfrm>
            <a:off x="569574" y="899206"/>
            <a:ext cx="13601232" cy="5456770"/>
          </a:xfrm>
        </p:spPr>
        <p:txBody>
          <a:bodyPr/>
          <a:lstStyle/>
          <a:p>
            <a:pPr algn="just"/>
            <a:r>
              <a:rPr lang="en-US" sz="2200" dirty="0"/>
              <a:t>The </a:t>
            </a:r>
            <a:r>
              <a:rPr lang="en-US" sz="2200" b="1" dirty="0"/>
              <a:t>Canonical Operator</a:t>
            </a:r>
            <a:r>
              <a:rPr lang="en-US" sz="2200" dirty="0"/>
              <a:t> inserts a </a:t>
            </a:r>
            <a:r>
              <a:rPr lang="en-US" sz="2200" b="1" dirty="0"/>
              <a:t>degenerated</a:t>
            </a:r>
            <a:r>
              <a:rPr lang="en-US" sz="2200" dirty="0"/>
              <a:t> interface element in an edge when the vertices do not belong to any interface element yet.</a:t>
            </a:r>
          </a:p>
          <a:p>
            <a:pPr algn="just"/>
            <a:endParaRPr lang="en-US" sz="2200" dirty="0"/>
          </a:p>
          <a:p>
            <a:pPr algn="just"/>
            <a:r>
              <a:rPr lang="en-US" sz="2200" dirty="0"/>
              <a:t>The operator works like an </a:t>
            </a:r>
            <a:r>
              <a:rPr lang="en-US" sz="2200" b="1" dirty="0"/>
              <a:t>initialization</a:t>
            </a:r>
            <a:r>
              <a:rPr lang="en-US" sz="2200" dirty="0"/>
              <a:t> for the vertex to be prepared for other operations. Also, this degeneration is important for the </a:t>
            </a:r>
            <a:r>
              <a:rPr lang="en-US" sz="2200" b="1" dirty="0"/>
              <a:t>transitions</a:t>
            </a:r>
            <a:r>
              <a:rPr lang="en-US" sz="2200" dirty="0"/>
              <a:t>.</a:t>
            </a:r>
          </a:p>
          <a:p>
            <a:pPr algn="just"/>
            <a:endParaRPr lang="en-US" sz="2200" dirty="0"/>
          </a:p>
          <a:p>
            <a:pPr algn="just"/>
            <a:r>
              <a:rPr lang="en-US" sz="2200" dirty="0"/>
              <a:t>For each vertex that respects this condition, a </a:t>
            </a:r>
            <a:r>
              <a:rPr lang="en-US" sz="2200" b="1" dirty="0"/>
              <a:t>collapsed edge will be created</a:t>
            </a:r>
            <a:r>
              <a:rPr lang="en-US" sz="2200" dirty="0"/>
              <a:t>. The internal structural for the element still working, but the </a:t>
            </a:r>
            <a:r>
              <a:rPr lang="en-US" sz="2200" b="1" dirty="0"/>
              <a:t>opposite half-edge</a:t>
            </a:r>
            <a:r>
              <a:rPr lang="en-US" sz="2200" dirty="0"/>
              <a:t> for these edges </a:t>
            </a:r>
            <a:r>
              <a:rPr lang="en-US" sz="2200" b="1" dirty="0"/>
              <a:t>is not defined</a:t>
            </a:r>
            <a:r>
              <a:rPr lang="en-US" sz="2200" dirty="0"/>
              <a:t>.</a:t>
            </a:r>
          </a:p>
          <a:p>
            <a:pPr algn="just"/>
            <a:endParaRPr lang="en-US" sz="2200" dirty="0"/>
          </a:p>
          <a:p>
            <a:pPr algn="just"/>
            <a:r>
              <a:rPr lang="en-US" sz="2200" dirty="0"/>
              <a:t>When both vertices do respect this condition, the resulting interface element will be from the form ABBA with two edges collapsed in AA and BB. </a:t>
            </a:r>
          </a:p>
          <a:p>
            <a:pPr marL="0" indent="0" algn="just">
              <a:buNone/>
            </a:pPr>
            <a:endParaRPr lang="en-US" sz="2200" dirty="0"/>
          </a:p>
          <a:p>
            <a:pPr algn="just"/>
            <a:r>
              <a:rPr lang="en-US" sz="2200" b="1" dirty="0"/>
              <a:t>The condition is not valid for borders</a:t>
            </a:r>
            <a:r>
              <a:rPr lang="en-US" sz="2200" dirty="0"/>
              <a:t>. In these cases, a new geometric vertex will always be created.</a:t>
            </a:r>
          </a:p>
        </p:txBody>
      </p:sp>
    </p:spTree>
    <p:extLst>
      <p:ext uri="{BB962C8B-B14F-4D97-AF65-F5344CB8AC3E}">
        <p14:creationId xmlns:p14="http://schemas.microsoft.com/office/powerpoint/2010/main" val="2020604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503A07-0117-4081-A30C-D1624E0122FE}"/>
              </a:ext>
            </a:extLst>
          </p:cNvPr>
          <p:cNvSpPr>
            <a:spLocks noGrp="1"/>
          </p:cNvSpPr>
          <p:nvPr>
            <p:ph type="title"/>
          </p:nvPr>
        </p:nvSpPr>
        <p:spPr/>
        <p:txBody>
          <a:bodyPr/>
          <a:lstStyle/>
          <a:p>
            <a:r>
              <a:rPr lang="en-US" dirty="0"/>
              <a:t>Operators: Split Element</a:t>
            </a:r>
          </a:p>
        </p:txBody>
      </p:sp>
      <p:grpSp>
        <p:nvGrpSpPr>
          <p:cNvPr id="129" name="Group 128">
            <a:extLst>
              <a:ext uri="{FF2B5EF4-FFF2-40B4-BE49-F238E27FC236}">
                <a16:creationId xmlns:a16="http://schemas.microsoft.com/office/drawing/2014/main" id="{4FD3840F-DAA2-44EB-8163-9602E12F60AB}"/>
              </a:ext>
            </a:extLst>
          </p:cNvPr>
          <p:cNvGrpSpPr/>
          <p:nvPr/>
        </p:nvGrpSpPr>
        <p:grpSpPr>
          <a:xfrm>
            <a:off x="611785" y="1464745"/>
            <a:ext cx="3827269" cy="4904547"/>
            <a:chOff x="468350" y="1145220"/>
            <a:chExt cx="3827269" cy="4904547"/>
          </a:xfrm>
        </p:grpSpPr>
        <p:sp>
          <p:nvSpPr>
            <p:cNvPr id="130" name="Rectangle 129">
              <a:extLst>
                <a:ext uri="{FF2B5EF4-FFF2-40B4-BE49-F238E27FC236}">
                  <a16:creationId xmlns:a16="http://schemas.microsoft.com/office/drawing/2014/main" id="{BF302C25-C1CD-4148-8638-1DF446976855}"/>
                </a:ext>
              </a:extLst>
            </p:cNvPr>
            <p:cNvSpPr/>
            <p:nvPr/>
          </p:nvSpPr>
          <p:spPr>
            <a:xfrm>
              <a:off x="1746739" y="1832833"/>
              <a:ext cx="2397694" cy="3016727"/>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131" name="Straight Connector 130">
              <a:extLst>
                <a:ext uri="{FF2B5EF4-FFF2-40B4-BE49-F238E27FC236}">
                  <a16:creationId xmlns:a16="http://schemas.microsoft.com/office/drawing/2014/main" id="{A23E2200-5C9C-4E29-89E8-F4FBDFE6DB11}"/>
                </a:ext>
              </a:extLst>
            </p:cNvPr>
            <p:cNvCxnSpPr>
              <a:cxnSpLocks/>
            </p:cNvCxnSpPr>
            <p:nvPr/>
          </p:nvCxnSpPr>
          <p:spPr>
            <a:xfrm rot="18900000">
              <a:off x="2028485" y="4743426"/>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32" name="Straight Connector 131">
              <a:extLst>
                <a:ext uri="{FF2B5EF4-FFF2-40B4-BE49-F238E27FC236}">
                  <a16:creationId xmlns:a16="http://schemas.microsoft.com/office/drawing/2014/main" id="{BC9917AA-0076-4E99-826F-0E17D9229583}"/>
                </a:ext>
              </a:extLst>
            </p:cNvPr>
            <p:cNvCxnSpPr>
              <a:cxnSpLocks/>
            </p:cNvCxnSpPr>
            <p:nvPr/>
          </p:nvCxnSpPr>
          <p:spPr>
            <a:xfrm rot="2700000">
              <a:off x="865225" y="4743427"/>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33" name="Straight Connector 132">
              <a:extLst>
                <a:ext uri="{FF2B5EF4-FFF2-40B4-BE49-F238E27FC236}">
                  <a16:creationId xmlns:a16="http://schemas.microsoft.com/office/drawing/2014/main" id="{07EAFFEE-67FF-487A-8487-DB54F8CFFF25}"/>
                </a:ext>
              </a:extLst>
            </p:cNvPr>
            <p:cNvCxnSpPr>
              <a:cxnSpLocks/>
            </p:cNvCxnSpPr>
            <p:nvPr/>
          </p:nvCxnSpPr>
          <p:spPr>
            <a:xfrm rot="2700000">
              <a:off x="2028485" y="1145219"/>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34" name="Straight Connector 133">
              <a:extLst>
                <a:ext uri="{FF2B5EF4-FFF2-40B4-BE49-F238E27FC236}">
                  <a16:creationId xmlns:a16="http://schemas.microsoft.com/office/drawing/2014/main" id="{A3DEBA94-DD80-4D8F-9931-495F1A6EFB8D}"/>
                </a:ext>
              </a:extLst>
            </p:cNvPr>
            <p:cNvCxnSpPr>
              <a:cxnSpLocks/>
            </p:cNvCxnSpPr>
            <p:nvPr/>
          </p:nvCxnSpPr>
          <p:spPr>
            <a:xfrm rot="18900000">
              <a:off x="867939" y="1145220"/>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135" name="Rectangle 134">
              <a:extLst>
                <a:ext uri="{FF2B5EF4-FFF2-40B4-BE49-F238E27FC236}">
                  <a16:creationId xmlns:a16="http://schemas.microsoft.com/office/drawing/2014/main" id="{8E779CD8-89C9-4893-8004-DED167C1571F}"/>
                </a:ext>
              </a:extLst>
            </p:cNvPr>
            <p:cNvSpPr/>
            <p:nvPr/>
          </p:nvSpPr>
          <p:spPr>
            <a:xfrm>
              <a:off x="1151689" y="1822728"/>
              <a:ext cx="595051" cy="3026833"/>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36" name="Oval 135">
              <a:extLst>
                <a:ext uri="{FF2B5EF4-FFF2-40B4-BE49-F238E27FC236}">
                  <a16:creationId xmlns:a16="http://schemas.microsoft.com/office/drawing/2014/main" id="{C794C98C-8F85-4E0B-A13A-43064391F39E}"/>
                </a:ext>
              </a:extLst>
            </p:cNvPr>
            <p:cNvSpPr/>
            <p:nvPr/>
          </p:nvSpPr>
          <p:spPr>
            <a:xfrm>
              <a:off x="1604422" y="1683205"/>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137" name="Oval 136">
              <a:extLst>
                <a:ext uri="{FF2B5EF4-FFF2-40B4-BE49-F238E27FC236}">
                  <a16:creationId xmlns:a16="http://schemas.microsoft.com/office/drawing/2014/main" id="{1B2E772A-B712-446C-A62B-51B9E76F932C}"/>
                </a:ext>
              </a:extLst>
            </p:cNvPr>
            <p:cNvSpPr/>
            <p:nvPr/>
          </p:nvSpPr>
          <p:spPr>
            <a:xfrm>
              <a:off x="1612269" y="4715090"/>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138" name="Oval 137">
              <a:extLst>
                <a:ext uri="{FF2B5EF4-FFF2-40B4-BE49-F238E27FC236}">
                  <a16:creationId xmlns:a16="http://schemas.microsoft.com/office/drawing/2014/main" id="{550D51A7-0876-4AD5-A94C-DA44329FFEB0}"/>
                </a:ext>
              </a:extLst>
            </p:cNvPr>
            <p:cNvSpPr/>
            <p:nvPr/>
          </p:nvSpPr>
          <p:spPr>
            <a:xfrm>
              <a:off x="971771" y="4725787"/>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139" name="Oval 138">
              <a:extLst>
                <a:ext uri="{FF2B5EF4-FFF2-40B4-BE49-F238E27FC236}">
                  <a16:creationId xmlns:a16="http://schemas.microsoft.com/office/drawing/2014/main" id="{5914C89A-C98F-4850-977C-A8130825A81F}"/>
                </a:ext>
              </a:extLst>
            </p:cNvPr>
            <p:cNvSpPr/>
            <p:nvPr/>
          </p:nvSpPr>
          <p:spPr>
            <a:xfrm>
              <a:off x="1004046" y="1685004"/>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140" name="TextBox 139">
              <a:extLst>
                <a:ext uri="{FF2B5EF4-FFF2-40B4-BE49-F238E27FC236}">
                  <a16:creationId xmlns:a16="http://schemas.microsoft.com/office/drawing/2014/main" id="{31EBE006-ABF5-4B98-9FD2-7176BD85BF2E}"/>
                </a:ext>
              </a:extLst>
            </p:cNvPr>
            <p:cNvSpPr txBox="1"/>
            <p:nvPr/>
          </p:nvSpPr>
          <p:spPr>
            <a:xfrm>
              <a:off x="3810618" y="4799365"/>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p>
          </p:txBody>
        </p:sp>
        <p:sp>
          <p:nvSpPr>
            <p:cNvPr id="141" name="TextBox 140">
              <a:extLst>
                <a:ext uri="{FF2B5EF4-FFF2-40B4-BE49-F238E27FC236}">
                  <a16:creationId xmlns:a16="http://schemas.microsoft.com/office/drawing/2014/main" id="{C9FBDC6B-CC7A-4F2F-AAEF-AF5FECC9DB34}"/>
                </a:ext>
              </a:extLst>
            </p:cNvPr>
            <p:cNvSpPr txBox="1"/>
            <p:nvPr/>
          </p:nvSpPr>
          <p:spPr>
            <a:xfrm>
              <a:off x="2786728" y="3239727"/>
              <a:ext cx="317716" cy="369332"/>
            </a:xfrm>
            <a:prstGeom prst="rect">
              <a:avLst/>
            </a:prstGeom>
            <a:noFill/>
            <a:ln w="19050">
              <a:solidFill>
                <a:schemeClr val="bg1"/>
              </a:solidFill>
            </a:ln>
          </p:spPr>
          <p:txBody>
            <a:bodyPr wrap="square" rtlCol="0">
              <a:spAutoFit/>
            </a:bodyPr>
            <a:lstStyle/>
            <a:p>
              <a:r>
                <a:rPr lang="pt-BR" dirty="0"/>
                <a:t>G</a:t>
              </a:r>
              <a:endParaRPr lang="en-US" dirty="0"/>
            </a:p>
          </p:txBody>
        </p:sp>
        <p:sp>
          <p:nvSpPr>
            <p:cNvPr id="142" name="TextBox 141">
              <a:extLst>
                <a:ext uri="{FF2B5EF4-FFF2-40B4-BE49-F238E27FC236}">
                  <a16:creationId xmlns:a16="http://schemas.microsoft.com/office/drawing/2014/main" id="{BB27EED9-B898-47F4-B7E0-982024ECABBA}"/>
                </a:ext>
              </a:extLst>
            </p:cNvPr>
            <p:cNvSpPr txBox="1"/>
            <p:nvPr/>
          </p:nvSpPr>
          <p:spPr>
            <a:xfrm>
              <a:off x="479314" y="3239727"/>
              <a:ext cx="317716" cy="369332"/>
            </a:xfrm>
            <a:prstGeom prst="rect">
              <a:avLst/>
            </a:prstGeom>
            <a:noFill/>
            <a:ln w="19050">
              <a:solidFill>
                <a:schemeClr val="tx1"/>
              </a:solidFill>
            </a:ln>
          </p:spPr>
          <p:txBody>
            <a:bodyPr wrap="square" rtlCol="0">
              <a:spAutoFit/>
            </a:bodyPr>
            <a:lstStyle/>
            <a:p>
              <a:r>
                <a:rPr lang="pt-BR" dirty="0"/>
                <a:t>C</a:t>
              </a:r>
              <a:endParaRPr lang="en-US" dirty="0"/>
            </a:p>
          </p:txBody>
        </p:sp>
        <p:sp>
          <p:nvSpPr>
            <p:cNvPr id="143" name="TextBox 142">
              <a:extLst>
                <a:ext uri="{FF2B5EF4-FFF2-40B4-BE49-F238E27FC236}">
                  <a16:creationId xmlns:a16="http://schemas.microsoft.com/office/drawing/2014/main" id="{D654D6EE-1437-461C-AAEB-07CD9062BCE1}"/>
                </a:ext>
              </a:extLst>
            </p:cNvPr>
            <p:cNvSpPr txBox="1"/>
            <p:nvPr/>
          </p:nvSpPr>
          <p:spPr>
            <a:xfrm>
              <a:off x="1277191" y="3239727"/>
              <a:ext cx="317716" cy="369332"/>
            </a:xfrm>
            <a:prstGeom prst="rect">
              <a:avLst/>
            </a:prstGeom>
            <a:noFill/>
            <a:ln w="19050">
              <a:solidFill>
                <a:schemeClr val="bg1"/>
              </a:solidFill>
            </a:ln>
          </p:spPr>
          <p:txBody>
            <a:bodyPr wrap="square" rtlCol="0">
              <a:spAutoFit/>
            </a:bodyPr>
            <a:lstStyle/>
            <a:p>
              <a:pPr algn="ctr"/>
              <a:r>
                <a:rPr lang="pt-BR" dirty="0"/>
                <a:t>I</a:t>
              </a:r>
              <a:endParaRPr lang="en-US" dirty="0"/>
            </a:p>
          </p:txBody>
        </p:sp>
        <p:cxnSp>
          <p:nvCxnSpPr>
            <p:cNvPr id="144" name="Straight Arrow Connector 143">
              <a:extLst>
                <a:ext uri="{FF2B5EF4-FFF2-40B4-BE49-F238E27FC236}">
                  <a16:creationId xmlns:a16="http://schemas.microsoft.com/office/drawing/2014/main" id="{D48FF9E5-88BD-4E46-A336-560C3DB564C3}"/>
                </a:ext>
              </a:extLst>
            </p:cNvPr>
            <p:cNvCxnSpPr>
              <a:cxnSpLocks/>
            </p:cNvCxnSpPr>
            <p:nvPr/>
          </p:nvCxnSpPr>
          <p:spPr>
            <a:xfrm rot="16200000" flipV="1">
              <a:off x="868306"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5" name="Straight Arrow Connector 144">
              <a:extLst>
                <a:ext uri="{FF2B5EF4-FFF2-40B4-BE49-F238E27FC236}">
                  <a16:creationId xmlns:a16="http://schemas.microsoft.com/office/drawing/2014/main" id="{D32C12C0-22D0-4780-881E-031FA865917C}"/>
                </a:ext>
              </a:extLst>
            </p:cNvPr>
            <p:cNvCxnSpPr>
              <a:cxnSpLocks/>
            </p:cNvCxnSpPr>
            <p:nvPr/>
          </p:nvCxnSpPr>
          <p:spPr>
            <a:xfrm rot="16200000" flipV="1">
              <a:off x="1475427" y="339328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6" name="Straight Arrow Connector 145">
              <a:extLst>
                <a:ext uri="{FF2B5EF4-FFF2-40B4-BE49-F238E27FC236}">
                  <a16:creationId xmlns:a16="http://schemas.microsoft.com/office/drawing/2014/main" id="{ACF63020-822C-473D-8296-3FF0E58B99C0}"/>
                </a:ext>
              </a:extLst>
            </p:cNvPr>
            <p:cNvCxnSpPr>
              <a:cxnSpLocks/>
            </p:cNvCxnSpPr>
            <p:nvPr/>
          </p:nvCxnSpPr>
          <p:spPr>
            <a:xfrm rot="5400000" flipV="1">
              <a:off x="985425" y="343378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7" name="Straight Arrow Connector 146">
              <a:extLst>
                <a:ext uri="{FF2B5EF4-FFF2-40B4-BE49-F238E27FC236}">
                  <a16:creationId xmlns:a16="http://schemas.microsoft.com/office/drawing/2014/main" id="{B7E4041D-C698-4A2C-8DEE-64B1B6212749}"/>
                </a:ext>
              </a:extLst>
            </p:cNvPr>
            <p:cNvCxnSpPr>
              <a:cxnSpLocks/>
            </p:cNvCxnSpPr>
            <p:nvPr/>
          </p:nvCxnSpPr>
          <p:spPr>
            <a:xfrm rot="5400000" flipV="1">
              <a:off x="1605132"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8" name="Straight Arrow Connector 147">
              <a:extLst>
                <a:ext uri="{FF2B5EF4-FFF2-40B4-BE49-F238E27FC236}">
                  <a16:creationId xmlns:a16="http://schemas.microsoft.com/office/drawing/2014/main" id="{9BA8525B-F84A-4BBF-BC86-742497FB38FB}"/>
                </a:ext>
              </a:extLst>
            </p:cNvPr>
            <p:cNvCxnSpPr>
              <a:cxnSpLocks/>
            </p:cNvCxnSpPr>
            <p:nvPr/>
          </p:nvCxnSpPr>
          <p:spPr>
            <a:xfrm flipH="1">
              <a:off x="1306807" y="1879940"/>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9" name="Straight Arrow Connector 148">
              <a:extLst>
                <a:ext uri="{FF2B5EF4-FFF2-40B4-BE49-F238E27FC236}">
                  <a16:creationId xmlns:a16="http://schemas.microsoft.com/office/drawing/2014/main" id="{96DCAD93-C6B7-4D69-8F07-09F674DD2C57}"/>
                </a:ext>
              </a:extLst>
            </p:cNvPr>
            <p:cNvCxnSpPr>
              <a:cxnSpLocks/>
            </p:cNvCxnSpPr>
            <p:nvPr/>
          </p:nvCxnSpPr>
          <p:spPr>
            <a:xfrm rot="10800000" flipH="1">
              <a:off x="1404767" y="4725198"/>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0" name="TextBox 149">
              <a:extLst>
                <a:ext uri="{FF2B5EF4-FFF2-40B4-BE49-F238E27FC236}">
                  <a16:creationId xmlns:a16="http://schemas.microsoft.com/office/drawing/2014/main" id="{90D37EBA-D7EC-4BC4-A07B-AC4BA28D82C2}"/>
                </a:ext>
              </a:extLst>
            </p:cNvPr>
            <p:cNvSpPr txBox="1"/>
            <p:nvPr/>
          </p:nvSpPr>
          <p:spPr>
            <a:xfrm>
              <a:off x="1069447" y="4446307"/>
              <a:ext cx="403983" cy="369332"/>
            </a:xfrm>
            <a:prstGeom prst="rect">
              <a:avLst/>
            </a:prstGeom>
            <a:noFill/>
          </p:spPr>
          <p:txBody>
            <a:bodyPr wrap="square">
              <a:spAutoFit/>
            </a:bodyPr>
            <a:lstStyle/>
            <a:p>
              <a:r>
                <a:rPr lang="en-US" dirty="0">
                  <a:latin typeface="Consolas" panose="020B0609020204030204" pitchFamily="49" charset="0"/>
                </a:rPr>
                <a:t>i</a:t>
              </a:r>
              <a:r>
                <a:rPr lang="en-US" baseline="-25000" dirty="0">
                  <a:latin typeface="Consolas" panose="020B0609020204030204" pitchFamily="49" charset="0"/>
                </a:rPr>
                <a:t>1</a:t>
              </a:r>
            </a:p>
          </p:txBody>
        </p:sp>
        <p:sp>
          <p:nvSpPr>
            <p:cNvPr id="151" name="TextBox 150">
              <a:extLst>
                <a:ext uri="{FF2B5EF4-FFF2-40B4-BE49-F238E27FC236}">
                  <a16:creationId xmlns:a16="http://schemas.microsoft.com/office/drawing/2014/main" id="{EBC0F050-A593-4309-8277-B6DFA691E403}"/>
                </a:ext>
              </a:extLst>
            </p:cNvPr>
            <p:cNvSpPr txBox="1"/>
            <p:nvPr/>
          </p:nvSpPr>
          <p:spPr>
            <a:xfrm>
              <a:off x="1186853" y="5680435"/>
              <a:ext cx="2715470" cy="369332"/>
            </a:xfrm>
            <a:prstGeom prst="rect">
              <a:avLst/>
            </a:prstGeom>
            <a:ln/>
          </p:spPr>
          <p:style>
            <a:lnRef idx="1">
              <a:schemeClr val="dk1"/>
            </a:lnRef>
            <a:fillRef idx="3">
              <a:schemeClr val="dk1"/>
            </a:fillRef>
            <a:effectRef idx="2">
              <a:schemeClr val="dk1"/>
            </a:effectRef>
            <a:fontRef idx="minor">
              <a:schemeClr val="lt1"/>
            </a:fontRef>
          </p:style>
          <p:txBody>
            <a:bodyPr wrap="square">
              <a:spAutoFit/>
            </a:bodyPr>
            <a:lstStyle/>
            <a:p>
              <a:r>
                <a:rPr lang="en-US" dirty="0">
                  <a:latin typeface="Consolas" panose="020B0609020204030204" pitchFamily="49" charset="0"/>
                </a:rPr>
                <a:t>i</a:t>
              </a:r>
              <a:r>
                <a:rPr lang="en-US" baseline="-25000" dirty="0">
                  <a:latin typeface="Consolas" panose="020B0609020204030204" pitchFamily="49" charset="0"/>
                </a:rPr>
                <a:t>1</a:t>
              </a:r>
              <a:r>
                <a:rPr lang="en-US" dirty="0">
                  <a:latin typeface="Consolas" panose="020B0609020204030204" pitchFamily="49" charset="0"/>
                </a:rPr>
                <a:t> = collapsed in B.</a:t>
              </a:r>
            </a:p>
          </p:txBody>
        </p:sp>
        <p:sp>
          <p:nvSpPr>
            <p:cNvPr id="152" name="TextBox 151">
              <a:extLst>
                <a:ext uri="{FF2B5EF4-FFF2-40B4-BE49-F238E27FC236}">
                  <a16:creationId xmlns:a16="http://schemas.microsoft.com/office/drawing/2014/main" id="{31391BEF-2A49-428A-8CD5-072E1ED6F263}"/>
                </a:ext>
              </a:extLst>
            </p:cNvPr>
            <p:cNvSpPr txBox="1"/>
            <p:nvPr/>
          </p:nvSpPr>
          <p:spPr>
            <a:xfrm>
              <a:off x="1280392" y="5134645"/>
              <a:ext cx="317716" cy="369332"/>
            </a:xfrm>
            <a:prstGeom prst="rect">
              <a:avLst/>
            </a:prstGeom>
            <a:noFill/>
            <a:ln w="19050">
              <a:solidFill>
                <a:schemeClr val="tx1"/>
              </a:solidFill>
            </a:ln>
          </p:spPr>
          <p:txBody>
            <a:bodyPr wrap="square" rtlCol="0">
              <a:spAutoFit/>
            </a:bodyPr>
            <a:lstStyle/>
            <a:p>
              <a:r>
                <a:rPr lang="pt-BR" dirty="0"/>
                <a:t>D</a:t>
              </a:r>
              <a:endParaRPr lang="en-US" dirty="0"/>
            </a:p>
          </p:txBody>
        </p:sp>
        <p:sp>
          <p:nvSpPr>
            <p:cNvPr id="153" name="TextBox 152">
              <a:extLst>
                <a:ext uri="{FF2B5EF4-FFF2-40B4-BE49-F238E27FC236}">
                  <a16:creationId xmlns:a16="http://schemas.microsoft.com/office/drawing/2014/main" id="{F8447A00-4242-4FA0-8065-E7AA134CF283}"/>
                </a:ext>
              </a:extLst>
            </p:cNvPr>
            <p:cNvSpPr txBox="1"/>
            <p:nvPr/>
          </p:nvSpPr>
          <p:spPr>
            <a:xfrm>
              <a:off x="1285155" y="1218952"/>
              <a:ext cx="317716" cy="369332"/>
            </a:xfrm>
            <a:prstGeom prst="rect">
              <a:avLst/>
            </a:prstGeom>
            <a:noFill/>
            <a:ln w="19050">
              <a:solidFill>
                <a:schemeClr val="tx1"/>
              </a:solidFill>
            </a:ln>
          </p:spPr>
          <p:txBody>
            <a:bodyPr wrap="square" rtlCol="0">
              <a:spAutoFit/>
            </a:bodyPr>
            <a:lstStyle/>
            <a:p>
              <a:r>
                <a:rPr lang="pt-BR" dirty="0"/>
                <a:t>E</a:t>
              </a:r>
              <a:endParaRPr lang="en-US" dirty="0"/>
            </a:p>
          </p:txBody>
        </p:sp>
        <p:cxnSp>
          <p:nvCxnSpPr>
            <p:cNvPr id="154" name="Straight Arrow Connector 153">
              <a:extLst>
                <a:ext uri="{FF2B5EF4-FFF2-40B4-BE49-F238E27FC236}">
                  <a16:creationId xmlns:a16="http://schemas.microsoft.com/office/drawing/2014/main" id="{82630DD2-88F4-4018-A2E8-7B3CC1601667}"/>
                </a:ext>
              </a:extLst>
            </p:cNvPr>
            <p:cNvCxnSpPr>
              <a:cxnSpLocks/>
            </p:cNvCxnSpPr>
            <p:nvPr/>
          </p:nvCxnSpPr>
          <p:spPr>
            <a:xfrm rot="16200000" flipV="1">
              <a:off x="3848122"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5" name="Straight Arrow Connector 154">
              <a:extLst>
                <a:ext uri="{FF2B5EF4-FFF2-40B4-BE49-F238E27FC236}">
                  <a16:creationId xmlns:a16="http://schemas.microsoft.com/office/drawing/2014/main" id="{E72382D7-2FCF-4331-954C-859473A63EB3}"/>
                </a:ext>
              </a:extLst>
            </p:cNvPr>
            <p:cNvCxnSpPr>
              <a:cxnSpLocks/>
            </p:cNvCxnSpPr>
            <p:nvPr/>
          </p:nvCxnSpPr>
          <p:spPr>
            <a:xfrm rot="10800000" flipV="1">
              <a:off x="2723269" y="191537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6" name="Straight Arrow Connector 155">
              <a:extLst>
                <a:ext uri="{FF2B5EF4-FFF2-40B4-BE49-F238E27FC236}">
                  <a16:creationId xmlns:a16="http://schemas.microsoft.com/office/drawing/2014/main" id="{0AD2E71F-D4BB-4CF6-AF49-B2318877B5A8}"/>
                </a:ext>
              </a:extLst>
            </p:cNvPr>
            <p:cNvCxnSpPr>
              <a:cxnSpLocks/>
            </p:cNvCxnSpPr>
            <p:nvPr/>
          </p:nvCxnSpPr>
          <p:spPr>
            <a:xfrm flipV="1">
              <a:off x="2699104" y="47476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7" name="TextBox 156">
              <a:extLst>
                <a:ext uri="{FF2B5EF4-FFF2-40B4-BE49-F238E27FC236}">
                  <a16:creationId xmlns:a16="http://schemas.microsoft.com/office/drawing/2014/main" id="{0F7B1DAC-F6C1-4C6B-AA45-29C609051B11}"/>
                </a:ext>
              </a:extLst>
            </p:cNvPr>
            <p:cNvSpPr txBox="1"/>
            <p:nvPr/>
          </p:nvSpPr>
          <p:spPr>
            <a:xfrm>
              <a:off x="2780188" y="5134645"/>
              <a:ext cx="317716" cy="369332"/>
            </a:xfrm>
            <a:prstGeom prst="rect">
              <a:avLst/>
            </a:prstGeom>
            <a:noFill/>
            <a:ln w="19050">
              <a:solidFill>
                <a:schemeClr val="tx1"/>
              </a:solidFill>
            </a:ln>
          </p:spPr>
          <p:txBody>
            <a:bodyPr wrap="square" rtlCol="0">
              <a:spAutoFit/>
            </a:bodyPr>
            <a:lstStyle/>
            <a:p>
              <a:r>
                <a:rPr lang="pt-BR" dirty="0"/>
                <a:t>A</a:t>
              </a:r>
              <a:endParaRPr lang="en-US" dirty="0"/>
            </a:p>
          </p:txBody>
        </p:sp>
        <p:cxnSp>
          <p:nvCxnSpPr>
            <p:cNvPr id="158" name="Straight Arrow Connector 157">
              <a:extLst>
                <a:ext uri="{FF2B5EF4-FFF2-40B4-BE49-F238E27FC236}">
                  <a16:creationId xmlns:a16="http://schemas.microsoft.com/office/drawing/2014/main" id="{8CCC3C1E-6827-4712-9B66-18F6918D83C6}"/>
                </a:ext>
              </a:extLst>
            </p:cNvPr>
            <p:cNvCxnSpPr>
              <a:cxnSpLocks/>
            </p:cNvCxnSpPr>
            <p:nvPr/>
          </p:nvCxnSpPr>
          <p:spPr>
            <a:xfrm rot="10800000" flipV="1">
              <a:off x="2690515" y="498403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9" name="TextBox 158">
              <a:extLst>
                <a:ext uri="{FF2B5EF4-FFF2-40B4-BE49-F238E27FC236}">
                  <a16:creationId xmlns:a16="http://schemas.microsoft.com/office/drawing/2014/main" id="{CAD688AA-B58F-4562-80E1-5F8EA104DC38}"/>
                </a:ext>
              </a:extLst>
            </p:cNvPr>
            <p:cNvSpPr txBox="1"/>
            <p:nvPr/>
          </p:nvSpPr>
          <p:spPr>
            <a:xfrm>
              <a:off x="2786728" y="1218952"/>
              <a:ext cx="317716" cy="369332"/>
            </a:xfrm>
            <a:prstGeom prst="rect">
              <a:avLst/>
            </a:prstGeom>
            <a:noFill/>
            <a:ln w="19050">
              <a:solidFill>
                <a:schemeClr val="tx1"/>
              </a:solidFill>
            </a:ln>
          </p:spPr>
          <p:txBody>
            <a:bodyPr wrap="square" rtlCol="0">
              <a:spAutoFit/>
            </a:bodyPr>
            <a:lstStyle/>
            <a:p>
              <a:r>
                <a:rPr lang="pt-BR" dirty="0"/>
                <a:t>F</a:t>
              </a:r>
              <a:endParaRPr lang="en-US" dirty="0"/>
            </a:p>
          </p:txBody>
        </p:sp>
        <p:sp>
          <p:nvSpPr>
            <p:cNvPr id="160" name="TextBox 159">
              <a:extLst>
                <a:ext uri="{FF2B5EF4-FFF2-40B4-BE49-F238E27FC236}">
                  <a16:creationId xmlns:a16="http://schemas.microsoft.com/office/drawing/2014/main" id="{2A611903-F32C-4666-AC14-6B1247EE77D8}"/>
                </a:ext>
              </a:extLst>
            </p:cNvPr>
            <p:cNvSpPr txBox="1"/>
            <p:nvPr/>
          </p:nvSpPr>
          <p:spPr>
            <a:xfrm>
              <a:off x="1813413" y="4514304"/>
              <a:ext cx="469397" cy="369332"/>
            </a:xfrm>
            <a:prstGeom prst="rect">
              <a:avLst/>
            </a:prstGeom>
            <a:noFill/>
          </p:spPr>
          <p:txBody>
            <a:bodyPr wrap="square">
              <a:spAutoFit/>
            </a:bodyPr>
            <a:lstStyle/>
            <a:p>
              <a:pPr algn="ctr"/>
              <a:r>
                <a:rPr lang="en-US" dirty="0">
                  <a:solidFill>
                    <a:srgbClr val="FF0000"/>
                  </a:solidFill>
                  <a:latin typeface="Consolas" panose="020B0609020204030204" pitchFamily="49" charset="0"/>
                </a:rPr>
                <a:t>g</a:t>
              </a:r>
              <a:r>
                <a:rPr lang="en-US" baseline="-25000" dirty="0">
                  <a:solidFill>
                    <a:srgbClr val="FF0000"/>
                  </a:solidFill>
                  <a:latin typeface="Consolas" panose="020B0609020204030204" pitchFamily="49" charset="0"/>
                </a:rPr>
                <a:t>0</a:t>
              </a:r>
            </a:p>
          </p:txBody>
        </p:sp>
        <p:sp>
          <p:nvSpPr>
            <p:cNvPr id="161" name="Oval 160">
              <a:extLst>
                <a:ext uri="{FF2B5EF4-FFF2-40B4-BE49-F238E27FC236}">
                  <a16:creationId xmlns:a16="http://schemas.microsoft.com/office/drawing/2014/main" id="{1D9F3CA6-3E78-4B56-8455-348E916A760D}"/>
                </a:ext>
              </a:extLst>
            </p:cNvPr>
            <p:cNvSpPr/>
            <p:nvPr/>
          </p:nvSpPr>
          <p:spPr>
            <a:xfrm>
              <a:off x="4007142" y="4708862"/>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a:t>
              </a:r>
              <a:endParaRPr lang="en-US" dirty="0"/>
            </a:p>
          </p:txBody>
        </p:sp>
        <p:sp>
          <p:nvSpPr>
            <p:cNvPr id="162" name="Oval 161">
              <a:extLst>
                <a:ext uri="{FF2B5EF4-FFF2-40B4-BE49-F238E27FC236}">
                  <a16:creationId xmlns:a16="http://schemas.microsoft.com/office/drawing/2014/main" id="{77C0C541-C901-4245-B0F0-ACD0E3D65833}"/>
                </a:ext>
              </a:extLst>
            </p:cNvPr>
            <p:cNvSpPr/>
            <p:nvPr/>
          </p:nvSpPr>
          <p:spPr>
            <a:xfrm>
              <a:off x="4026678" y="169836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163" name="TextBox 162">
              <a:extLst>
                <a:ext uri="{FF2B5EF4-FFF2-40B4-BE49-F238E27FC236}">
                  <a16:creationId xmlns:a16="http://schemas.microsoft.com/office/drawing/2014/main" id="{C296E9FA-C092-4C9D-8061-B051FE49AC32}"/>
                </a:ext>
              </a:extLst>
            </p:cNvPr>
            <p:cNvSpPr txBox="1"/>
            <p:nvPr/>
          </p:nvSpPr>
          <p:spPr>
            <a:xfrm>
              <a:off x="1413090" y="4313743"/>
              <a:ext cx="403983" cy="369332"/>
            </a:xfrm>
            <a:prstGeom prst="rect">
              <a:avLst/>
            </a:prstGeom>
            <a:noFill/>
          </p:spPr>
          <p:txBody>
            <a:bodyPr wrap="square">
              <a:spAutoFit/>
            </a:bodyPr>
            <a:lstStyle/>
            <a:p>
              <a:r>
                <a:rPr lang="en-US" dirty="0">
                  <a:latin typeface="Consolas" panose="020B0609020204030204" pitchFamily="49" charset="0"/>
                </a:rPr>
                <a:t>i</a:t>
              </a:r>
              <a:r>
                <a:rPr lang="en-US" baseline="-25000" dirty="0">
                  <a:latin typeface="Consolas" panose="020B0609020204030204" pitchFamily="49" charset="0"/>
                </a:rPr>
                <a:t>2</a:t>
              </a:r>
            </a:p>
          </p:txBody>
        </p:sp>
      </p:grpSp>
      <p:sp>
        <p:nvSpPr>
          <p:cNvPr id="164" name="TextBox 163">
            <a:extLst>
              <a:ext uri="{FF2B5EF4-FFF2-40B4-BE49-F238E27FC236}">
                <a16:creationId xmlns:a16="http://schemas.microsoft.com/office/drawing/2014/main" id="{321D8BB1-6A21-4883-A4A6-CEEF55788A2B}"/>
              </a:ext>
            </a:extLst>
          </p:cNvPr>
          <p:cNvSpPr txBox="1"/>
          <p:nvPr/>
        </p:nvSpPr>
        <p:spPr>
          <a:xfrm>
            <a:off x="1276749" y="912915"/>
            <a:ext cx="2912002" cy="369332"/>
          </a:xfrm>
          <a:prstGeom prst="rect">
            <a:avLst/>
          </a:prstGeom>
          <a:noFill/>
          <a:ln>
            <a:solidFill>
              <a:schemeClr val="tx1"/>
            </a:solidFill>
          </a:ln>
        </p:spPr>
        <p:txBody>
          <a:bodyPr wrap="square">
            <a:spAutoFit/>
          </a:bodyPr>
          <a:lstStyle/>
          <a:p>
            <a:pPr algn="ctr"/>
            <a:r>
              <a:rPr lang="en-US" dirty="0">
                <a:solidFill>
                  <a:srgbClr val="000000"/>
                </a:solidFill>
                <a:latin typeface="Consolas" panose="020B0609020204030204" pitchFamily="49" charset="0"/>
              </a:rPr>
              <a:t>splitElement(he = </a:t>
            </a:r>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r>
              <a:rPr lang="en-US" dirty="0">
                <a:solidFill>
                  <a:srgbClr val="000000"/>
                </a:solidFill>
                <a:latin typeface="Consolas" panose="020B0609020204030204" pitchFamily="49" charset="0"/>
              </a:rPr>
              <a:t>)</a:t>
            </a:r>
          </a:p>
        </p:txBody>
      </p:sp>
      <p:cxnSp>
        <p:nvCxnSpPr>
          <p:cNvPr id="165" name="Straight Connector 164">
            <a:extLst>
              <a:ext uri="{FF2B5EF4-FFF2-40B4-BE49-F238E27FC236}">
                <a16:creationId xmlns:a16="http://schemas.microsoft.com/office/drawing/2014/main" id="{2753689B-DA5D-4F33-AF77-CC4A7A297F47}"/>
              </a:ext>
            </a:extLst>
          </p:cNvPr>
          <p:cNvCxnSpPr>
            <a:cxnSpLocks/>
          </p:cNvCxnSpPr>
          <p:nvPr/>
        </p:nvCxnSpPr>
        <p:spPr>
          <a:xfrm rot="2700000">
            <a:off x="6304041" y="5062952"/>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166" name="TextBox 165">
            <a:extLst>
              <a:ext uri="{FF2B5EF4-FFF2-40B4-BE49-F238E27FC236}">
                <a16:creationId xmlns:a16="http://schemas.microsoft.com/office/drawing/2014/main" id="{0CB3C2BF-1374-4455-847F-5D5E6D54D83D}"/>
              </a:ext>
            </a:extLst>
          </p:cNvPr>
          <p:cNvSpPr txBox="1"/>
          <p:nvPr/>
        </p:nvSpPr>
        <p:spPr>
          <a:xfrm>
            <a:off x="6625669" y="5999960"/>
            <a:ext cx="2715470" cy="369332"/>
          </a:xfrm>
          <a:prstGeom prst="rect">
            <a:avLst/>
          </a:prstGeom>
          <a:ln/>
        </p:spPr>
        <p:style>
          <a:lnRef idx="1">
            <a:schemeClr val="dk1"/>
          </a:lnRef>
          <a:fillRef idx="3">
            <a:schemeClr val="dk1"/>
          </a:fillRef>
          <a:effectRef idx="2">
            <a:schemeClr val="dk1"/>
          </a:effectRef>
          <a:fontRef idx="minor">
            <a:schemeClr val="lt1"/>
          </a:fontRef>
        </p:style>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1</a:t>
            </a:r>
            <a:r>
              <a:rPr lang="en-US" dirty="0">
                <a:latin typeface="Consolas" panose="020B0609020204030204" pitchFamily="49" charset="0"/>
              </a:rPr>
              <a:t> = collapsed in C.</a:t>
            </a:r>
          </a:p>
        </p:txBody>
      </p:sp>
      <p:sp>
        <p:nvSpPr>
          <p:cNvPr id="167" name="TextBox 166">
            <a:extLst>
              <a:ext uri="{FF2B5EF4-FFF2-40B4-BE49-F238E27FC236}">
                <a16:creationId xmlns:a16="http://schemas.microsoft.com/office/drawing/2014/main" id="{5A7F7D83-0D80-4FB0-9B8B-5F2EE8D989D8}"/>
              </a:ext>
            </a:extLst>
          </p:cNvPr>
          <p:cNvSpPr txBox="1"/>
          <p:nvPr/>
        </p:nvSpPr>
        <p:spPr>
          <a:xfrm>
            <a:off x="6490608" y="5454170"/>
            <a:ext cx="317716" cy="369332"/>
          </a:xfrm>
          <a:prstGeom prst="rect">
            <a:avLst/>
          </a:prstGeom>
          <a:noFill/>
          <a:ln w="19050">
            <a:solidFill>
              <a:schemeClr val="tx1"/>
            </a:solidFill>
          </a:ln>
        </p:spPr>
        <p:txBody>
          <a:bodyPr wrap="square" rtlCol="0">
            <a:spAutoFit/>
          </a:bodyPr>
          <a:lstStyle/>
          <a:p>
            <a:r>
              <a:rPr lang="pt-BR" dirty="0"/>
              <a:t>D</a:t>
            </a:r>
            <a:endParaRPr lang="en-US" dirty="0"/>
          </a:p>
        </p:txBody>
      </p:sp>
      <p:cxnSp>
        <p:nvCxnSpPr>
          <p:cNvPr id="168" name="Straight Connector 167">
            <a:extLst>
              <a:ext uri="{FF2B5EF4-FFF2-40B4-BE49-F238E27FC236}">
                <a16:creationId xmlns:a16="http://schemas.microsoft.com/office/drawing/2014/main" id="{D1C20CB7-B42F-45E5-AF18-8926BC3238CA}"/>
              </a:ext>
            </a:extLst>
          </p:cNvPr>
          <p:cNvCxnSpPr>
            <a:cxnSpLocks/>
          </p:cNvCxnSpPr>
          <p:nvPr/>
        </p:nvCxnSpPr>
        <p:spPr>
          <a:xfrm rot="18900000">
            <a:off x="6930929" y="5062952"/>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grpSp>
        <p:nvGrpSpPr>
          <p:cNvPr id="169" name="Group 168">
            <a:extLst>
              <a:ext uri="{FF2B5EF4-FFF2-40B4-BE49-F238E27FC236}">
                <a16:creationId xmlns:a16="http://schemas.microsoft.com/office/drawing/2014/main" id="{3F3A98BA-FA76-44C6-B26D-48C4BFC4AF1F}"/>
              </a:ext>
            </a:extLst>
          </p:cNvPr>
          <p:cNvGrpSpPr/>
          <p:nvPr/>
        </p:nvGrpSpPr>
        <p:grpSpPr>
          <a:xfrm>
            <a:off x="5918130" y="1464745"/>
            <a:ext cx="3810611" cy="4358757"/>
            <a:chOff x="5774695" y="1145220"/>
            <a:chExt cx="3810611" cy="4358757"/>
          </a:xfrm>
        </p:grpSpPr>
        <p:sp>
          <p:nvSpPr>
            <p:cNvPr id="170" name="Rectangle 216">
              <a:extLst>
                <a:ext uri="{FF2B5EF4-FFF2-40B4-BE49-F238E27FC236}">
                  <a16:creationId xmlns:a16="http://schemas.microsoft.com/office/drawing/2014/main" id="{7A469A6C-3BD0-4523-A8E1-74D3E828ADF0}"/>
                </a:ext>
              </a:extLst>
            </p:cNvPr>
            <p:cNvSpPr/>
            <p:nvPr/>
          </p:nvSpPr>
          <p:spPr>
            <a:xfrm>
              <a:off x="7042120" y="1832833"/>
              <a:ext cx="2400869" cy="2476977"/>
            </a:xfrm>
            <a:custGeom>
              <a:avLst/>
              <a:gdLst>
                <a:gd name="connsiteX0" fmla="*/ 0 w 2397694"/>
                <a:gd name="connsiteY0" fmla="*/ 0 h 3016727"/>
                <a:gd name="connsiteX1" fmla="*/ 2397694 w 2397694"/>
                <a:gd name="connsiteY1" fmla="*/ 0 h 3016727"/>
                <a:gd name="connsiteX2" fmla="*/ 2397694 w 2397694"/>
                <a:gd name="connsiteY2" fmla="*/ 3016727 h 3016727"/>
                <a:gd name="connsiteX3" fmla="*/ 0 w 2397694"/>
                <a:gd name="connsiteY3" fmla="*/ 3016727 h 3016727"/>
                <a:gd name="connsiteX4" fmla="*/ 0 w 2397694"/>
                <a:gd name="connsiteY4" fmla="*/ 0 h 3016727"/>
                <a:gd name="connsiteX0" fmla="*/ 0 w 2397694"/>
                <a:gd name="connsiteY0" fmla="*/ 0 h 3016727"/>
                <a:gd name="connsiteX1" fmla="*/ 2397694 w 2397694"/>
                <a:gd name="connsiteY1" fmla="*/ 0 h 3016727"/>
                <a:gd name="connsiteX2" fmla="*/ 2397694 w 2397694"/>
                <a:gd name="connsiteY2" fmla="*/ 3016727 h 3016727"/>
                <a:gd name="connsiteX3" fmla="*/ 514350 w 2397694"/>
                <a:gd name="connsiteY3" fmla="*/ 2169002 h 3016727"/>
                <a:gd name="connsiteX4" fmla="*/ 0 w 2397694"/>
                <a:gd name="connsiteY4" fmla="*/ 0 h 3016727"/>
                <a:gd name="connsiteX0" fmla="*/ 0 w 2400869"/>
                <a:gd name="connsiteY0" fmla="*/ 0 h 2476977"/>
                <a:gd name="connsiteX1" fmla="*/ 2397694 w 2400869"/>
                <a:gd name="connsiteY1" fmla="*/ 0 h 2476977"/>
                <a:gd name="connsiteX2" fmla="*/ 2400869 w 2400869"/>
                <a:gd name="connsiteY2" fmla="*/ 2476977 h 2476977"/>
                <a:gd name="connsiteX3" fmla="*/ 514350 w 2400869"/>
                <a:gd name="connsiteY3" fmla="*/ 2169002 h 2476977"/>
                <a:gd name="connsiteX4" fmla="*/ 0 w 2400869"/>
                <a:gd name="connsiteY4" fmla="*/ 0 h 2476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0869" h="2476977">
                  <a:moveTo>
                    <a:pt x="0" y="0"/>
                  </a:moveTo>
                  <a:lnTo>
                    <a:pt x="2397694" y="0"/>
                  </a:lnTo>
                  <a:cubicBezTo>
                    <a:pt x="2398752" y="825659"/>
                    <a:pt x="2399811" y="1651318"/>
                    <a:pt x="2400869" y="2476977"/>
                  </a:cubicBezTo>
                  <a:lnTo>
                    <a:pt x="514350" y="2169002"/>
                  </a:lnTo>
                  <a:lnTo>
                    <a:pt x="0" y="0"/>
                  </a:lnTo>
                  <a:close/>
                </a:path>
              </a:pathLst>
            </a:cu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sp>
          <p:nvSpPr>
            <p:cNvPr id="171" name="Freeform: Shape 170">
              <a:extLst>
                <a:ext uri="{FF2B5EF4-FFF2-40B4-BE49-F238E27FC236}">
                  <a16:creationId xmlns:a16="http://schemas.microsoft.com/office/drawing/2014/main" id="{BCCD9B77-9734-45BE-ADD5-BB441F58DAB0}"/>
                </a:ext>
              </a:extLst>
            </p:cNvPr>
            <p:cNvSpPr/>
            <p:nvPr/>
          </p:nvSpPr>
          <p:spPr>
            <a:xfrm>
              <a:off x="6453343" y="4003009"/>
              <a:ext cx="2991296" cy="841376"/>
            </a:xfrm>
            <a:custGeom>
              <a:avLst/>
              <a:gdLst>
                <a:gd name="connsiteX0" fmla="*/ 0 w 3014662"/>
                <a:gd name="connsiteY0" fmla="*/ 842963 h 847725"/>
                <a:gd name="connsiteX1" fmla="*/ 1138237 w 3014662"/>
                <a:gd name="connsiteY1" fmla="*/ 0 h 847725"/>
                <a:gd name="connsiteX2" fmla="*/ 3014662 w 3014662"/>
                <a:gd name="connsiteY2" fmla="*/ 847725 h 847725"/>
                <a:gd name="connsiteX3" fmla="*/ 0 w 3014662"/>
                <a:gd name="connsiteY3" fmla="*/ 842963 h 847725"/>
                <a:gd name="connsiteX0" fmla="*/ 0 w 3000375"/>
                <a:gd name="connsiteY0" fmla="*/ 833438 h 847725"/>
                <a:gd name="connsiteX1" fmla="*/ 1123950 w 3000375"/>
                <a:gd name="connsiteY1" fmla="*/ 0 h 847725"/>
                <a:gd name="connsiteX2" fmla="*/ 3000375 w 3000375"/>
                <a:gd name="connsiteY2" fmla="*/ 847725 h 847725"/>
                <a:gd name="connsiteX3" fmla="*/ 0 w 3000375"/>
                <a:gd name="connsiteY3" fmla="*/ 833438 h 847725"/>
                <a:gd name="connsiteX0" fmla="*/ 0 w 2981325"/>
                <a:gd name="connsiteY0" fmla="*/ 828676 h 847725"/>
                <a:gd name="connsiteX1" fmla="*/ 1104900 w 2981325"/>
                <a:gd name="connsiteY1" fmla="*/ 0 h 847725"/>
                <a:gd name="connsiteX2" fmla="*/ 2981325 w 2981325"/>
                <a:gd name="connsiteY2" fmla="*/ 847725 h 847725"/>
                <a:gd name="connsiteX3" fmla="*/ 0 w 2981325"/>
                <a:gd name="connsiteY3" fmla="*/ 828676 h 847725"/>
                <a:gd name="connsiteX0" fmla="*/ 0 w 2990850"/>
                <a:gd name="connsiteY0" fmla="*/ 841376 h 847725"/>
                <a:gd name="connsiteX1" fmla="*/ 1114425 w 2990850"/>
                <a:gd name="connsiteY1" fmla="*/ 0 h 847725"/>
                <a:gd name="connsiteX2" fmla="*/ 2990850 w 2990850"/>
                <a:gd name="connsiteY2" fmla="*/ 847725 h 847725"/>
                <a:gd name="connsiteX3" fmla="*/ 0 w 2990850"/>
                <a:gd name="connsiteY3" fmla="*/ 841376 h 847725"/>
                <a:gd name="connsiteX0" fmla="*/ 0 w 2962275"/>
                <a:gd name="connsiteY0" fmla="*/ 841376 h 841376"/>
                <a:gd name="connsiteX1" fmla="*/ 1114425 w 2962275"/>
                <a:gd name="connsiteY1" fmla="*/ 0 h 841376"/>
                <a:gd name="connsiteX2" fmla="*/ 2962275 w 2962275"/>
                <a:gd name="connsiteY2" fmla="*/ 841375 h 841376"/>
                <a:gd name="connsiteX3" fmla="*/ 0 w 2962275"/>
                <a:gd name="connsiteY3" fmla="*/ 841376 h 841376"/>
                <a:gd name="connsiteX0" fmla="*/ 0 w 2965450"/>
                <a:gd name="connsiteY0" fmla="*/ 841376 h 860425"/>
                <a:gd name="connsiteX1" fmla="*/ 1114425 w 2965450"/>
                <a:gd name="connsiteY1" fmla="*/ 0 h 860425"/>
                <a:gd name="connsiteX2" fmla="*/ 2965450 w 2965450"/>
                <a:gd name="connsiteY2" fmla="*/ 860425 h 860425"/>
                <a:gd name="connsiteX3" fmla="*/ 0 w 2965450"/>
                <a:gd name="connsiteY3" fmla="*/ 841376 h 860425"/>
                <a:gd name="connsiteX0" fmla="*/ 0 w 2952750"/>
                <a:gd name="connsiteY0" fmla="*/ 841376 h 860425"/>
                <a:gd name="connsiteX1" fmla="*/ 1114425 w 2952750"/>
                <a:gd name="connsiteY1" fmla="*/ 0 h 860425"/>
                <a:gd name="connsiteX2" fmla="*/ 2952750 w 2952750"/>
                <a:gd name="connsiteY2" fmla="*/ 860425 h 860425"/>
                <a:gd name="connsiteX3" fmla="*/ 0 w 2952750"/>
                <a:gd name="connsiteY3" fmla="*/ 841376 h 860425"/>
                <a:gd name="connsiteX0" fmla="*/ 0 w 2959100"/>
                <a:gd name="connsiteY0" fmla="*/ 841376 h 857250"/>
                <a:gd name="connsiteX1" fmla="*/ 1114425 w 2959100"/>
                <a:gd name="connsiteY1" fmla="*/ 0 h 857250"/>
                <a:gd name="connsiteX2" fmla="*/ 2959100 w 2959100"/>
                <a:gd name="connsiteY2" fmla="*/ 857250 h 857250"/>
                <a:gd name="connsiteX3" fmla="*/ 0 w 2959100"/>
                <a:gd name="connsiteY3" fmla="*/ 841376 h 857250"/>
                <a:gd name="connsiteX0" fmla="*/ 0 w 2946400"/>
                <a:gd name="connsiteY0" fmla="*/ 841376 h 857250"/>
                <a:gd name="connsiteX1" fmla="*/ 1114425 w 2946400"/>
                <a:gd name="connsiteY1" fmla="*/ 0 h 857250"/>
                <a:gd name="connsiteX2" fmla="*/ 2946400 w 2946400"/>
                <a:gd name="connsiteY2" fmla="*/ 857250 h 857250"/>
                <a:gd name="connsiteX3" fmla="*/ 0 w 2946400"/>
                <a:gd name="connsiteY3" fmla="*/ 841376 h 857250"/>
                <a:gd name="connsiteX0" fmla="*/ 0 w 2952750"/>
                <a:gd name="connsiteY0" fmla="*/ 841376 h 844550"/>
                <a:gd name="connsiteX1" fmla="*/ 1114425 w 2952750"/>
                <a:gd name="connsiteY1" fmla="*/ 0 h 844550"/>
                <a:gd name="connsiteX2" fmla="*/ 2952750 w 2952750"/>
                <a:gd name="connsiteY2" fmla="*/ 844550 h 844550"/>
                <a:gd name="connsiteX3" fmla="*/ 0 w 2952750"/>
                <a:gd name="connsiteY3" fmla="*/ 841376 h 844550"/>
                <a:gd name="connsiteX0" fmla="*/ 0 w 2971800"/>
                <a:gd name="connsiteY0" fmla="*/ 841376 h 854075"/>
                <a:gd name="connsiteX1" fmla="*/ 1114425 w 2971800"/>
                <a:gd name="connsiteY1" fmla="*/ 0 h 854075"/>
                <a:gd name="connsiteX2" fmla="*/ 2971800 w 2971800"/>
                <a:gd name="connsiteY2" fmla="*/ 854075 h 854075"/>
                <a:gd name="connsiteX3" fmla="*/ 0 w 2971800"/>
                <a:gd name="connsiteY3" fmla="*/ 841376 h 854075"/>
                <a:gd name="connsiteX0" fmla="*/ 0 w 2955925"/>
                <a:gd name="connsiteY0" fmla="*/ 841376 h 850900"/>
                <a:gd name="connsiteX1" fmla="*/ 1114425 w 2955925"/>
                <a:gd name="connsiteY1" fmla="*/ 0 h 850900"/>
                <a:gd name="connsiteX2" fmla="*/ 2955925 w 2955925"/>
                <a:gd name="connsiteY2" fmla="*/ 850900 h 850900"/>
                <a:gd name="connsiteX3" fmla="*/ 0 w 2955925"/>
                <a:gd name="connsiteY3" fmla="*/ 841376 h 850900"/>
                <a:gd name="connsiteX0" fmla="*/ 0 w 2965450"/>
                <a:gd name="connsiteY0" fmla="*/ 841376 h 846137"/>
                <a:gd name="connsiteX1" fmla="*/ 1114425 w 2965450"/>
                <a:gd name="connsiteY1" fmla="*/ 0 h 846137"/>
                <a:gd name="connsiteX2" fmla="*/ 2965450 w 2965450"/>
                <a:gd name="connsiteY2" fmla="*/ 846137 h 846137"/>
                <a:gd name="connsiteX3" fmla="*/ 0 w 2965450"/>
                <a:gd name="connsiteY3" fmla="*/ 841376 h 846137"/>
                <a:gd name="connsiteX0" fmla="*/ 0 w 2958306"/>
                <a:gd name="connsiteY0" fmla="*/ 841376 h 843756"/>
                <a:gd name="connsiteX1" fmla="*/ 1114425 w 2958306"/>
                <a:gd name="connsiteY1" fmla="*/ 0 h 843756"/>
                <a:gd name="connsiteX2" fmla="*/ 2958306 w 2958306"/>
                <a:gd name="connsiteY2" fmla="*/ 843756 h 843756"/>
                <a:gd name="connsiteX3" fmla="*/ 0 w 2958306"/>
                <a:gd name="connsiteY3" fmla="*/ 841376 h 843756"/>
                <a:gd name="connsiteX0" fmla="*/ 0 w 2955925"/>
                <a:gd name="connsiteY0" fmla="*/ 841376 h 850900"/>
                <a:gd name="connsiteX1" fmla="*/ 1114425 w 2955925"/>
                <a:gd name="connsiteY1" fmla="*/ 0 h 850900"/>
                <a:gd name="connsiteX2" fmla="*/ 2955925 w 2955925"/>
                <a:gd name="connsiteY2" fmla="*/ 850900 h 850900"/>
                <a:gd name="connsiteX3" fmla="*/ 0 w 2955925"/>
                <a:gd name="connsiteY3" fmla="*/ 841376 h 850900"/>
                <a:gd name="connsiteX0" fmla="*/ 0 w 2984500"/>
                <a:gd name="connsiteY0" fmla="*/ 841376 h 841376"/>
                <a:gd name="connsiteX1" fmla="*/ 1114425 w 2984500"/>
                <a:gd name="connsiteY1" fmla="*/ 0 h 841376"/>
                <a:gd name="connsiteX2" fmla="*/ 2984500 w 2984500"/>
                <a:gd name="connsiteY2" fmla="*/ 841375 h 841376"/>
                <a:gd name="connsiteX3" fmla="*/ 0 w 2984500"/>
                <a:gd name="connsiteY3" fmla="*/ 841376 h 841376"/>
                <a:gd name="connsiteX0" fmla="*/ 0 w 2995265"/>
                <a:gd name="connsiteY0" fmla="*/ 841376 h 841376"/>
                <a:gd name="connsiteX1" fmla="*/ 1114425 w 2995265"/>
                <a:gd name="connsiteY1" fmla="*/ 0 h 841376"/>
                <a:gd name="connsiteX2" fmla="*/ 2995265 w 2995265"/>
                <a:gd name="connsiteY2" fmla="*/ 302333 h 841376"/>
                <a:gd name="connsiteX3" fmla="*/ 2984500 w 2995265"/>
                <a:gd name="connsiteY3" fmla="*/ 841375 h 841376"/>
                <a:gd name="connsiteX4" fmla="*/ 0 w 2995265"/>
                <a:gd name="connsiteY4" fmla="*/ 841376 h 841376"/>
                <a:gd name="connsiteX0" fmla="*/ 0 w 2995265"/>
                <a:gd name="connsiteY0" fmla="*/ 841376 h 841376"/>
                <a:gd name="connsiteX1" fmla="*/ 1114425 w 2995265"/>
                <a:gd name="connsiteY1" fmla="*/ 0 h 841376"/>
                <a:gd name="connsiteX2" fmla="*/ 2995265 w 2995265"/>
                <a:gd name="connsiteY2" fmla="*/ 302333 h 841376"/>
                <a:gd name="connsiteX3" fmla="*/ 2984500 w 2995265"/>
                <a:gd name="connsiteY3" fmla="*/ 841375 h 841376"/>
                <a:gd name="connsiteX4" fmla="*/ 0 w 2995265"/>
                <a:gd name="connsiteY4" fmla="*/ 841376 h 841376"/>
                <a:gd name="connsiteX0" fmla="*/ 0 w 2995265"/>
                <a:gd name="connsiteY0" fmla="*/ 841376 h 841376"/>
                <a:gd name="connsiteX1" fmla="*/ 1114425 w 2995265"/>
                <a:gd name="connsiteY1" fmla="*/ 0 h 841376"/>
                <a:gd name="connsiteX2" fmla="*/ 2995265 w 2995265"/>
                <a:gd name="connsiteY2" fmla="*/ 302333 h 841376"/>
                <a:gd name="connsiteX3" fmla="*/ 2984500 w 2995265"/>
                <a:gd name="connsiteY3" fmla="*/ 841375 h 841376"/>
                <a:gd name="connsiteX4" fmla="*/ 0 w 2995265"/>
                <a:gd name="connsiteY4" fmla="*/ 841376 h 841376"/>
                <a:gd name="connsiteX0" fmla="*/ 0 w 2984500"/>
                <a:gd name="connsiteY0" fmla="*/ 841376 h 841376"/>
                <a:gd name="connsiteX1" fmla="*/ 1114425 w 2984500"/>
                <a:gd name="connsiteY1" fmla="*/ 0 h 841376"/>
                <a:gd name="connsiteX2" fmla="*/ 2982565 w 2984500"/>
                <a:gd name="connsiteY2" fmla="*/ 302333 h 841376"/>
                <a:gd name="connsiteX3" fmla="*/ 2984500 w 2984500"/>
                <a:gd name="connsiteY3" fmla="*/ 841375 h 841376"/>
                <a:gd name="connsiteX4" fmla="*/ 0 w 2984500"/>
                <a:gd name="connsiteY4" fmla="*/ 841376 h 841376"/>
                <a:gd name="connsiteX0" fmla="*/ 0 w 3000375"/>
                <a:gd name="connsiteY0" fmla="*/ 841376 h 841376"/>
                <a:gd name="connsiteX1" fmla="*/ 1114425 w 3000375"/>
                <a:gd name="connsiteY1" fmla="*/ 0 h 841376"/>
                <a:gd name="connsiteX2" fmla="*/ 2982565 w 3000375"/>
                <a:gd name="connsiteY2" fmla="*/ 302333 h 841376"/>
                <a:gd name="connsiteX3" fmla="*/ 3000375 w 3000375"/>
                <a:gd name="connsiteY3" fmla="*/ 838200 h 841376"/>
                <a:gd name="connsiteX4" fmla="*/ 0 w 3000375"/>
                <a:gd name="connsiteY4" fmla="*/ 841376 h 841376"/>
                <a:gd name="connsiteX0" fmla="*/ 0 w 3000375"/>
                <a:gd name="connsiteY0" fmla="*/ 841376 h 841376"/>
                <a:gd name="connsiteX1" fmla="*/ 1114425 w 3000375"/>
                <a:gd name="connsiteY1" fmla="*/ 0 h 841376"/>
                <a:gd name="connsiteX2" fmla="*/ 2992090 w 3000375"/>
                <a:gd name="connsiteY2" fmla="*/ 299158 h 841376"/>
                <a:gd name="connsiteX3" fmla="*/ 3000375 w 3000375"/>
                <a:gd name="connsiteY3" fmla="*/ 838200 h 841376"/>
                <a:gd name="connsiteX4" fmla="*/ 0 w 3000375"/>
                <a:gd name="connsiteY4" fmla="*/ 841376 h 841376"/>
                <a:gd name="connsiteX0" fmla="*/ 0 w 2992090"/>
                <a:gd name="connsiteY0" fmla="*/ 841376 h 841376"/>
                <a:gd name="connsiteX1" fmla="*/ 1114425 w 2992090"/>
                <a:gd name="connsiteY1" fmla="*/ 0 h 841376"/>
                <a:gd name="connsiteX2" fmla="*/ 2992090 w 2992090"/>
                <a:gd name="connsiteY2" fmla="*/ 299158 h 841376"/>
                <a:gd name="connsiteX3" fmla="*/ 2987675 w 2992090"/>
                <a:gd name="connsiteY3" fmla="*/ 838200 h 841376"/>
                <a:gd name="connsiteX4" fmla="*/ 0 w 2992090"/>
                <a:gd name="connsiteY4" fmla="*/ 841376 h 841376"/>
                <a:gd name="connsiteX0" fmla="*/ 0 w 2987808"/>
                <a:gd name="connsiteY0" fmla="*/ 841376 h 841376"/>
                <a:gd name="connsiteX1" fmla="*/ 1114425 w 2987808"/>
                <a:gd name="connsiteY1" fmla="*/ 0 h 841376"/>
                <a:gd name="connsiteX2" fmla="*/ 2979390 w 2987808"/>
                <a:gd name="connsiteY2" fmla="*/ 302333 h 841376"/>
                <a:gd name="connsiteX3" fmla="*/ 2987675 w 2987808"/>
                <a:gd name="connsiteY3" fmla="*/ 838200 h 841376"/>
                <a:gd name="connsiteX4" fmla="*/ 0 w 2987808"/>
                <a:gd name="connsiteY4" fmla="*/ 841376 h 841376"/>
                <a:gd name="connsiteX0" fmla="*/ 0 w 2988915"/>
                <a:gd name="connsiteY0" fmla="*/ 841376 h 841376"/>
                <a:gd name="connsiteX1" fmla="*/ 1114425 w 2988915"/>
                <a:gd name="connsiteY1" fmla="*/ 0 h 841376"/>
                <a:gd name="connsiteX2" fmla="*/ 2988915 w 2988915"/>
                <a:gd name="connsiteY2" fmla="*/ 299158 h 841376"/>
                <a:gd name="connsiteX3" fmla="*/ 2987675 w 2988915"/>
                <a:gd name="connsiteY3" fmla="*/ 838200 h 841376"/>
                <a:gd name="connsiteX4" fmla="*/ 0 w 2988915"/>
                <a:gd name="connsiteY4" fmla="*/ 841376 h 841376"/>
                <a:gd name="connsiteX0" fmla="*/ 0 w 2988000"/>
                <a:gd name="connsiteY0" fmla="*/ 841376 h 841376"/>
                <a:gd name="connsiteX1" fmla="*/ 1114425 w 2988000"/>
                <a:gd name="connsiteY1" fmla="*/ 0 h 841376"/>
                <a:gd name="connsiteX2" fmla="*/ 2986534 w 2988000"/>
                <a:gd name="connsiteY2" fmla="*/ 296777 h 841376"/>
                <a:gd name="connsiteX3" fmla="*/ 2987675 w 2988000"/>
                <a:gd name="connsiteY3" fmla="*/ 838200 h 841376"/>
                <a:gd name="connsiteX4" fmla="*/ 0 w 2988000"/>
                <a:gd name="connsiteY4" fmla="*/ 841376 h 841376"/>
                <a:gd name="connsiteX0" fmla="*/ 0 w 2988000"/>
                <a:gd name="connsiteY0" fmla="*/ 841376 h 841376"/>
                <a:gd name="connsiteX1" fmla="*/ 1114425 w 2988000"/>
                <a:gd name="connsiteY1" fmla="*/ 0 h 841376"/>
                <a:gd name="connsiteX2" fmla="*/ 2986534 w 2988000"/>
                <a:gd name="connsiteY2" fmla="*/ 296777 h 841376"/>
                <a:gd name="connsiteX3" fmla="*/ 2987675 w 2988000"/>
                <a:gd name="connsiteY3" fmla="*/ 838200 h 841376"/>
                <a:gd name="connsiteX4" fmla="*/ 0 w 2988000"/>
                <a:gd name="connsiteY4" fmla="*/ 841376 h 841376"/>
                <a:gd name="connsiteX0" fmla="*/ 0 w 2991296"/>
                <a:gd name="connsiteY0" fmla="*/ 841376 h 841376"/>
                <a:gd name="connsiteX1" fmla="*/ 1114425 w 2991296"/>
                <a:gd name="connsiteY1" fmla="*/ 0 h 841376"/>
                <a:gd name="connsiteX2" fmla="*/ 2991296 w 2991296"/>
                <a:gd name="connsiteY2" fmla="*/ 294396 h 841376"/>
                <a:gd name="connsiteX3" fmla="*/ 2987675 w 2991296"/>
                <a:gd name="connsiteY3" fmla="*/ 838200 h 841376"/>
                <a:gd name="connsiteX4" fmla="*/ 0 w 2991296"/>
                <a:gd name="connsiteY4" fmla="*/ 841376 h 841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1296" h="841376">
                  <a:moveTo>
                    <a:pt x="0" y="841376"/>
                  </a:moveTo>
                  <a:lnTo>
                    <a:pt x="1114425" y="0"/>
                  </a:lnTo>
                  <a:lnTo>
                    <a:pt x="2991296" y="294396"/>
                  </a:lnTo>
                  <a:cubicBezTo>
                    <a:pt x="2989824" y="474077"/>
                    <a:pt x="2989147" y="658519"/>
                    <a:pt x="2987675" y="838200"/>
                  </a:cubicBezTo>
                  <a:lnTo>
                    <a:pt x="0" y="841376"/>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cxnSp>
          <p:nvCxnSpPr>
            <p:cNvPr id="172" name="Straight Connector 171">
              <a:extLst>
                <a:ext uri="{FF2B5EF4-FFF2-40B4-BE49-F238E27FC236}">
                  <a16:creationId xmlns:a16="http://schemas.microsoft.com/office/drawing/2014/main" id="{24C8ED97-A250-416E-B0BA-A9205EAD3544}"/>
                </a:ext>
              </a:extLst>
            </p:cNvPr>
            <p:cNvCxnSpPr>
              <a:cxnSpLocks/>
            </p:cNvCxnSpPr>
            <p:nvPr/>
          </p:nvCxnSpPr>
          <p:spPr>
            <a:xfrm rot="2700000">
              <a:off x="7323866" y="1145219"/>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73" name="Straight Connector 172">
              <a:extLst>
                <a:ext uri="{FF2B5EF4-FFF2-40B4-BE49-F238E27FC236}">
                  <a16:creationId xmlns:a16="http://schemas.microsoft.com/office/drawing/2014/main" id="{59E3BD44-2077-4D0C-8CF1-0566AB99C692}"/>
                </a:ext>
              </a:extLst>
            </p:cNvPr>
            <p:cNvCxnSpPr>
              <a:cxnSpLocks/>
            </p:cNvCxnSpPr>
            <p:nvPr/>
          </p:nvCxnSpPr>
          <p:spPr>
            <a:xfrm rot="18900000">
              <a:off x="6163320" y="1145220"/>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174" name="Rectangle 221">
              <a:extLst>
                <a:ext uri="{FF2B5EF4-FFF2-40B4-BE49-F238E27FC236}">
                  <a16:creationId xmlns:a16="http://schemas.microsoft.com/office/drawing/2014/main" id="{3FC0C8E2-92FC-4FDD-B76F-F225D0788BE9}"/>
                </a:ext>
              </a:extLst>
            </p:cNvPr>
            <p:cNvSpPr/>
            <p:nvPr/>
          </p:nvSpPr>
          <p:spPr>
            <a:xfrm>
              <a:off x="6447071" y="1822728"/>
              <a:ext cx="1128451" cy="3026833"/>
            </a:xfrm>
            <a:custGeom>
              <a:avLst/>
              <a:gdLst>
                <a:gd name="connsiteX0" fmla="*/ 0 w 595051"/>
                <a:gd name="connsiteY0" fmla="*/ 0 h 3026833"/>
                <a:gd name="connsiteX1" fmla="*/ 595051 w 595051"/>
                <a:gd name="connsiteY1" fmla="*/ 0 h 3026833"/>
                <a:gd name="connsiteX2" fmla="*/ 595051 w 595051"/>
                <a:gd name="connsiteY2" fmla="*/ 3026833 h 3026833"/>
                <a:gd name="connsiteX3" fmla="*/ 0 w 595051"/>
                <a:gd name="connsiteY3" fmla="*/ 3026833 h 3026833"/>
                <a:gd name="connsiteX4" fmla="*/ 0 w 595051"/>
                <a:gd name="connsiteY4" fmla="*/ 0 h 3026833"/>
                <a:gd name="connsiteX0" fmla="*/ 0 w 1099876"/>
                <a:gd name="connsiteY0" fmla="*/ 0 h 3026833"/>
                <a:gd name="connsiteX1" fmla="*/ 595051 w 1099876"/>
                <a:gd name="connsiteY1" fmla="*/ 0 h 3026833"/>
                <a:gd name="connsiteX2" fmla="*/ 1099876 w 1099876"/>
                <a:gd name="connsiteY2" fmla="*/ 2188633 h 3026833"/>
                <a:gd name="connsiteX3" fmla="*/ 0 w 1099876"/>
                <a:gd name="connsiteY3" fmla="*/ 3026833 h 3026833"/>
                <a:gd name="connsiteX4" fmla="*/ 0 w 1099876"/>
                <a:gd name="connsiteY4" fmla="*/ 0 h 3026833"/>
                <a:gd name="connsiteX0" fmla="*/ 0 w 1109401"/>
                <a:gd name="connsiteY0" fmla="*/ 0 h 3026833"/>
                <a:gd name="connsiteX1" fmla="*/ 595051 w 1109401"/>
                <a:gd name="connsiteY1" fmla="*/ 0 h 3026833"/>
                <a:gd name="connsiteX2" fmla="*/ 1109401 w 1109401"/>
                <a:gd name="connsiteY2" fmla="*/ 2188633 h 3026833"/>
                <a:gd name="connsiteX3" fmla="*/ 0 w 1109401"/>
                <a:gd name="connsiteY3" fmla="*/ 3026833 h 3026833"/>
                <a:gd name="connsiteX4" fmla="*/ 0 w 1109401"/>
                <a:gd name="connsiteY4" fmla="*/ 0 h 3026833"/>
                <a:gd name="connsiteX0" fmla="*/ 0 w 1128451"/>
                <a:gd name="connsiteY0" fmla="*/ 0 h 3026833"/>
                <a:gd name="connsiteX1" fmla="*/ 595051 w 1128451"/>
                <a:gd name="connsiteY1" fmla="*/ 0 h 3026833"/>
                <a:gd name="connsiteX2" fmla="*/ 1128451 w 1128451"/>
                <a:gd name="connsiteY2" fmla="*/ 2179108 h 3026833"/>
                <a:gd name="connsiteX3" fmla="*/ 0 w 1128451"/>
                <a:gd name="connsiteY3" fmla="*/ 3026833 h 3026833"/>
                <a:gd name="connsiteX4" fmla="*/ 0 w 1128451"/>
                <a:gd name="connsiteY4" fmla="*/ 0 h 30268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51" h="3026833">
                  <a:moveTo>
                    <a:pt x="0" y="0"/>
                  </a:moveTo>
                  <a:lnTo>
                    <a:pt x="595051" y="0"/>
                  </a:lnTo>
                  <a:lnTo>
                    <a:pt x="1128451" y="2179108"/>
                  </a:lnTo>
                  <a:lnTo>
                    <a:pt x="0" y="3026833"/>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75" name="Oval 174">
              <a:extLst>
                <a:ext uri="{FF2B5EF4-FFF2-40B4-BE49-F238E27FC236}">
                  <a16:creationId xmlns:a16="http://schemas.microsoft.com/office/drawing/2014/main" id="{C182779A-B057-46E7-BC76-905A11A0D0C9}"/>
                </a:ext>
              </a:extLst>
            </p:cNvPr>
            <p:cNvSpPr/>
            <p:nvPr/>
          </p:nvSpPr>
          <p:spPr>
            <a:xfrm>
              <a:off x="6899803" y="1683205"/>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176" name="Oval 175">
              <a:extLst>
                <a:ext uri="{FF2B5EF4-FFF2-40B4-BE49-F238E27FC236}">
                  <a16:creationId xmlns:a16="http://schemas.microsoft.com/office/drawing/2014/main" id="{B63EA217-F344-4A5F-A0BB-54F5893ADDFD}"/>
                </a:ext>
              </a:extLst>
            </p:cNvPr>
            <p:cNvSpPr/>
            <p:nvPr/>
          </p:nvSpPr>
          <p:spPr>
            <a:xfrm>
              <a:off x="7436152" y="3872524"/>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sp>
          <p:nvSpPr>
            <p:cNvPr id="177" name="Oval 176">
              <a:extLst>
                <a:ext uri="{FF2B5EF4-FFF2-40B4-BE49-F238E27FC236}">
                  <a16:creationId xmlns:a16="http://schemas.microsoft.com/office/drawing/2014/main" id="{4E6355FF-29EC-469E-B0AD-EAEFC77BE246}"/>
                </a:ext>
              </a:extLst>
            </p:cNvPr>
            <p:cNvSpPr/>
            <p:nvPr/>
          </p:nvSpPr>
          <p:spPr>
            <a:xfrm>
              <a:off x="6299427" y="1685004"/>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178" name="TextBox 177">
              <a:extLst>
                <a:ext uri="{FF2B5EF4-FFF2-40B4-BE49-F238E27FC236}">
                  <a16:creationId xmlns:a16="http://schemas.microsoft.com/office/drawing/2014/main" id="{C3F453CB-94B2-459F-A9C0-F4114AEE33C5}"/>
                </a:ext>
              </a:extLst>
            </p:cNvPr>
            <p:cNvSpPr txBox="1"/>
            <p:nvPr/>
          </p:nvSpPr>
          <p:spPr>
            <a:xfrm>
              <a:off x="9105999" y="4799365"/>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p>
          </p:txBody>
        </p:sp>
        <p:sp>
          <p:nvSpPr>
            <p:cNvPr id="179" name="TextBox 178">
              <a:extLst>
                <a:ext uri="{FF2B5EF4-FFF2-40B4-BE49-F238E27FC236}">
                  <a16:creationId xmlns:a16="http://schemas.microsoft.com/office/drawing/2014/main" id="{4866A448-2F93-4DE0-B1E3-EAC816CAEA4A}"/>
                </a:ext>
              </a:extLst>
            </p:cNvPr>
            <p:cNvSpPr txBox="1"/>
            <p:nvPr/>
          </p:nvSpPr>
          <p:spPr>
            <a:xfrm>
              <a:off x="8267042" y="2952832"/>
              <a:ext cx="317716" cy="369332"/>
            </a:xfrm>
            <a:prstGeom prst="rect">
              <a:avLst/>
            </a:prstGeom>
            <a:noFill/>
            <a:ln w="19050">
              <a:solidFill>
                <a:schemeClr val="bg1"/>
              </a:solidFill>
            </a:ln>
          </p:spPr>
          <p:txBody>
            <a:bodyPr wrap="square" rtlCol="0">
              <a:spAutoFit/>
            </a:bodyPr>
            <a:lstStyle/>
            <a:p>
              <a:r>
                <a:rPr lang="pt-BR" dirty="0"/>
                <a:t>G</a:t>
              </a:r>
              <a:endParaRPr lang="en-US" dirty="0"/>
            </a:p>
          </p:txBody>
        </p:sp>
        <p:sp>
          <p:nvSpPr>
            <p:cNvPr id="180" name="TextBox 179">
              <a:extLst>
                <a:ext uri="{FF2B5EF4-FFF2-40B4-BE49-F238E27FC236}">
                  <a16:creationId xmlns:a16="http://schemas.microsoft.com/office/drawing/2014/main" id="{80245DB2-675C-4D28-B578-16A31811EC9B}"/>
                </a:ext>
              </a:extLst>
            </p:cNvPr>
            <p:cNvSpPr txBox="1"/>
            <p:nvPr/>
          </p:nvSpPr>
          <p:spPr>
            <a:xfrm>
              <a:off x="5774695" y="3239727"/>
              <a:ext cx="317716" cy="369332"/>
            </a:xfrm>
            <a:prstGeom prst="rect">
              <a:avLst/>
            </a:prstGeom>
            <a:noFill/>
            <a:ln w="19050">
              <a:solidFill>
                <a:schemeClr val="tx1"/>
              </a:solidFill>
            </a:ln>
          </p:spPr>
          <p:txBody>
            <a:bodyPr wrap="square" rtlCol="0">
              <a:spAutoFit/>
            </a:bodyPr>
            <a:lstStyle/>
            <a:p>
              <a:r>
                <a:rPr lang="pt-BR" dirty="0"/>
                <a:t>C</a:t>
              </a:r>
              <a:endParaRPr lang="en-US" dirty="0"/>
            </a:p>
          </p:txBody>
        </p:sp>
        <p:sp>
          <p:nvSpPr>
            <p:cNvPr id="181" name="TextBox 180">
              <a:extLst>
                <a:ext uri="{FF2B5EF4-FFF2-40B4-BE49-F238E27FC236}">
                  <a16:creationId xmlns:a16="http://schemas.microsoft.com/office/drawing/2014/main" id="{E6E85FEE-7361-4F06-A74B-6E58885F0C58}"/>
                </a:ext>
              </a:extLst>
            </p:cNvPr>
            <p:cNvSpPr txBox="1"/>
            <p:nvPr/>
          </p:nvSpPr>
          <p:spPr>
            <a:xfrm>
              <a:off x="6734631" y="3249114"/>
              <a:ext cx="317716" cy="369332"/>
            </a:xfrm>
            <a:prstGeom prst="rect">
              <a:avLst/>
            </a:prstGeom>
            <a:noFill/>
            <a:ln w="19050">
              <a:solidFill>
                <a:schemeClr val="bg1"/>
              </a:solidFill>
            </a:ln>
          </p:spPr>
          <p:txBody>
            <a:bodyPr wrap="square" rtlCol="0">
              <a:spAutoFit/>
            </a:bodyPr>
            <a:lstStyle/>
            <a:p>
              <a:pPr algn="ctr"/>
              <a:r>
                <a:rPr lang="pt-BR" dirty="0"/>
                <a:t>I</a:t>
              </a:r>
              <a:endParaRPr lang="en-US" dirty="0"/>
            </a:p>
          </p:txBody>
        </p:sp>
        <p:sp>
          <p:nvSpPr>
            <p:cNvPr id="182" name="TextBox 181">
              <a:extLst>
                <a:ext uri="{FF2B5EF4-FFF2-40B4-BE49-F238E27FC236}">
                  <a16:creationId xmlns:a16="http://schemas.microsoft.com/office/drawing/2014/main" id="{31F2D227-88AD-4F95-885F-24A1A5826136}"/>
                </a:ext>
              </a:extLst>
            </p:cNvPr>
            <p:cNvSpPr txBox="1"/>
            <p:nvPr/>
          </p:nvSpPr>
          <p:spPr>
            <a:xfrm>
              <a:off x="6053140" y="4296522"/>
              <a:ext cx="403983" cy="369332"/>
            </a:xfrm>
            <a:prstGeom prst="rect">
              <a:avLst/>
            </a:prstGeom>
            <a:noFill/>
          </p:spPr>
          <p:txBody>
            <a:bodyPr wrap="square">
              <a:spAutoFit/>
            </a:bodyPr>
            <a:lstStyle/>
            <a:p>
              <a:r>
                <a:rPr lang="en-US" dirty="0">
                  <a:latin typeface="Consolas" panose="020B0609020204030204" pitchFamily="49" charset="0"/>
                </a:rPr>
                <a:t>c</a:t>
              </a:r>
              <a:r>
                <a:rPr lang="en-US" baseline="-25000" dirty="0">
                  <a:latin typeface="Consolas" panose="020B0609020204030204" pitchFamily="49" charset="0"/>
                </a:rPr>
                <a:t>0</a:t>
              </a:r>
            </a:p>
          </p:txBody>
        </p:sp>
        <p:cxnSp>
          <p:nvCxnSpPr>
            <p:cNvPr id="183" name="Straight Arrow Connector 182">
              <a:extLst>
                <a:ext uri="{FF2B5EF4-FFF2-40B4-BE49-F238E27FC236}">
                  <a16:creationId xmlns:a16="http://schemas.microsoft.com/office/drawing/2014/main" id="{21569217-389F-4D01-8FD6-2BDC26EC4E57}"/>
                </a:ext>
              </a:extLst>
            </p:cNvPr>
            <p:cNvCxnSpPr>
              <a:cxnSpLocks/>
            </p:cNvCxnSpPr>
            <p:nvPr/>
          </p:nvCxnSpPr>
          <p:spPr>
            <a:xfrm rot="16200000" flipV="1">
              <a:off x="6163687"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4" name="Straight Arrow Connector 183">
              <a:extLst>
                <a:ext uri="{FF2B5EF4-FFF2-40B4-BE49-F238E27FC236}">
                  <a16:creationId xmlns:a16="http://schemas.microsoft.com/office/drawing/2014/main" id="{DD62CB18-D472-4275-AD5A-3455A97D27F6}"/>
                </a:ext>
              </a:extLst>
            </p:cNvPr>
            <p:cNvCxnSpPr>
              <a:cxnSpLocks/>
            </p:cNvCxnSpPr>
            <p:nvPr/>
          </p:nvCxnSpPr>
          <p:spPr>
            <a:xfrm rot="5400000" flipV="1">
              <a:off x="6296046" y="343378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5" name="Straight Arrow Connector 184">
              <a:extLst>
                <a:ext uri="{FF2B5EF4-FFF2-40B4-BE49-F238E27FC236}">
                  <a16:creationId xmlns:a16="http://schemas.microsoft.com/office/drawing/2014/main" id="{A84CE756-223F-41AE-8C48-4DAEBDC13B75}"/>
                </a:ext>
              </a:extLst>
            </p:cNvPr>
            <p:cNvCxnSpPr>
              <a:cxnSpLocks/>
            </p:cNvCxnSpPr>
            <p:nvPr/>
          </p:nvCxnSpPr>
          <p:spPr>
            <a:xfrm rot="4620000" flipV="1">
              <a:off x="7199947" y="297725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6" name="TextBox 185">
              <a:extLst>
                <a:ext uri="{FF2B5EF4-FFF2-40B4-BE49-F238E27FC236}">
                  <a16:creationId xmlns:a16="http://schemas.microsoft.com/office/drawing/2014/main" id="{16F5C8EA-A615-4C76-B390-FCD9F0CAFD3B}"/>
                </a:ext>
              </a:extLst>
            </p:cNvPr>
            <p:cNvSpPr txBox="1"/>
            <p:nvPr/>
          </p:nvSpPr>
          <p:spPr>
            <a:xfrm>
              <a:off x="6394450" y="4285102"/>
              <a:ext cx="403983" cy="369332"/>
            </a:xfrm>
            <a:prstGeom prst="rect">
              <a:avLst/>
            </a:prstGeom>
            <a:noFill/>
          </p:spPr>
          <p:txBody>
            <a:bodyPr wrap="square">
              <a:spAutoFit/>
            </a:bodyPr>
            <a:lstStyle/>
            <a:p>
              <a:pPr algn="ctr"/>
              <a:r>
                <a:rPr lang="en-US" dirty="0">
                  <a:latin typeface="Consolas" panose="020B0609020204030204" pitchFamily="49" charset="0"/>
                </a:rPr>
                <a:t>i</a:t>
              </a:r>
              <a:r>
                <a:rPr lang="en-US" baseline="-25000" dirty="0">
                  <a:latin typeface="Consolas" panose="020B0609020204030204" pitchFamily="49" charset="0"/>
                </a:rPr>
                <a:t>1</a:t>
              </a:r>
            </a:p>
          </p:txBody>
        </p:sp>
        <p:sp>
          <p:nvSpPr>
            <p:cNvPr id="187" name="TextBox 186">
              <a:extLst>
                <a:ext uri="{FF2B5EF4-FFF2-40B4-BE49-F238E27FC236}">
                  <a16:creationId xmlns:a16="http://schemas.microsoft.com/office/drawing/2014/main" id="{C91EFDCE-E5DD-424F-A413-8A9A7D5D4243}"/>
                </a:ext>
              </a:extLst>
            </p:cNvPr>
            <p:cNvSpPr txBox="1"/>
            <p:nvPr/>
          </p:nvSpPr>
          <p:spPr>
            <a:xfrm>
              <a:off x="6688296" y="4505511"/>
              <a:ext cx="403983" cy="369332"/>
            </a:xfrm>
            <a:prstGeom prst="rect">
              <a:avLst/>
            </a:prstGeom>
            <a:noFill/>
          </p:spPr>
          <p:txBody>
            <a:bodyPr wrap="square">
              <a:spAutoFit/>
            </a:bodyPr>
            <a:lstStyle/>
            <a:p>
              <a:pPr algn="ctr"/>
              <a:r>
                <a:rPr lang="en-US" dirty="0">
                  <a:latin typeface="Consolas" panose="020B0609020204030204" pitchFamily="49" charset="0"/>
                </a:rPr>
                <a:t>n</a:t>
              </a:r>
              <a:r>
                <a:rPr lang="en-US" baseline="-25000" dirty="0">
                  <a:latin typeface="Consolas" panose="020B0609020204030204" pitchFamily="49" charset="0"/>
                </a:rPr>
                <a:t>0</a:t>
              </a:r>
            </a:p>
          </p:txBody>
        </p:sp>
        <p:sp>
          <p:nvSpPr>
            <p:cNvPr id="188" name="TextBox 187">
              <a:extLst>
                <a:ext uri="{FF2B5EF4-FFF2-40B4-BE49-F238E27FC236}">
                  <a16:creationId xmlns:a16="http://schemas.microsoft.com/office/drawing/2014/main" id="{7DCEE573-43C0-48A8-8C1C-2C63B454D979}"/>
                </a:ext>
              </a:extLst>
            </p:cNvPr>
            <p:cNvSpPr txBox="1"/>
            <p:nvPr/>
          </p:nvSpPr>
          <p:spPr>
            <a:xfrm>
              <a:off x="8965487" y="4468102"/>
              <a:ext cx="403983" cy="369332"/>
            </a:xfrm>
            <a:prstGeom prst="rect">
              <a:avLst/>
            </a:prstGeom>
            <a:noFill/>
          </p:spPr>
          <p:txBody>
            <a:bodyPr wrap="square">
              <a:spAutoFit/>
            </a:bodyPr>
            <a:lstStyle/>
            <a:p>
              <a:pPr algn="ctr"/>
              <a:r>
                <a:rPr lang="en-US" dirty="0">
                  <a:latin typeface="Consolas" panose="020B0609020204030204" pitchFamily="49" charset="0"/>
                </a:rPr>
                <a:t>n</a:t>
              </a:r>
              <a:r>
                <a:rPr lang="en-US" baseline="-25000" dirty="0">
                  <a:latin typeface="Consolas" panose="020B0609020204030204" pitchFamily="49" charset="0"/>
                </a:rPr>
                <a:t>1</a:t>
              </a:r>
            </a:p>
          </p:txBody>
        </p:sp>
        <p:sp>
          <p:nvSpPr>
            <p:cNvPr id="189" name="TextBox 188">
              <a:extLst>
                <a:ext uri="{FF2B5EF4-FFF2-40B4-BE49-F238E27FC236}">
                  <a16:creationId xmlns:a16="http://schemas.microsoft.com/office/drawing/2014/main" id="{AFD7E829-3021-4425-BC8B-2B8FA3A5A93F}"/>
                </a:ext>
              </a:extLst>
            </p:cNvPr>
            <p:cNvSpPr txBox="1"/>
            <p:nvPr/>
          </p:nvSpPr>
          <p:spPr>
            <a:xfrm>
              <a:off x="6580536" y="1218952"/>
              <a:ext cx="317716" cy="369332"/>
            </a:xfrm>
            <a:prstGeom prst="rect">
              <a:avLst/>
            </a:prstGeom>
            <a:noFill/>
            <a:ln w="19050">
              <a:solidFill>
                <a:schemeClr val="tx1"/>
              </a:solidFill>
            </a:ln>
          </p:spPr>
          <p:txBody>
            <a:bodyPr wrap="square" rtlCol="0">
              <a:spAutoFit/>
            </a:bodyPr>
            <a:lstStyle/>
            <a:p>
              <a:r>
                <a:rPr lang="pt-BR" dirty="0"/>
                <a:t>E</a:t>
              </a:r>
              <a:endParaRPr lang="en-US" dirty="0"/>
            </a:p>
          </p:txBody>
        </p:sp>
        <p:cxnSp>
          <p:nvCxnSpPr>
            <p:cNvPr id="190" name="Straight Arrow Connector 189">
              <a:extLst>
                <a:ext uri="{FF2B5EF4-FFF2-40B4-BE49-F238E27FC236}">
                  <a16:creationId xmlns:a16="http://schemas.microsoft.com/office/drawing/2014/main" id="{27AA21C0-4599-4878-A5F8-C2BEC67AB87E}"/>
                </a:ext>
              </a:extLst>
            </p:cNvPr>
            <p:cNvCxnSpPr>
              <a:cxnSpLocks/>
            </p:cNvCxnSpPr>
            <p:nvPr/>
          </p:nvCxnSpPr>
          <p:spPr>
            <a:xfrm rot="16200000" flipV="1">
              <a:off x="9143503"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1" name="Straight Arrow Connector 190">
              <a:extLst>
                <a:ext uri="{FF2B5EF4-FFF2-40B4-BE49-F238E27FC236}">
                  <a16:creationId xmlns:a16="http://schemas.microsoft.com/office/drawing/2014/main" id="{396255E1-1813-4FC3-9E11-2D236AA47DBD}"/>
                </a:ext>
              </a:extLst>
            </p:cNvPr>
            <p:cNvCxnSpPr>
              <a:cxnSpLocks/>
            </p:cNvCxnSpPr>
            <p:nvPr/>
          </p:nvCxnSpPr>
          <p:spPr>
            <a:xfrm rot="10800000" flipV="1">
              <a:off x="8018650" y="191537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2" name="Straight Arrow Connector 191">
              <a:extLst>
                <a:ext uri="{FF2B5EF4-FFF2-40B4-BE49-F238E27FC236}">
                  <a16:creationId xmlns:a16="http://schemas.microsoft.com/office/drawing/2014/main" id="{A2879712-4F9D-4F79-8695-673B2708F5B2}"/>
                </a:ext>
              </a:extLst>
            </p:cNvPr>
            <p:cNvCxnSpPr>
              <a:cxnSpLocks/>
            </p:cNvCxnSpPr>
            <p:nvPr/>
          </p:nvCxnSpPr>
          <p:spPr>
            <a:xfrm flipV="1">
              <a:off x="7594435" y="47476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3" name="TextBox 192">
              <a:extLst>
                <a:ext uri="{FF2B5EF4-FFF2-40B4-BE49-F238E27FC236}">
                  <a16:creationId xmlns:a16="http://schemas.microsoft.com/office/drawing/2014/main" id="{225F9C07-287B-419A-8CA2-33F035361E08}"/>
                </a:ext>
              </a:extLst>
            </p:cNvPr>
            <p:cNvSpPr txBox="1"/>
            <p:nvPr/>
          </p:nvSpPr>
          <p:spPr>
            <a:xfrm>
              <a:off x="8075569" y="5134645"/>
              <a:ext cx="317716" cy="369332"/>
            </a:xfrm>
            <a:prstGeom prst="rect">
              <a:avLst/>
            </a:prstGeom>
            <a:noFill/>
            <a:ln w="19050">
              <a:solidFill>
                <a:schemeClr val="tx1"/>
              </a:solidFill>
            </a:ln>
          </p:spPr>
          <p:txBody>
            <a:bodyPr wrap="square" rtlCol="0">
              <a:spAutoFit/>
            </a:bodyPr>
            <a:lstStyle/>
            <a:p>
              <a:r>
                <a:rPr lang="pt-BR" dirty="0"/>
                <a:t>A</a:t>
              </a:r>
              <a:endParaRPr lang="en-US" dirty="0"/>
            </a:p>
          </p:txBody>
        </p:sp>
        <p:cxnSp>
          <p:nvCxnSpPr>
            <p:cNvPr id="194" name="Straight Arrow Connector 193">
              <a:extLst>
                <a:ext uri="{FF2B5EF4-FFF2-40B4-BE49-F238E27FC236}">
                  <a16:creationId xmlns:a16="http://schemas.microsoft.com/office/drawing/2014/main" id="{9717A86E-DD0F-4F44-AE3C-D717DD948663}"/>
                </a:ext>
              </a:extLst>
            </p:cNvPr>
            <p:cNvCxnSpPr>
              <a:cxnSpLocks/>
            </p:cNvCxnSpPr>
            <p:nvPr/>
          </p:nvCxnSpPr>
          <p:spPr>
            <a:xfrm rot="10800000" flipV="1">
              <a:off x="7585846" y="498403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5" name="TextBox 194">
              <a:extLst>
                <a:ext uri="{FF2B5EF4-FFF2-40B4-BE49-F238E27FC236}">
                  <a16:creationId xmlns:a16="http://schemas.microsoft.com/office/drawing/2014/main" id="{F703C537-59DE-474A-9EDA-F34C3A9B1948}"/>
                </a:ext>
              </a:extLst>
            </p:cNvPr>
            <p:cNvSpPr txBox="1"/>
            <p:nvPr/>
          </p:nvSpPr>
          <p:spPr>
            <a:xfrm>
              <a:off x="8082109" y="1218952"/>
              <a:ext cx="317716" cy="369332"/>
            </a:xfrm>
            <a:prstGeom prst="rect">
              <a:avLst/>
            </a:prstGeom>
            <a:noFill/>
            <a:ln w="19050">
              <a:solidFill>
                <a:schemeClr val="tx1"/>
              </a:solidFill>
            </a:ln>
          </p:spPr>
          <p:txBody>
            <a:bodyPr wrap="square" rtlCol="0">
              <a:spAutoFit/>
            </a:bodyPr>
            <a:lstStyle/>
            <a:p>
              <a:r>
                <a:rPr lang="pt-BR" dirty="0"/>
                <a:t>F</a:t>
              </a:r>
              <a:endParaRPr lang="en-US" dirty="0"/>
            </a:p>
          </p:txBody>
        </p:sp>
        <p:sp>
          <p:nvSpPr>
            <p:cNvPr id="196" name="TextBox 195">
              <a:extLst>
                <a:ext uri="{FF2B5EF4-FFF2-40B4-BE49-F238E27FC236}">
                  <a16:creationId xmlns:a16="http://schemas.microsoft.com/office/drawing/2014/main" id="{2D30EA64-A9C8-4FCE-BADD-91CAF550956C}"/>
                </a:ext>
              </a:extLst>
            </p:cNvPr>
            <p:cNvSpPr txBox="1"/>
            <p:nvPr/>
          </p:nvSpPr>
          <p:spPr>
            <a:xfrm>
              <a:off x="7549236" y="3601484"/>
              <a:ext cx="469397" cy="369332"/>
            </a:xfrm>
            <a:prstGeom prst="rect">
              <a:avLst/>
            </a:prstGeom>
            <a:noFill/>
          </p:spPr>
          <p:txBody>
            <a:bodyPr wrap="square">
              <a:spAutoFit/>
            </a:bodyPr>
            <a:lstStyle/>
            <a:p>
              <a:pPr algn="ctr"/>
              <a:r>
                <a:rPr lang="en-US" dirty="0">
                  <a:solidFill>
                    <a:srgbClr val="FF0000"/>
                  </a:solidFill>
                  <a:latin typeface="Consolas" panose="020B0609020204030204" pitchFamily="49" charset="0"/>
                </a:rPr>
                <a:t>g</a:t>
              </a:r>
              <a:r>
                <a:rPr lang="en-US" baseline="-25000" dirty="0">
                  <a:solidFill>
                    <a:srgbClr val="FF0000"/>
                  </a:solidFill>
                  <a:latin typeface="Consolas" panose="020B0609020204030204" pitchFamily="49" charset="0"/>
                </a:rPr>
                <a:t>0</a:t>
              </a:r>
            </a:p>
          </p:txBody>
        </p:sp>
        <p:sp>
          <p:nvSpPr>
            <p:cNvPr id="197" name="TextBox 196">
              <a:extLst>
                <a:ext uri="{FF2B5EF4-FFF2-40B4-BE49-F238E27FC236}">
                  <a16:creationId xmlns:a16="http://schemas.microsoft.com/office/drawing/2014/main" id="{D986E05D-03D9-41F7-9135-9FE727281968}"/>
                </a:ext>
              </a:extLst>
            </p:cNvPr>
            <p:cNvSpPr txBox="1"/>
            <p:nvPr/>
          </p:nvSpPr>
          <p:spPr>
            <a:xfrm>
              <a:off x="7686202" y="4307163"/>
              <a:ext cx="317716" cy="369332"/>
            </a:xfrm>
            <a:prstGeom prst="rect">
              <a:avLst/>
            </a:prstGeom>
            <a:noFill/>
            <a:ln w="19050">
              <a:solidFill>
                <a:schemeClr val="bg1"/>
              </a:solidFill>
            </a:ln>
          </p:spPr>
          <p:txBody>
            <a:bodyPr wrap="square" rtlCol="0">
              <a:spAutoFit/>
            </a:bodyPr>
            <a:lstStyle/>
            <a:p>
              <a:pPr algn="ctr"/>
              <a:r>
                <a:rPr lang="pt-BR" dirty="0"/>
                <a:t>N</a:t>
              </a:r>
              <a:endParaRPr lang="en-US" dirty="0"/>
            </a:p>
          </p:txBody>
        </p:sp>
        <p:cxnSp>
          <p:nvCxnSpPr>
            <p:cNvPr id="198" name="Straight Arrow Connector 197">
              <a:extLst>
                <a:ext uri="{FF2B5EF4-FFF2-40B4-BE49-F238E27FC236}">
                  <a16:creationId xmlns:a16="http://schemas.microsoft.com/office/drawing/2014/main" id="{F8F4904C-4663-4334-8807-01E0C12BBD7B}"/>
                </a:ext>
              </a:extLst>
            </p:cNvPr>
            <p:cNvCxnSpPr>
              <a:cxnSpLocks/>
            </p:cNvCxnSpPr>
            <p:nvPr/>
          </p:nvCxnSpPr>
          <p:spPr>
            <a:xfrm rot="15420000" flipV="1">
              <a:off x="7028274" y="3008572"/>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9" name="Oval 198">
              <a:extLst>
                <a:ext uri="{FF2B5EF4-FFF2-40B4-BE49-F238E27FC236}">
                  <a16:creationId xmlns:a16="http://schemas.microsoft.com/office/drawing/2014/main" id="{73F337D9-5B89-4A05-B76B-E67BFF916033}"/>
                </a:ext>
              </a:extLst>
            </p:cNvPr>
            <p:cNvSpPr/>
            <p:nvPr/>
          </p:nvSpPr>
          <p:spPr>
            <a:xfrm>
              <a:off x="9305161" y="169836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200" name="Oval 199">
              <a:extLst>
                <a:ext uri="{FF2B5EF4-FFF2-40B4-BE49-F238E27FC236}">
                  <a16:creationId xmlns:a16="http://schemas.microsoft.com/office/drawing/2014/main" id="{45425A63-C01F-487A-8F5D-53AF3B5A829B}"/>
                </a:ext>
              </a:extLst>
            </p:cNvPr>
            <p:cNvSpPr/>
            <p:nvPr/>
          </p:nvSpPr>
          <p:spPr>
            <a:xfrm>
              <a:off x="9286136" y="4706152"/>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a:t>
              </a:r>
              <a:endParaRPr lang="en-US" dirty="0"/>
            </a:p>
          </p:txBody>
        </p:sp>
        <p:cxnSp>
          <p:nvCxnSpPr>
            <p:cNvPr id="201" name="Straight Arrow Connector 200">
              <a:extLst>
                <a:ext uri="{FF2B5EF4-FFF2-40B4-BE49-F238E27FC236}">
                  <a16:creationId xmlns:a16="http://schemas.microsoft.com/office/drawing/2014/main" id="{818E3841-FE84-4943-8C4B-CBA5543BD819}"/>
                </a:ext>
              </a:extLst>
            </p:cNvPr>
            <p:cNvCxnSpPr>
              <a:cxnSpLocks/>
            </p:cNvCxnSpPr>
            <p:nvPr/>
          </p:nvCxnSpPr>
          <p:spPr>
            <a:xfrm flipH="1">
              <a:off x="6622559" y="1879409"/>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2" name="TextBox 201">
              <a:extLst>
                <a:ext uri="{FF2B5EF4-FFF2-40B4-BE49-F238E27FC236}">
                  <a16:creationId xmlns:a16="http://schemas.microsoft.com/office/drawing/2014/main" id="{D6EFEBD4-7F59-481A-99A8-586C8CEA9F19}"/>
                </a:ext>
              </a:extLst>
            </p:cNvPr>
            <p:cNvSpPr txBox="1"/>
            <p:nvPr/>
          </p:nvSpPr>
          <p:spPr>
            <a:xfrm>
              <a:off x="7288632" y="4048331"/>
              <a:ext cx="403983" cy="369332"/>
            </a:xfrm>
            <a:prstGeom prst="rect">
              <a:avLst/>
            </a:prstGeom>
            <a:noFill/>
          </p:spPr>
          <p:txBody>
            <a:bodyPr wrap="square">
              <a:spAutoFit/>
            </a:bodyPr>
            <a:lstStyle/>
            <a:p>
              <a:pPr algn="ctr"/>
              <a:r>
                <a:rPr lang="en-US" dirty="0">
                  <a:latin typeface="Consolas" panose="020B0609020204030204" pitchFamily="49" charset="0"/>
                </a:rPr>
                <a:t>n</a:t>
              </a:r>
              <a:r>
                <a:rPr lang="en-US" baseline="-25000" dirty="0">
                  <a:latin typeface="Consolas" panose="020B0609020204030204" pitchFamily="49" charset="0"/>
                </a:rPr>
                <a:t>3</a:t>
              </a:r>
            </a:p>
          </p:txBody>
        </p:sp>
        <p:cxnSp>
          <p:nvCxnSpPr>
            <p:cNvPr id="203" name="Straight Arrow Connector 202">
              <a:extLst>
                <a:ext uri="{FF2B5EF4-FFF2-40B4-BE49-F238E27FC236}">
                  <a16:creationId xmlns:a16="http://schemas.microsoft.com/office/drawing/2014/main" id="{5B2DD1C3-12E4-47FD-ADBB-98C2F9688B6E}"/>
                </a:ext>
              </a:extLst>
            </p:cNvPr>
            <p:cNvCxnSpPr>
              <a:cxnSpLocks/>
            </p:cNvCxnSpPr>
            <p:nvPr/>
          </p:nvCxnSpPr>
          <p:spPr>
            <a:xfrm rot="600000" flipV="1">
              <a:off x="8177507" y="405603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4" name="Straight Arrow Connector 203">
              <a:extLst>
                <a:ext uri="{FF2B5EF4-FFF2-40B4-BE49-F238E27FC236}">
                  <a16:creationId xmlns:a16="http://schemas.microsoft.com/office/drawing/2014/main" id="{E60180CD-EC35-4F55-B2A0-349A74B25141}"/>
                </a:ext>
              </a:extLst>
            </p:cNvPr>
            <p:cNvCxnSpPr>
              <a:cxnSpLocks/>
            </p:cNvCxnSpPr>
            <p:nvPr/>
          </p:nvCxnSpPr>
          <p:spPr>
            <a:xfrm rot="11400000" flipV="1">
              <a:off x="8155187" y="418797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5" name="Straight Arrow Connector 204">
              <a:extLst>
                <a:ext uri="{FF2B5EF4-FFF2-40B4-BE49-F238E27FC236}">
                  <a16:creationId xmlns:a16="http://schemas.microsoft.com/office/drawing/2014/main" id="{9E38029B-19AB-47A9-BBA7-5D1F04E0DD23}"/>
                </a:ext>
              </a:extLst>
            </p:cNvPr>
            <p:cNvCxnSpPr>
              <a:cxnSpLocks/>
            </p:cNvCxnSpPr>
            <p:nvPr/>
          </p:nvCxnSpPr>
          <p:spPr>
            <a:xfrm rot="8520000" flipV="1">
              <a:off x="6920070" y="442403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6" name="Straight Arrow Connector 205">
              <a:extLst>
                <a:ext uri="{FF2B5EF4-FFF2-40B4-BE49-F238E27FC236}">
                  <a16:creationId xmlns:a16="http://schemas.microsoft.com/office/drawing/2014/main" id="{967733A9-A3F2-4C20-BF14-ABF8A1C1F27F}"/>
                </a:ext>
              </a:extLst>
            </p:cNvPr>
            <p:cNvCxnSpPr>
              <a:cxnSpLocks/>
            </p:cNvCxnSpPr>
            <p:nvPr/>
          </p:nvCxnSpPr>
          <p:spPr>
            <a:xfrm rot="-2280000" flipV="1">
              <a:off x="6845324" y="431346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7" name="Oval 206">
              <a:extLst>
                <a:ext uri="{FF2B5EF4-FFF2-40B4-BE49-F238E27FC236}">
                  <a16:creationId xmlns:a16="http://schemas.microsoft.com/office/drawing/2014/main" id="{57CE43E8-A3E2-4190-BE3F-86B196249110}"/>
                </a:ext>
              </a:extLst>
            </p:cNvPr>
            <p:cNvSpPr/>
            <p:nvPr/>
          </p:nvSpPr>
          <p:spPr>
            <a:xfrm>
              <a:off x="6335763" y="469642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208" name="Oval 207">
              <a:extLst>
                <a:ext uri="{FF2B5EF4-FFF2-40B4-BE49-F238E27FC236}">
                  <a16:creationId xmlns:a16="http://schemas.microsoft.com/office/drawing/2014/main" id="{3CDCB344-3170-48A9-B88D-B108FD682C98}"/>
                </a:ext>
              </a:extLst>
            </p:cNvPr>
            <p:cNvSpPr/>
            <p:nvPr/>
          </p:nvSpPr>
          <p:spPr>
            <a:xfrm>
              <a:off x="9316365" y="4170504"/>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a:t>
              </a:r>
              <a:endParaRPr lang="en-US" dirty="0"/>
            </a:p>
          </p:txBody>
        </p:sp>
        <p:cxnSp>
          <p:nvCxnSpPr>
            <p:cNvPr id="209" name="Straight Arrow Connector 208">
              <a:extLst>
                <a:ext uri="{FF2B5EF4-FFF2-40B4-BE49-F238E27FC236}">
                  <a16:creationId xmlns:a16="http://schemas.microsoft.com/office/drawing/2014/main" id="{C4443C55-5E41-4E05-86C7-5B5A4AAA7930}"/>
                </a:ext>
              </a:extLst>
            </p:cNvPr>
            <p:cNvCxnSpPr>
              <a:cxnSpLocks/>
            </p:cNvCxnSpPr>
            <p:nvPr/>
          </p:nvCxnSpPr>
          <p:spPr>
            <a:xfrm rot="5400000" flipH="1">
              <a:off x="9290899" y="4567277"/>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0" name="TextBox 209">
              <a:extLst>
                <a:ext uri="{FF2B5EF4-FFF2-40B4-BE49-F238E27FC236}">
                  <a16:creationId xmlns:a16="http://schemas.microsoft.com/office/drawing/2014/main" id="{AE4C3BF4-AB8F-43EE-A21D-D6011717BE3D}"/>
                </a:ext>
              </a:extLst>
            </p:cNvPr>
            <p:cNvSpPr txBox="1"/>
            <p:nvPr/>
          </p:nvSpPr>
          <p:spPr>
            <a:xfrm>
              <a:off x="8943415" y="4154198"/>
              <a:ext cx="403983" cy="369332"/>
            </a:xfrm>
            <a:prstGeom prst="rect">
              <a:avLst/>
            </a:prstGeom>
            <a:noFill/>
          </p:spPr>
          <p:txBody>
            <a:bodyPr wrap="square">
              <a:spAutoFit/>
            </a:bodyPr>
            <a:lstStyle/>
            <a:p>
              <a:pPr algn="ctr"/>
              <a:r>
                <a:rPr lang="en-US" dirty="0">
                  <a:latin typeface="Consolas" panose="020B0609020204030204" pitchFamily="49" charset="0"/>
                </a:rPr>
                <a:t>n</a:t>
              </a:r>
              <a:r>
                <a:rPr lang="en-US" baseline="-25000" dirty="0">
                  <a:latin typeface="Consolas" panose="020B0609020204030204" pitchFamily="49" charset="0"/>
                </a:rPr>
                <a:t>2</a:t>
              </a:r>
            </a:p>
          </p:txBody>
        </p:sp>
        <p:sp>
          <p:nvSpPr>
            <p:cNvPr id="211" name="TextBox 210">
              <a:extLst>
                <a:ext uri="{FF2B5EF4-FFF2-40B4-BE49-F238E27FC236}">
                  <a16:creationId xmlns:a16="http://schemas.microsoft.com/office/drawing/2014/main" id="{00D852E5-F2A2-4A06-881F-847D24CF83A5}"/>
                </a:ext>
              </a:extLst>
            </p:cNvPr>
            <p:cNvSpPr txBox="1"/>
            <p:nvPr/>
          </p:nvSpPr>
          <p:spPr>
            <a:xfrm>
              <a:off x="7165193" y="3562474"/>
              <a:ext cx="403983" cy="369332"/>
            </a:xfrm>
            <a:prstGeom prst="rect">
              <a:avLst/>
            </a:prstGeom>
            <a:noFill/>
          </p:spPr>
          <p:txBody>
            <a:bodyPr wrap="square">
              <a:spAutoFit/>
            </a:bodyPr>
            <a:lstStyle/>
            <a:p>
              <a:r>
                <a:rPr lang="en-US" dirty="0">
                  <a:latin typeface="Consolas" panose="020B0609020204030204" pitchFamily="49" charset="0"/>
                </a:rPr>
                <a:t>i</a:t>
              </a:r>
              <a:r>
                <a:rPr lang="en-US" baseline="-25000" dirty="0">
                  <a:latin typeface="Consolas" panose="020B0609020204030204" pitchFamily="49" charset="0"/>
                </a:rPr>
                <a:t>2</a:t>
              </a:r>
            </a:p>
          </p:txBody>
        </p:sp>
      </p:grpSp>
      <p:sp>
        <p:nvSpPr>
          <p:cNvPr id="212" name="TextBox 211">
            <a:extLst>
              <a:ext uri="{FF2B5EF4-FFF2-40B4-BE49-F238E27FC236}">
                <a16:creationId xmlns:a16="http://schemas.microsoft.com/office/drawing/2014/main" id="{26928088-2475-4460-ADBC-BA8EB2F616C8}"/>
              </a:ext>
            </a:extLst>
          </p:cNvPr>
          <p:cNvSpPr txBox="1"/>
          <p:nvPr/>
        </p:nvSpPr>
        <p:spPr>
          <a:xfrm>
            <a:off x="6102896" y="747679"/>
            <a:ext cx="4219120" cy="646331"/>
          </a:xfrm>
          <a:prstGeom prst="rect">
            <a:avLst/>
          </a:prstGeom>
          <a:ln/>
        </p:spPr>
        <p:style>
          <a:lnRef idx="1">
            <a:schemeClr val="dk1"/>
          </a:lnRef>
          <a:fillRef idx="3">
            <a:schemeClr val="dk1"/>
          </a:fillRef>
          <a:effectRef idx="2">
            <a:schemeClr val="dk1"/>
          </a:effectRef>
          <a:fontRef idx="minor">
            <a:schemeClr val="lt1"/>
          </a:fontRef>
        </p:style>
        <p:txBody>
          <a:bodyPr wrap="square">
            <a:spAutoFit/>
          </a:bodyPr>
          <a:lstStyle/>
          <a:p>
            <a:r>
              <a:rPr lang="en-US" dirty="0">
                <a:latin typeface="Consolas" panose="020B0609020204030204" pitchFamily="49" charset="0"/>
              </a:rPr>
              <a:t>i</a:t>
            </a:r>
            <a:r>
              <a:rPr lang="en-US" baseline="-25000" dirty="0">
                <a:latin typeface="Consolas" panose="020B0609020204030204" pitchFamily="49" charset="0"/>
              </a:rPr>
              <a:t>2</a:t>
            </a:r>
            <a:r>
              <a:rPr lang="en-US" dirty="0">
                <a:latin typeface="Consolas" panose="020B0609020204030204" pitchFamily="49" charset="0"/>
              </a:rPr>
              <a:t> = he selected to reindex the element I with the new vertex E.</a:t>
            </a:r>
          </a:p>
        </p:txBody>
      </p:sp>
      <p:sp>
        <p:nvSpPr>
          <p:cNvPr id="213" name="TextBox 212">
            <a:extLst>
              <a:ext uri="{FF2B5EF4-FFF2-40B4-BE49-F238E27FC236}">
                <a16:creationId xmlns:a16="http://schemas.microsoft.com/office/drawing/2014/main" id="{1525E9D9-DB94-48FE-964C-9A6F9AAC1AC0}"/>
              </a:ext>
            </a:extLst>
          </p:cNvPr>
          <p:cNvSpPr txBox="1"/>
          <p:nvPr/>
        </p:nvSpPr>
        <p:spPr>
          <a:xfrm>
            <a:off x="10572493" y="1393511"/>
            <a:ext cx="3822676" cy="4524315"/>
          </a:xfrm>
          <a:prstGeom prst="rect">
            <a:avLst/>
          </a:prstGeom>
          <a:ln w="19050">
            <a:solidFill>
              <a:schemeClr val="tx1"/>
            </a:solidFill>
          </a:ln>
        </p:spPr>
        <p:style>
          <a:lnRef idx="1">
            <a:schemeClr val="accent1"/>
          </a:lnRef>
          <a:fillRef idx="3">
            <a:schemeClr val="accent1"/>
          </a:fillRef>
          <a:effectRef idx="2">
            <a:schemeClr val="accent1"/>
          </a:effectRef>
          <a:fontRef idx="minor">
            <a:schemeClr val="lt1"/>
          </a:fontRef>
        </p:style>
        <p:txBody>
          <a:bodyPr wrap="square">
            <a:spAutoFit/>
          </a:bodyPr>
          <a:lstStyle/>
          <a:p>
            <a:pPr algn="just"/>
            <a:r>
              <a:rPr lang="en-US" dirty="0">
                <a:latin typeface="Consolas" panose="020B0609020204030204" pitchFamily="49" charset="0"/>
              </a:rPr>
              <a:t>This operation is only valid if a collapsed vertex* shares an outcome half-edge with one of the faces shared by the edge being split.</a:t>
            </a:r>
          </a:p>
          <a:p>
            <a:pPr algn="just"/>
            <a:endParaRPr lang="en-US" dirty="0">
              <a:latin typeface="Consolas" panose="020B0609020204030204" pitchFamily="49" charset="0"/>
            </a:endParaRPr>
          </a:p>
          <a:p>
            <a:pPr algn="just"/>
            <a:r>
              <a:rPr lang="en-US" dirty="0">
                <a:latin typeface="Consolas" panose="020B0609020204030204" pitchFamily="49" charset="0"/>
              </a:rPr>
              <a:t>i</a:t>
            </a:r>
            <a:r>
              <a:rPr lang="en-US" baseline="-25000" dirty="0">
                <a:latin typeface="Consolas" panose="020B0609020204030204" pitchFamily="49" charset="0"/>
              </a:rPr>
              <a:t>2 </a:t>
            </a:r>
            <a:r>
              <a:rPr lang="en-US" dirty="0">
                <a:latin typeface="Consolas" panose="020B0609020204030204" pitchFamily="49" charset="0"/>
              </a:rPr>
              <a:t>is a half-edge from a collapsed vertex representing an edge shared with the face G. G has the edge represented by g</a:t>
            </a:r>
            <a:r>
              <a:rPr lang="en-US" baseline="-25000" dirty="0">
                <a:latin typeface="Consolas" panose="020B0609020204030204" pitchFamily="49" charset="0"/>
              </a:rPr>
              <a:t>0</a:t>
            </a:r>
            <a:r>
              <a:rPr lang="en-US" dirty="0">
                <a:latin typeface="Consolas" panose="020B0609020204030204" pitchFamily="49" charset="0"/>
              </a:rPr>
              <a:t> and a</a:t>
            </a:r>
            <a:r>
              <a:rPr lang="en-US" baseline="-25000" dirty="0">
                <a:latin typeface="Consolas" panose="020B0609020204030204" pitchFamily="49" charset="0"/>
              </a:rPr>
              <a:t>0</a:t>
            </a:r>
            <a:r>
              <a:rPr lang="en-US" dirty="0">
                <a:latin typeface="Consolas" panose="020B0609020204030204" pitchFamily="49" charset="0"/>
              </a:rPr>
              <a:t>, so i</a:t>
            </a:r>
            <a:r>
              <a:rPr lang="en-US" baseline="-25000" dirty="0">
                <a:latin typeface="Consolas" panose="020B0609020204030204" pitchFamily="49" charset="0"/>
              </a:rPr>
              <a:t>2</a:t>
            </a:r>
            <a:r>
              <a:rPr lang="en-US" dirty="0">
                <a:latin typeface="Consolas" panose="020B0609020204030204" pitchFamily="49" charset="0"/>
              </a:rPr>
              <a:t> can be used as the new vertex E to build the new element.</a:t>
            </a:r>
          </a:p>
          <a:p>
            <a:pPr algn="just"/>
            <a:endParaRPr lang="en-US" dirty="0">
              <a:latin typeface="Consolas" panose="020B0609020204030204" pitchFamily="49" charset="0"/>
            </a:endParaRPr>
          </a:p>
          <a:p>
            <a:pPr algn="just"/>
            <a:r>
              <a:rPr lang="en-US" dirty="0">
                <a:latin typeface="Consolas" panose="020B0609020204030204" pitchFamily="49" charset="0"/>
              </a:rPr>
              <a:t>* Collapsed vertex: a vertex from a collapsed edge. </a:t>
            </a:r>
            <a:endParaRPr lang="en-US" baseline="-25000" dirty="0">
              <a:latin typeface="Consolas" panose="020B0609020204030204" pitchFamily="49" charset="0"/>
            </a:endParaRPr>
          </a:p>
        </p:txBody>
      </p:sp>
    </p:spTree>
    <p:extLst>
      <p:ext uri="{BB962C8B-B14F-4D97-AF65-F5344CB8AC3E}">
        <p14:creationId xmlns:p14="http://schemas.microsoft.com/office/powerpoint/2010/main" val="19043132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503A07-0117-4081-A30C-D1624E0122FE}"/>
              </a:ext>
            </a:extLst>
          </p:cNvPr>
          <p:cNvSpPr>
            <a:spLocks noGrp="1"/>
          </p:cNvSpPr>
          <p:nvPr>
            <p:ph type="title"/>
          </p:nvPr>
        </p:nvSpPr>
        <p:spPr/>
        <p:txBody>
          <a:bodyPr/>
          <a:lstStyle/>
          <a:p>
            <a:r>
              <a:rPr lang="en-US" dirty="0"/>
              <a:t>Operators: Split Element</a:t>
            </a:r>
          </a:p>
        </p:txBody>
      </p:sp>
      <p:sp>
        <p:nvSpPr>
          <p:cNvPr id="5" name="Espaço Reservado para Conteúdo 4"/>
          <p:cNvSpPr>
            <a:spLocks noGrp="1"/>
          </p:cNvSpPr>
          <p:nvPr>
            <p:ph idx="1"/>
          </p:nvPr>
        </p:nvSpPr>
        <p:spPr>
          <a:xfrm>
            <a:off x="569574" y="899206"/>
            <a:ext cx="13601232" cy="5456770"/>
          </a:xfrm>
        </p:spPr>
        <p:txBody>
          <a:bodyPr/>
          <a:lstStyle/>
          <a:p>
            <a:pPr algn="just"/>
            <a:r>
              <a:rPr lang="en-US" sz="2200" dirty="0"/>
              <a:t>The </a:t>
            </a:r>
            <a:r>
              <a:rPr lang="en-US" sz="2200" b="1" dirty="0"/>
              <a:t>Split Element Operator</a:t>
            </a:r>
            <a:r>
              <a:rPr lang="en-US" sz="2200" dirty="0"/>
              <a:t> should be used in the following conditions:</a:t>
            </a:r>
          </a:p>
          <a:p>
            <a:pPr lvl="1" algn="just"/>
            <a:r>
              <a:rPr lang="en-US" sz="1777" b="1" dirty="0"/>
              <a:t>Available Vertex: </a:t>
            </a:r>
            <a:r>
              <a:rPr lang="en-US" sz="1777" dirty="0"/>
              <a:t>the edge selected to inset the interface element should have a collapsed edge, which means a duplicated = available vertex.</a:t>
            </a:r>
          </a:p>
          <a:p>
            <a:pPr lvl="1" algn="just"/>
            <a:r>
              <a:rPr lang="en-US" sz="1777" b="1" dirty="0"/>
              <a:t>Shared Element: </a:t>
            </a:r>
            <a:r>
              <a:rPr lang="en-US" sz="1777" dirty="0"/>
              <a:t>the income/outcome edge from the available vertex should share an element with the edge selected to insert the interface element.</a:t>
            </a:r>
          </a:p>
          <a:p>
            <a:pPr marL="0" indent="0" algn="just">
              <a:buNone/>
            </a:pPr>
            <a:endParaRPr lang="en-US" sz="2200" b="1" dirty="0"/>
          </a:p>
          <a:p>
            <a:pPr algn="just"/>
            <a:r>
              <a:rPr lang="en-US" sz="2200" dirty="0"/>
              <a:t>Once the conditions are verified, a new interface element is inserted in the following way:</a:t>
            </a:r>
          </a:p>
          <a:p>
            <a:pPr lvl="1" algn="just"/>
            <a:r>
              <a:rPr lang="en-US" sz="1777" b="1" dirty="0"/>
              <a:t>Available Vertex: </a:t>
            </a:r>
            <a:r>
              <a:rPr lang="en-US" sz="1777" dirty="0"/>
              <a:t>a new geometric vertex is created and assigned to the identified available vertex.</a:t>
            </a:r>
          </a:p>
          <a:p>
            <a:pPr lvl="1" algn="just"/>
            <a:r>
              <a:rPr lang="en-US" sz="1777" b="1" dirty="0"/>
              <a:t>Former Interface Element: </a:t>
            </a:r>
            <a:r>
              <a:rPr lang="en-US" sz="1777" dirty="0"/>
              <a:t> the collapsed edge in the former interface element now determines the frontier with the brand new interface element.</a:t>
            </a:r>
          </a:p>
          <a:p>
            <a:pPr algn="just"/>
            <a:endParaRPr lang="en-US" sz="2200" dirty="0"/>
          </a:p>
          <a:p>
            <a:pPr algn="just"/>
            <a:r>
              <a:rPr lang="en-US" sz="2200" dirty="0"/>
              <a:t>This operator replaces the algorithm that rotates around a vertex splitting the faces when the edges are selected to insert interface elements. The difference is that no order is required now.</a:t>
            </a:r>
          </a:p>
          <a:p>
            <a:pPr marL="0" indent="0" algn="just">
              <a:buNone/>
            </a:pPr>
            <a:endParaRPr lang="en-US" sz="2200" dirty="0"/>
          </a:p>
          <a:p>
            <a:pPr algn="just"/>
            <a:r>
              <a:rPr lang="en-US" sz="2200" dirty="0"/>
              <a:t>This operator only defines what happens with the vertex that follows the defined conditions. </a:t>
            </a:r>
          </a:p>
        </p:txBody>
      </p:sp>
    </p:spTree>
    <p:extLst>
      <p:ext uri="{BB962C8B-B14F-4D97-AF65-F5344CB8AC3E}">
        <p14:creationId xmlns:p14="http://schemas.microsoft.com/office/powerpoint/2010/main" val="37829421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503A07-0117-4081-A30C-D1624E0122FE}"/>
              </a:ext>
            </a:extLst>
          </p:cNvPr>
          <p:cNvSpPr>
            <a:spLocks noGrp="1"/>
          </p:cNvSpPr>
          <p:nvPr>
            <p:ph type="title"/>
          </p:nvPr>
        </p:nvSpPr>
        <p:spPr/>
        <p:txBody>
          <a:bodyPr/>
          <a:lstStyle/>
          <a:p>
            <a:r>
              <a:rPr lang="en-US" dirty="0"/>
              <a:t>Operators: Split Element</a:t>
            </a:r>
          </a:p>
        </p:txBody>
      </p:sp>
      <p:grpSp>
        <p:nvGrpSpPr>
          <p:cNvPr id="89" name="Group 88">
            <a:extLst>
              <a:ext uri="{FF2B5EF4-FFF2-40B4-BE49-F238E27FC236}">
                <a16:creationId xmlns:a16="http://schemas.microsoft.com/office/drawing/2014/main" id="{AFB20FF9-AC1A-4EB6-B621-17BF649B2E31}"/>
              </a:ext>
            </a:extLst>
          </p:cNvPr>
          <p:cNvGrpSpPr/>
          <p:nvPr/>
        </p:nvGrpSpPr>
        <p:grpSpPr>
          <a:xfrm>
            <a:off x="468350" y="1136610"/>
            <a:ext cx="4967587" cy="5100766"/>
            <a:chOff x="468350" y="1136610"/>
            <a:chExt cx="4967587" cy="5100766"/>
          </a:xfrm>
        </p:grpSpPr>
        <p:cxnSp>
          <p:nvCxnSpPr>
            <p:cNvPr id="90" name="Straight Connector 89">
              <a:extLst>
                <a:ext uri="{FF2B5EF4-FFF2-40B4-BE49-F238E27FC236}">
                  <a16:creationId xmlns:a16="http://schemas.microsoft.com/office/drawing/2014/main" id="{51036348-79ED-4D49-9F45-5C805AA69F15}"/>
                </a:ext>
              </a:extLst>
            </p:cNvPr>
            <p:cNvCxnSpPr>
              <a:cxnSpLocks/>
            </p:cNvCxnSpPr>
            <p:nvPr/>
          </p:nvCxnSpPr>
          <p:spPr>
            <a:xfrm rot="2700000">
              <a:off x="5039062" y="1136609"/>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91" name="Straight Connector 90">
              <a:extLst>
                <a:ext uri="{FF2B5EF4-FFF2-40B4-BE49-F238E27FC236}">
                  <a16:creationId xmlns:a16="http://schemas.microsoft.com/office/drawing/2014/main" id="{325E6588-21D6-4797-9BD4-E16AF876759C}"/>
                </a:ext>
              </a:extLst>
            </p:cNvPr>
            <p:cNvCxnSpPr>
              <a:cxnSpLocks/>
            </p:cNvCxnSpPr>
            <p:nvPr/>
          </p:nvCxnSpPr>
          <p:spPr>
            <a:xfrm rot="18900000">
              <a:off x="3878516" y="1136610"/>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92" name="Straight Connector 91">
              <a:extLst>
                <a:ext uri="{FF2B5EF4-FFF2-40B4-BE49-F238E27FC236}">
                  <a16:creationId xmlns:a16="http://schemas.microsoft.com/office/drawing/2014/main" id="{D4182F00-9444-4C60-A2EC-64279A46D3F6}"/>
                </a:ext>
              </a:extLst>
            </p:cNvPr>
            <p:cNvCxnSpPr>
              <a:cxnSpLocks/>
            </p:cNvCxnSpPr>
            <p:nvPr/>
          </p:nvCxnSpPr>
          <p:spPr>
            <a:xfrm rot="2700000">
              <a:off x="3888775" y="4737770"/>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93" name="Straight Connector 92">
              <a:extLst>
                <a:ext uri="{FF2B5EF4-FFF2-40B4-BE49-F238E27FC236}">
                  <a16:creationId xmlns:a16="http://schemas.microsoft.com/office/drawing/2014/main" id="{44C3E4AD-A1DF-4832-A722-BD6B954788E6}"/>
                </a:ext>
              </a:extLst>
            </p:cNvPr>
            <p:cNvCxnSpPr>
              <a:cxnSpLocks/>
            </p:cNvCxnSpPr>
            <p:nvPr/>
          </p:nvCxnSpPr>
          <p:spPr>
            <a:xfrm rot="18900000">
              <a:off x="4999908" y="4747884"/>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94" name="Rectangle 93">
              <a:extLst>
                <a:ext uri="{FF2B5EF4-FFF2-40B4-BE49-F238E27FC236}">
                  <a16:creationId xmlns:a16="http://schemas.microsoft.com/office/drawing/2014/main" id="{467D7CC3-800F-45EC-A4D7-38755E17069A}"/>
                </a:ext>
              </a:extLst>
            </p:cNvPr>
            <p:cNvSpPr/>
            <p:nvPr/>
          </p:nvSpPr>
          <p:spPr>
            <a:xfrm>
              <a:off x="4127043" y="1841339"/>
              <a:ext cx="595051" cy="3026833"/>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95" name="Rectangle 94">
              <a:extLst>
                <a:ext uri="{FF2B5EF4-FFF2-40B4-BE49-F238E27FC236}">
                  <a16:creationId xmlns:a16="http://schemas.microsoft.com/office/drawing/2014/main" id="{D64EE09C-04AB-487A-A384-D0D12E1E47BE}"/>
                </a:ext>
              </a:extLst>
            </p:cNvPr>
            <p:cNvSpPr/>
            <p:nvPr/>
          </p:nvSpPr>
          <p:spPr>
            <a:xfrm>
              <a:off x="1746739" y="1832833"/>
              <a:ext cx="2397694" cy="3016727"/>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96" name="Straight Connector 95">
              <a:extLst>
                <a:ext uri="{FF2B5EF4-FFF2-40B4-BE49-F238E27FC236}">
                  <a16:creationId xmlns:a16="http://schemas.microsoft.com/office/drawing/2014/main" id="{48281422-880F-4CBE-8EE3-683955E8D09B}"/>
                </a:ext>
              </a:extLst>
            </p:cNvPr>
            <p:cNvCxnSpPr>
              <a:cxnSpLocks/>
            </p:cNvCxnSpPr>
            <p:nvPr/>
          </p:nvCxnSpPr>
          <p:spPr>
            <a:xfrm rot="18900000">
              <a:off x="2028485" y="4743426"/>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97" name="Straight Connector 96">
              <a:extLst>
                <a:ext uri="{FF2B5EF4-FFF2-40B4-BE49-F238E27FC236}">
                  <a16:creationId xmlns:a16="http://schemas.microsoft.com/office/drawing/2014/main" id="{48F971CC-7DBD-4025-9352-ED87B7908958}"/>
                </a:ext>
              </a:extLst>
            </p:cNvPr>
            <p:cNvCxnSpPr>
              <a:cxnSpLocks/>
            </p:cNvCxnSpPr>
            <p:nvPr/>
          </p:nvCxnSpPr>
          <p:spPr>
            <a:xfrm rot="2700000">
              <a:off x="865225" y="4743427"/>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98" name="Straight Connector 97">
              <a:extLst>
                <a:ext uri="{FF2B5EF4-FFF2-40B4-BE49-F238E27FC236}">
                  <a16:creationId xmlns:a16="http://schemas.microsoft.com/office/drawing/2014/main" id="{F284CC5B-96B6-43C5-9F20-0F604446BBF4}"/>
                </a:ext>
              </a:extLst>
            </p:cNvPr>
            <p:cNvCxnSpPr>
              <a:cxnSpLocks/>
            </p:cNvCxnSpPr>
            <p:nvPr/>
          </p:nvCxnSpPr>
          <p:spPr>
            <a:xfrm rot="2700000">
              <a:off x="2028485" y="1145219"/>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99" name="Straight Connector 98">
              <a:extLst>
                <a:ext uri="{FF2B5EF4-FFF2-40B4-BE49-F238E27FC236}">
                  <a16:creationId xmlns:a16="http://schemas.microsoft.com/office/drawing/2014/main" id="{608C6FB0-839E-41B6-985B-7C884C66B8DF}"/>
                </a:ext>
              </a:extLst>
            </p:cNvPr>
            <p:cNvCxnSpPr>
              <a:cxnSpLocks/>
            </p:cNvCxnSpPr>
            <p:nvPr/>
          </p:nvCxnSpPr>
          <p:spPr>
            <a:xfrm rot="18900000">
              <a:off x="867939" y="1145220"/>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100" name="Rectangle 99">
              <a:extLst>
                <a:ext uri="{FF2B5EF4-FFF2-40B4-BE49-F238E27FC236}">
                  <a16:creationId xmlns:a16="http://schemas.microsoft.com/office/drawing/2014/main" id="{E0BBE004-A9C5-4A06-9516-995DE6BDFD7E}"/>
                </a:ext>
              </a:extLst>
            </p:cNvPr>
            <p:cNvSpPr/>
            <p:nvPr/>
          </p:nvSpPr>
          <p:spPr>
            <a:xfrm>
              <a:off x="1151689" y="1822728"/>
              <a:ext cx="595051" cy="3026833"/>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01" name="Oval 100">
              <a:extLst>
                <a:ext uri="{FF2B5EF4-FFF2-40B4-BE49-F238E27FC236}">
                  <a16:creationId xmlns:a16="http://schemas.microsoft.com/office/drawing/2014/main" id="{11EBAD72-02DA-43EB-A269-B2E41274F5FE}"/>
                </a:ext>
              </a:extLst>
            </p:cNvPr>
            <p:cNvSpPr/>
            <p:nvPr/>
          </p:nvSpPr>
          <p:spPr>
            <a:xfrm>
              <a:off x="1604422" y="1683205"/>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102" name="Oval 101">
              <a:extLst>
                <a:ext uri="{FF2B5EF4-FFF2-40B4-BE49-F238E27FC236}">
                  <a16:creationId xmlns:a16="http://schemas.microsoft.com/office/drawing/2014/main" id="{7B20A73C-4028-450A-839B-FF30DC18B20D}"/>
                </a:ext>
              </a:extLst>
            </p:cNvPr>
            <p:cNvSpPr/>
            <p:nvPr/>
          </p:nvSpPr>
          <p:spPr>
            <a:xfrm>
              <a:off x="1612269" y="4715090"/>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103" name="Oval 102">
              <a:extLst>
                <a:ext uri="{FF2B5EF4-FFF2-40B4-BE49-F238E27FC236}">
                  <a16:creationId xmlns:a16="http://schemas.microsoft.com/office/drawing/2014/main" id="{A6B94FC6-B6A4-4420-9B74-CAFB5FDDE8D1}"/>
                </a:ext>
              </a:extLst>
            </p:cNvPr>
            <p:cNvSpPr/>
            <p:nvPr/>
          </p:nvSpPr>
          <p:spPr>
            <a:xfrm>
              <a:off x="971771" y="4725787"/>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104" name="Oval 103">
              <a:extLst>
                <a:ext uri="{FF2B5EF4-FFF2-40B4-BE49-F238E27FC236}">
                  <a16:creationId xmlns:a16="http://schemas.microsoft.com/office/drawing/2014/main" id="{9383C751-E3B2-4357-BE2C-F53B8E0B456F}"/>
                </a:ext>
              </a:extLst>
            </p:cNvPr>
            <p:cNvSpPr/>
            <p:nvPr/>
          </p:nvSpPr>
          <p:spPr>
            <a:xfrm>
              <a:off x="1004046" y="1685004"/>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105" name="TextBox 104">
              <a:extLst>
                <a:ext uri="{FF2B5EF4-FFF2-40B4-BE49-F238E27FC236}">
                  <a16:creationId xmlns:a16="http://schemas.microsoft.com/office/drawing/2014/main" id="{B1252117-4122-4BEA-9006-66B6ABF6C773}"/>
                </a:ext>
              </a:extLst>
            </p:cNvPr>
            <p:cNvSpPr txBox="1"/>
            <p:nvPr/>
          </p:nvSpPr>
          <p:spPr>
            <a:xfrm>
              <a:off x="3643923" y="4737446"/>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p>
          </p:txBody>
        </p:sp>
        <p:sp>
          <p:nvSpPr>
            <p:cNvPr id="106" name="TextBox 105">
              <a:extLst>
                <a:ext uri="{FF2B5EF4-FFF2-40B4-BE49-F238E27FC236}">
                  <a16:creationId xmlns:a16="http://schemas.microsoft.com/office/drawing/2014/main" id="{353FB1D6-6253-436D-BB14-25047C7E2B53}"/>
                </a:ext>
              </a:extLst>
            </p:cNvPr>
            <p:cNvSpPr txBox="1"/>
            <p:nvPr/>
          </p:nvSpPr>
          <p:spPr>
            <a:xfrm>
              <a:off x="2786728" y="3239727"/>
              <a:ext cx="317716" cy="369332"/>
            </a:xfrm>
            <a:prstGeom prst="rect">
              <a:avLst/>
            </a:prstGeom>
            <a:noFill/>
            <a:ln w="19050">
              <a:solidFill>
                <a:schemeClr val="bg1"/>
              </a:solidFill>
            </a:ln>
          </p:spPr>
          <p:txBody>
            <a:bodyPr wrap="square" rtlCol="0">
              <a:spAutoFit/>
            </a:bodyPr>
            <a:lstStyle/>
            <a:p>
              <a:r>
                <a:rPr lang="pt-BR" dirty="0"/>
                <a:t>G</a:t>
              </a:r>
              <a:endParaRPr lang="en-US" dirty="0"/>
            </a:p>
          </p:txBody>
        </p:sp>
        <p:sp>
          <p:nvSpPr>
            <p:cNvPr id="107" name="TextBox 106">
              <a:extLst>
                <a:ext uri="{FF2B5EF4-FFF2-40B4-BE49-F238E27FC236}">
                  <a16:creationId xmlns:a16="http://schemas.microsoft.com/office/drawing/2014/main" id="{F0E4B421-F20B-4079-8EFC-A48FEB5B565B}"/>
                </a:ext>
              </a:extLst>
            </p:cNvPr>
            <p:cNvSpPr txBox="1"/>
            <p:nvPr/>
          </p:nvSpPr>
          <p:spPr>
            <a:xfrm>
              <a:off x="479314" y="3239727"/>
              <a:ext cx="317716" cy="369332"/>
            </a:xfrm>
            <a:prstGeom prst="rect">
              <a:avLst/>
            </a:prstGeom>
            <a:noFill/>
            <a:ln w="19050">
              <a:solidFill>
                <a:schemeClr val="tx1"/>
              </a:solidFill>
            </a:ln>
          </p:spPr>
          <p:txBody>
            <a:bodyPr wrap="square" rtlCol="0">
              <a:spAutoFit/>
            </a:bodyPr>
            <a:lstStyle/>
            <a:p>
              <a:r>
                <a:rPr lang="pt-BR" dirty="0"/>
                <a:t>C</a:t>
              </a:r>
              <a:endParaRPr lang="en-US" dirty="0"/>
            </a:p>
          </p:txBody>
        </p:sp>
        <p:sp>
          <p:nvSpPr>
            <p:cNvPr id="108" name="TextBox 107">
              <a:extLst>
                <a:ext uri="{FF2B5EF4-FFF2-40B4-BE49-F238E27FC236}">
                  <a16:creationId xmlns:a16="http://schemas.microsoft.com/office/drawing/2014/main" id="{F325A9D0-857F-400D-A679-846013031FE9}"/>
                </a:ext>
              </a:extLst>
            </p:cNvPr>
            <p:cNvSpPr txBox="1"/>
            <p:nvPr/>
          </p:nvSpPr>
          <p:spPr>
            <a:xfrm>
              <a:off x="1277191" y="3239727"/>
              <a:ext cx="317716" cy="369332"/>
            </a:xfrm>
            <a:prstGeom prst="rect">
              <a:avLst/>
            </a:prstGeom>
            <a:noFill/>
            <a:ln w="19050">
              <a:solidFill>
                <a:schemeClr val="bg1"/>
              </a:solidFill>
            </a:ln>
          </p:spPr>
          <p:txBody>
            <a:bodyPr wrap="square" rtlCol="0">
              <a:spAutoFit/>
            </a:bodyPr>
            <a:lstStyle/>
            <a:p>
              <a:pPr algn="ctr"/>
              <a:r>
                <a:rPr lang="pt-BR" dirty="0"/>
                <a:t>I</a:t>
              </a:r>
              <a:endParaRPr lang="en-US" dirty="0"/>
            </a:p>
          </p:txBody>
        </p:sp>
        <p:cxnSp>
          <p:nvCxnSpPr>
            <p:cNvPr id="109" name="Straight Arrow Connector 108">
              <a:extLst>
                <a:ext uri="{FF2B5EF4-FFF2-40B4-BE49-F238E27FC236}">
                  <a16:creationId xmlns:a16="http://schemas.microsoft.com/office/drawing/2014/main" id="{423BFD73-EC81-4A19-BD81-1D50B2FE0A3A}"/>
                </a:ext>
              </a:extLst>
            </p:cNvPr>
            <p:cNvCxnSpPr>
              <a:cxnSpLocks/>
            </p:cNvCxnSpPr>
            <p:nvPr/>
          </p:nvCxnSpPr>
          <p:spPr>
            <a:xfrm rot="16200000" flipV="1">
              <a:off x="868306"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0" name="Straight Arrow Connector 109">
              <a:extLst>
                <a:ext uri="{FF2B5EF4-FFF2-40B4-BE49-F238E27FC236}">
                  <a16:creationId xmlns:a16="http://schemas.microsoft.com/office/drawing/2014/main" id="{D77A015B-313E-4A04-A0BA-9E80C59D7EE0}"/>
                </a:ext>
              </a:extLst>
            </p:cNvPr>
            <p:cNvCxnSpPr>
              <a:cxnSpLocks/>
            </p:cNvCxnSpPr>
            <p:nvPr/>
          </p:nvCxnSpPr>
          <p:spPr>
            <a:xfrm rot="16200000" flipV="1">
              <a:off x="4448472" y="343378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1" name="Straight Arrow Connector 110">
              <a:extLst>
                <a:ext uri="{FF2B5EF4-FFF2-40B4-BE49-F238E27FC236}">
                  <a16:creationId xmlns:a16="http://schemas.microsoft.com/office/drawing/2014/main" id="{14064125-C852-4F17-A54E-4DA4037C9C38}"/>
                </a:ext>
              </a:extLst>
            </p:cNvPr>
            <p:cNvCxnSpPr>
              <a:cxnSpLocks/>
            </p:cNvCxnSpPr>
            <p:nvPr/>
          </p:nvCxnSpPr>
          <p:spPr>
            <a:xfrm rot="5400000" flipV="1">
              <a:off x="3977522" y="347428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2" name="Straight Arrow Connector 111">
              <a:extLst>
                <a:ext uri="{FF2B5EF4-FFF2-40B4-BE49-F238E27FC236}">
                  <a16:creationId xmlns:a16="http://schemas.microsoft.com/office/drawing/2014/main" id="{76183197-2A3D-4BC8-952A-4FC276FC4ABA}"/>
                </a:ext>
              </a:extLst>
            </p:cNvPr>
            <p:cNvCxnSpPr>
              <a:cxnSpLocks/>
            </p:cNvCxnSpPr>
            <p:nvPr/>
          </p:nvCxnSpPr>
          <p:spPr>
            <a:xfrm rot="5400000" flipV="1">
              <a:off x="1605132"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3" name="Straight Arrow Connector 112">
              <a:extLst>
                <a:ext uri="{FF2B5EF4-FFF2-40B4-BE49-F238E27FC236}">
                  <a16:creationId xmlns:a16="http://schemas.microsoft.com/office/drawing/2014/main" id="{1F797A26-5046-4A95-98CA-AC1B15DF6598}"/>
                </a:ext>
              </a:extLst>
            </p:cNvPr>
            <p:cNvCxnSpPr>
              <a:cxnSpLocks/>
            </p:cNvCxnSpPr>
            <p:nvPr/>
          </p:nvCxnSpPr>
          <p:spPr>
            <a:xfrm flipH="1">
              <a:off x="1306807" y="1879940"/>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4" name="Straight Arrow Connector 113">
              <a:extLst>
                <a:ext uri="{FF2B5EF4-FFF2-40B4-BE49-F238E27FC236}">
                  <a16:creationId xmlns:a16="http://schemas.microsoft.com/office/drawing/2014/main" id="{E0A1F09C-E6B3-4D94-B387-907D30997784}"/>
                </a:ext>
              </a:extLst>
            </p:cNvPr>
            <p:cNvCxnSpPr>
              <a:cxnSpLocks/>
            </p:cNvCxnSpPr>
            <p:nvPr/>
          </p:nvCxnSpPr>
          <p:spPr>
            <a:xfrm rot="10800000" flipH="1">
              <a:off x="1404767" y="4725198"/>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5" name="TextBox 114">
              <a:extLst>
                <a:ext uri="{FF2B5EF4-FFF2-40B4-BE49-F238E27FC236}">
                  <a16:creationId xmlns:a16="http://schemas.microsoft.com/office/drawing/2014/main" id="{13D2146B-C0E5-41AF-BAA9-2DFB441BCD7D}"/>
                </a:ext>
              </a:extLst>
            </p:cNvPr>
            <p:cNvSpPr txBox="1"/>
            <p:nvPr/>
          </p:nvSpPr>
          <p:spPr>
            <a:xfrm>
              <a:off x="1069447" y="4446307"/>
              <a:ext cx="403983" cy="369332"/>
            </a:xfrm>
            <a:prstGeom prst="rect">
              <a:avLst/>
            </a:prstGeom>
            <a:noFill/>
          </p:spPr>
          <p:txBody>
            <a:bodyPr wrap="square">
              <a:spAutoFit/>
            </a:bodyPr>
            <a:lstStyle/>
            <a:p>
              <a:r>
                <a:rPr lang="en-US" dirty="0">
                  <a:latin typeface="Consolas" panose="020B0609020204030204" pitchFamily="49" charset="0"/>
                </a:rPr>
                <a:t>i</a:t>
              </a:r>
              <a:r>
                <a:rPr lang="en-US" baseline="-25000" dirty="0">
                  <a:latin typeface="Consolas" panose="020B0609020204030204" pitchFamily="49" charset="0"/>
                </a:rPr>
                <a:t>1</a:t>
              </a:r>
            </a:p>
          </p:txBody>
        </p:sp>
        <p:sp>
          <p:nvSpPr>
            <p:cNvPr id="116" name="TextBox 115">
              <a:extLst>
                <a:ext uri="{FF2B5EF4-FFF2-40B4-BE49-F238E27FC236}">
                  <a16:creationId xmlns:a16="http://schemas.microsoft.com/office/drawing/2014/main" id="{9B2BE697-FF8F-4803-9842-13D108076E44}"/>
                </a:ext>
              </a:extLst>
            </p:cNvPr>
            <p:cNvSpPr txBox="1"/>
            <p:nvPr/>
          </p:nvSpPr>
          <p:spPr>
            <a:xfrm>
              <a:off x="1236678" y="5591045"/>
              <a:ext cx="3477396" cy="646331"/>
            </a:xfrm>
            <a:prstGeom prst="rect">
              <a:avLst/>
            </a:prstGeom>
            <a:ln/>
          </p:spPr>
          <p:style>
            <a:lnRef idx="1">
              <a:schemeClr val="dk1"/>
            </a:lnRef>
            <a:fillRef idx="3">
              <a:schemeClr val="dk1"/>
            </a:fillRef>
            <a:effectRef idx="2">
              <a:schemeClr val="dk1"/>
            </a:effectRef>
            <a:fontRef idx="minor">
              <a:schemeClr val="lt1"/>
            </a:fontRef>
          </p:style>
          <p:txBody>
            <a:bodyPr wrap="square">
              <a:spAutoFit/>
            </a:bodyPr>
            <a:lstStyle/>
            <a:p>
              <a:r>
                <a:rPr lang="en-US" dirty="0">
                  <a:latin typeface="Consolas" panose="020B0609020204030204" pitchFamily="49" charset="0"/>
                </a:rPr>
                <a:t>i</a:t>
              </a:r>
              <a:r>
                <a:rPr lang="en-US" baseline="-25000" dirty="0">
                  <a:latin typeface="Consolas" panose="020B0609020204030204" pitchFamily="49" charset="0"/>
                </a:rPr>
                <a:t>1</a:t>
              </a:r>
              <a:r>
                <a:rPr lang="en-US" dirty="0">
                  <a:latin typeface="Consolas" panose="020B0609020204030204" pitchFamily="49" charset="0"/>
                </a:rPr>
                <a:t> = collapsed in B.</a:t>
              </a:r>
            </a:p>
            <a:p>
              <a:r>
                <a:rPr lang="en-US" dirty="0">
                  <a:latin typeface="Consolas" panose="020B0609020204030204" pitchFamily="49" charset="0"/>
                </a:rPr>
                <a:t>l</a:t>
              </a:r>
              <a:r>
                <a:rPr lang="en-US" baseline="-25000" dirty="0">
                  <a:latin typeface="Consolas" panose="020B0609020204030204" pitchFamily="49" charset="0"/>
                </a:rPr>
                <a:t>1</a:t>
              </a:r>
              <a:r>
                <a:rPr lang="en-US" dirty="0">
                  <a:latin typeface="Consolas" panose="020B0609020204030204" pitchFamily="49" charset="0"/>
                </a:rPr>
                <a:t> = collapsed in C</a:t>
              </a:r>
            </a:p>
          </p:txBody>
        </p:sp>
        <p:sp>
          <p:nvSpPr>
            <p:cNvPr id="117" name="TextBox 116">
              <a:extLst>
                <a:ext uri="{FF2B5EF4-FFF2-40B4-BE49-F238E27FC236}">
                  <a16:creationId xmlns:a16="http://schemas.microsoft.com/office/drawing/2014/main" id="{F79D9466-7F29-46D9-8C3C-6DEBDD1F7AED}"/>
                </a:ext>
              </a:extLst>
            </p:cNvPr>
            <p:cNvSpPr txBox="1"/>
            <p:nvPr/>
          </p:nvSpPr>
          <p:spPr>
            <a:xfrm>
              <a:off x="1280392" y="5134645"/>
              <a:ext cx="317716" cy="369332"/>
            </a:xfrm>
            <a:prstGeom prst="rect">
              <a:avLst/>
            </a:prstGeom>
            <a:noFill/>
            <a:ln w="19050">
              <a:solidFill>
                <a:schemeClr val="tx1"/>
              </a:solidFill>
            </a:ln>
          </p:spPr>
          <p:txBody>
            <a:bodyPr wrap="square" rtlCol="0">
              <a:spAutoFit/>
            </a:bodyPr>
            <a:lstStyle/>
            <a:p>
              <a:r>
                <a:rPr lang="pt-BR" dirty="0"/>
                <a:t>D</a:t>
              </a:r>
              <a:endParaRPr lang="en-US" dirty="0"/>
            </a:p>
          </p:txBody>
        </p:sp>
        <p:sp>
          <p:nvSpPr>
            <p:cNvPr id="118" name="TextBox 117">
              <a:extLst>
                <a:ext uri="{FF2B5EF4-FFF2-40B4-BE49-F238E27FC236}">
                  <a16:creationId xmlns:a16="http://schemas.microsoft.com/office/drawing/2014/main" id="{21558943-40ED-45FF-9210-C89EA87392BF}"/>
                </a:ext>
              </a:extLst>
            </p:cNvPr>
            <p:cNvSpPr txBox="1"/>
            <p:nvPr/>
          </p:nvSpPr>
          <p:spPr>
            <a:xfrm>
              <a:off x="1285155" y="1218952"/>
              <a:ext cx="317716" cy="369332"/>
            </a:xfrm>
            <a:prstGeom prst="rect">
              <a:avLst/>
            </a:prstGeom>
            <a:noFill/>
            <a:ln w="19050">
              <a:solidFill>
                <a:schemeClr val="tx1"/>
              </a:solidFill>
            </a:ln>
          </p:spPr>
          <p:txBody>
            <a:bodyPr wrap="square" rtlCol="0">
              <a:spAutoFit/>
            </a:bodyPr>
            <a:lstStyle/>
            <a:p>
              <a:r>
                <a:rPr lang="pt-BR" dirty="0"/>
                <a:t>E</a:t>
              </a:r>
              <a:endParaRPr lang="en-US" dirty="0"/>
            </a:p>
          </p:txBody>
        </p:sp>
        <p:cxnSp>
          <p:nvCxnSpPr>
            <p:cNvPr id="119" name="Straight Arrow Connector 118">
              <a:extLst>
                <a:ext uri="{FF2B5EF4-FFF2-40B4-BE49-F238E27FC236}">
                  <a16:creationId xmlns:a16="http://schemas.microsoft.com/office/drawing/2014/main" id="{7C148204-1F2A-490F-92F9-118CFD4DD461}"/>
                </a:ext>
              </a:extLst>
            </p:cNvPr>
            <p:cNvCxnSpPr>
              <a:cxnSpLocks/>
            </p:cNvCxnSpPr>
            <p:nvPr/>
          </p:nvCxnSpPr>
          <p:spPr>
            <a:xfrm rot="16200000" flipV="1">
              <a:off x="3848122"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0" name="Straight Arrow Connector 119">
              <a:extLst>
                <a:ext uri="{FF2B5EF4-FFF2-40B4-BE49-F238E27FC236}">
                  <a16:creationId xmlns:a16="http://schemas.microsoft.com/office/drawing/2014/main" id="{C6F7D664-29F5-4C82-98DA-2A872934A400}"/>
                </a:ext>
              </a:extLst>
            </p:cNvPr>
            <p:cNvCxnSpPr>
              <a:cxnSpLocks/>
            </p:cNvCxnSpPr>
            <p:nvPr/>
          </p:nvCxnSpPr>
          <p:spPr>
            <a:xfrm rot="10800000" flipV="1">
              <a:off x="2723269" y="191537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1" name="Straight Arrow Connector 120">
              <a:extLst>
                <a:ext uri="{FF2B5EF4-FFF2-40B4-BE49-F238E27FC236}">
                  <a16:creationId xmlns:a16="http://schemas.microsoft.com/office/drawing/2014/main" id="{924D613C-F376-46FE-AA7E-D44B9E87ACAA}"/>
                </a:ext>
              </a:extLst>
            </p:cNvPr>
            <p:cNvCxnSpPr>
              <a:cxnSpLocks/>
            </p:cNvCxnSpPr>
            <p:nvPr/>
          </p:nvCxnSpPr>
          <p:spPr>
            <a:xfrm flipV="1">
              <a:off x="2699104" y="47476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2" name="TextBox 121">
              <a:extLst>
                <a:ext uri="{FF2B5EF4-FFF2-40B4-BE49-F238E27FC236}">
                  <a16:creationId xmlns:a16="http://schemas.microsoft.com/office/drawing/2014/main" id="{526B4CD0-5E2A-47FC-8E6C-0CA21D79050F}"/>
                </a:ext>
              </a:extLst>
            </p:cNvPr>
            <p:cNvSpPr txBox="1"/>
            <p:nvPr/>
          </p:nvSpPr>
          <p:spPr>
            <a:xfrm>
              <a:off x="2780188" y="5134645"/>
              <a:ext cx="317716" cy="369332"/>
            </a:xfrm>
            <a:prstGeom prst="rect">
              <a:avLst/>
            </a:prstGeom>
            <a:noFill/>
            <a:ln w="19050">
              <a:solidFill>
                <a:schemeClr val="tx1"/>
              </a:solidFill>
            </a:ln>
          </p:spPr>
          <p:txBody>
            <a:bodyPr wrap="square" rtlCol="0">
              <a:spAutoFit/>
            </a:bodyPr>
            <a:lstStyle/>
            <a:p>
              <a:r>
                <a:rPr lang="pt-BR" dirty="0"/>
                <a:t>A</a:t>
              </a:r>
              <a:endParaRPr lang="en-US" dirty="0"/>
            </a:p>
          </p:txBody>
        </p:sp>
        <p:cxnSp>
          <p:nvCxnSpPr>
            <p:cNvPr id="123" name="Straight Arrow Connector 122">
              <a:extLst>
                <a:ext uri="{FF2B5EF4-FFF2-40B4-BE49-F238E27FC236}">
                  <a16:creationId xmlns:a16="http://schemas.microsoft.com/office/drawing/2014/main" id="{4089494D-803C-4B1D-9677-F5601196ADED}"/>
                </a:ext>
              </a:extLst>
            </p:cNvPr>
            <p:cNvCxnSpPr>
              <a:cxnSpLocks/>
            </p:cNvCxnSpPr>
            <p:nvPr/>
          </p:nvCxnSpPr>
          <p:spPr>
            <a:xfrm rot="10800000" flipV="1">
              <a:off x="2690515" y="498403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4" name="TextBox 123">
              <a:extLst>
                <a:ext uri="{FF2B5EF4-FFF2-40B4-BE49-F238E27FC236}">
                  <a16:creationId xmlns:a16="http://schemas.microsoft.com/office/drawing/2014/main" id="{E3FA51A1-33AB-4303-B9A9-A531D12E601B}"/>
                </a:ext>
              </a:extLst>
            </p:cNvPr>
            <p:cNvSpPr txBox="1"/>
            <p:nvPr/>
          </p:nvSpPr>
          <p:spPr>
            <a:xfrm>
              <a:off x="2786728" y="1218952"/>
              <a:ext cx="317716" cy="369332"/>
            </a:xfrm>
            <a:prstGeom prst="rect">
              <a:avLst/>
            </a:prstGeom>
            <a:noFill/>
            <a:ln w="19050">
              <a:solidFill>
                <a:schemeClr val="tx1"/>
              </a:solidFill>
            </a:ln>
          </p:spPr>
          <p:txBody>
            <a:bodyPr wrap="square" rtlCol="0">
              <a:spAutoFit/>
            </a:bodyPr>
            <a:lstStyle/>
            <a:p>
              <a:r>
                <a:rPr lang="pt-BR" dirty="0"/>
                <a:t>F</a:t>
              </a:r>
              <a:endParaRPr lang="en-US" dirty="0"/>
            </a:p>
          </p:txBody>
        </p:sp>
        <p:sp>
          <p:nvSpPr>
            <p:cNvPr id="125" name="TextBox 124">
              <a:extLst>
                <a:ext uri="{FF2B5EF4-FFF2-40B4-BE49-F238E27FC236}">
                  <a16:creationId xmlns:a16="http://schemas.microsoft.com/office/drawing/2014/main" id="{2481AE73-299A-4367-AEE1-24027AFF44DC}"/>
                </a:ext>
              </a:extLst>
            </p:cNvPr>
            <p:cNvSpPr txBox="1"/>
            <p:nvPr/>
          </p:nvSpPr>
          <p:spPr>
            <a:xfrm>
              <a:off x="1813413" y="4514304"/>
              <a:ext cx="469397" cy="369332"/>
            </a:xfrm>
            <a:prstGeom prst="rect">
              <a:avLst/>
            </a:prstGeom>
            <a:noFill/>
          </p:spPr>
          <p:txBody>
            <a:bodyPr wrap="square">
              <a:spAutoFit/>
            </a:bodyPr>
            <a:lstStyle/>
            <a:p>
              <a:pPr algn="ctr"/>
              <a:r>
                <a:rPr lang="en-US" dirty="0">
                  <a:solidFill>
                    <a:srgbClr val="FF0000"/>
                  </a:solidFill>
                  <a:latin typeface="Consolas" panose="020B0609020204030204" pitchFamily="49" charset="0"/>
                </a:rPr>
                <a:t>g</a:t>
              </a:r>
              <a:r>
                <a:rPr lang="en-US" baseline="-25000" dirty="0">
                  <a:solidFill>
                    <a:srgbClr val="FF0000"/>
                  </a:solidFill>
                  <a:latin typeface="Consolas" panose="020B0609020204030204" pitchFamily="49" charset="0"/>
                </a:rPr>
                <a:t>0</a:t>
              </a:r>
            </a:p>
          </p:txBody>
        </p:sp>
        <p:sp>
          <p:nvSpPr>
            <p:cNvPr id="126" name="Oval 125">
              <a:extLst>
                <a:ext uri="{FF2B5EF4-FFF2-40B4-BE49-F238E27FC236}">
                  <a16:creationId xmlns:a16="http://schemas.microsoft.com/office/drawing/2014/main" id="{1113AD2A-9A9C-4E79-A8D9-AD11C1DF8F29}"/>
                </a:ext>
              </a:extLst>
            </p:cNvPr>
            <p:cNvSpPr/>
            <p:nvPr/>
          </p:nvSpPr>
          <p:spPr>
            <a:xfrm>
              <a:off x="4026678" y="1698361"/>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127" name="TextBox 126">
              <a:extLst>
                <a:ext uri="{FF2B5EF4-FFF2-40B4-BE49-F238E27FC236}">
                  <a16:creationId xmlns:a16="http://schemas.microsoft.com/office/drawing/2014/main" id="{32854799-1235-48EC-96C9-77060A131973}"/>
                </a:ext>
              </a:extLst>
            </p:cNvPr>
            <p:cNvSpPr txBox="1"/>
            <p:nvPr/>
          </p:nvSpPr>
          <p:spPr>
            <a:xfrm>
              <a:off x="1413090" y="4313743"/>
              <a:ext cx="403983" cy="369332"/>
            </a:xfrm>
            <a:prstGeom prst="rect">
              <a:avLst/>
            </a:prstGeom>
            <a:noFill/>
          </p:spPr>
          <p:txBody>
            <a:bodyPr wrap="square">
              <a:spAutoFit/>
            </a:bodyPr>
            <a:lstStyle/>
            <a:p>
              <a:r>
                <a:rPr lang="en-US" dirty="0">
                  <a:latin typeface="Consolas" panose="020B0609020204030204" pitchFamily="49" charset="0"/>
                </a:rPr>
                <a:t>i</a:t>
              </a:r>
              <a:r>
                <a:rPr lang="en-US" baseline="-25000" dirty="0">
                  <a:latin typeface="Consolas" panose="020B0609020204030204" pitchFamily="49" charset="0"/>
                </a:rPr>
                <a:t>2</a:t>
              </a:r>
            </a:p>
          </p:txBody>
        </p:sp>
        <p:sp>
          <p:nvSpPr>
            <p:cNvPr id="128" name="TextBox 127">
              <a:extLst>
                <a:ext uri="{FF2B5EF4-FFF2-40B4-BE49-F238E27FC236}">
                  <a16:creationId xmlns:a16="http://schemas.microsoft.com/office/drawing/2014/main" id="{F0E7488D-9158-4DF9-8C4C-BCDAD9D5E45C}"/>
                </a:ext>
              </a:extLst>
            </p:cNvPr>
            <p:cNvSpPr txBox="1"/>
            <p:nvPr/>
          </p:nvSpPr>
          <p:spPr>
            <a:xfrm>
              <a:off x="4272269" y="3282253"/>
              <a:ext cx="320040" cy="320040"/>
            </a:xfrm>
            <a:prstGeom prst="rect">
              <a:avLst/>
            </a:prstGeom>
            <a:noFill/>
            <a:ln w="19050">
              <a:solidFill>
                <a:schemeClr val="bg1"/>
              </a:solidFill>
            </a:ln>
          </p:spPr>
          <p:txBody>
            <a:bodyPr wrap="square" rtlCol="0">
              <a:spAutoFit/>
            </a:bodyPr>
            <a:lstStyle/>
            <a:p>
              <a:pPr algn="ctr"/>
              <a:r>
                <a:rPr lang="pt-BR" dirty="0"/>
                <a:t>L</a:t>
              </a:r>
              <a:endParaRPr lang="en-US" dirty="0"/>
            </a:p>
          </p:txBody>
        </p:sp>
        <p:sp>
          <p:nvSpPr>
            <p:cNvPr id="214" name="Oval 213">
              <a:extLst>
                <a:ext uri="{FF2B5EF4-FFF2-40B4-BE49-F238E27FC236}">
                  <a16:creationId xmlns:a16="http://schemas.microsoft.com/office/drawing/2014/main" id="{99DA8B77-554B-4C90-AFA8-434EB83F8D72}"/>
                </a:ext>
              </a:extLst>
            </p:cNvPr>
            <p:cNvSpPr/>
            <p:nvPr/>
          </p:nvSpPr>
          <p:spPr>
            <a:xfrm>
              <a:off x="4584346" y="1716741"/>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215" name="Oval 214">
              <a:extLst>
                <a:ext uri="{FF2B5EF4-FFF2-40B4-BE49-F238E27FC236}">
                  <a16:creationId xmlns:a16="http://schemas.microsoft.com/office/drawing/2014/main" id="{E52B04C0-6CF5-42F6-998F-DE9AB3513DEA}"/>
                </a:ext>
              </a:extLst>
            </p:cNvPr>
            <p:cNvSpPr/>
            <p:nvPr/>
          </p:nvSpPr>
          <p:spPr>
            <a:xfrm>
              <a:off x="4007142" y="4708862"/>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a:t>
              </a:r>
              <a:endParaRPr lang="en-US" dirty="0"/>
            </a:p>
          </p:txBody>
        </p:sp>
        <p:sp>
          <p:nvSpPr>
            <p:cNvPr id="216" name="Oval 215">
              <a:extLst>
                <a:ext uri="{FF2B5EF4-FFF2-40B4-BE49-F238E27FC236}">
                  <a16:creationId xmlns:a16="http://schemas.microsoft.com/office/drawing/2014/main" id="{211918D1-7F1C-4579-BD47-0C24979796F2}"/>
                </a:ext>
              </a:extLst>
            </p:cNvPr>
            <p:cNvSpPr/>
            <p:nvPr/>
          </p:nvSpPr>
          <p:spPr>
            <a:xfrm>
              <a:off x="4579604" y="4700154"/>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a:t>
              </a:r>
              <a:endParaRPr lang="en-US" dirty="0"/>
            </a:p>
          </p:txBody>
        </p:sp>
        <p:cxnSp>
          <p:nvCxnSpPr>
            <p:cNvPr id="217" name="Straight Arrow Connector 216">
              <a:extLst>
                <a:ext uri="{FF2B5EF4-FFF2-40B4-BE49-F238E27FC236}">
                  <a16:creationId xmlns:a16="http://schemas.microsoft.com/office/drawing/2014/main" id="{07E78C98-FC08-40D3-9EC8-FD952E540B24}"/>
                </a:ext>
              </a:extLst>
            </p:cNvPr>
            <p:cNvCxnSpPr>
              <a:cxnSpLocks/>
            </p:cNvCxnSpPr>
            <p:nvPr/>
          </p:nvCxnSpPr>
          <p:spPr>
            <a:xfrm rot="10800000" flipH="1">
              <a:off x="4401816" y="4699063"/>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8" name="TextBox 217">
              <a:extLst>
                <a:ext uri="{FF2B5EF4-FFF2-40B4-BE49-F238E27FC236}">
                  <a16:creationId xmlns:a16="http://schemas.microsoft.com/office/drawing/2014/main" id="{C15327F4-509F-4760-8A8B-B6D7E1A0420E}"/>
                </a:ext>
              </a:extLst>
            </p:cNvPr>
            <p:cNvSpPr txBox="1"/>
            <p:nvPr/>
          </p:nvSpPr>
          <p:spPr>
            <a:xfrm>
              <a:off x="4066496" y="4420172"/>
              <a:ext cx="403983" cy="369332"/>
            </a:xfrm>
            <a:prstGeom prst="rect">
              <a:avLst/>
            </a:prstGeom>
            <a:noFill/>
          </p:spPr>
          <p:txBody>
            <a:bodyPr wrap="square">
              <a:spAutoFit/>
            </a:bodyPr>
            <a:lstStyle/>
            <a:p>
              <a:r>
                <a:rPr lang="en-US" dirty="0">
                  <a:latin typeface="Consolas" panose="020B0609020204030204" pitchFamily="49" charset="0"/>
                </a:rPr>
                <a:t>l</a:t>
              </a:r>
              <a:r>
                <a:rPr lang="en-US" baseline="-25000" dirty="0">
                  <a:latin typeface="Consolas" panose="020B0609020204030204" pitchFamily="49" charset="0"/>
                </a:rPr>
                <a:t>1</a:t>
              </a:r>
            </a:p>
          </p:txBody>
        </p:sp>
        <p:sp>
          <p:nvSpPr>
            <p:cNvPr id="219" name="TextBox 218">
              <a:extLst>
                <a:ext uri="{FF2B5EF4-FFF2-40B4-BE49-F238E27FC236}">
                  <a16:creationId xmlns:a16="http://schemas.microsoft.com/office/drawing/2014/main" id="{143BC6B0-0B7C-4AC4-B0D8-BB46445C0DD1}"/>
                </a:ext>
              </a:extLst>
            </p:cNvPr>
            <p:cNvSpPr txBox="1"/>
            <p:nvPr/>
          </p:nvSpPr>
          <p:spPr>
            <a:xfrm>
              <a:off x="4410139" y="4287608"/>
              <a:ext cx="403983" cy="369332"/>
            </a:xfrm>
            <a:prstGeom prst="rect">
              <a:avLst/>
            </a:prstGeom>
            <a:noFill/>
          </p:spPr>
          <p:txBody>
            <a:bodyPr wrap="square">
              <a:spAutoFit/>
            </a:bodyPr>
            <a:lstStyle/>
            <a:p>
              <a:r>
                <a:rPr lang="en-US" dirty="0">
                  <a:latin typeface="Consolas" panose="020B0609020204030204" pitchFamily="49" charset="0"/>
                </a:rPr>
                <a:t>l</a:t>
              </a:r>
              <a:r>
                <a:rPr lang="en-US" baseline="-25000" dirty="0">
                  <a:latin typeface="Consolas" panose="020B0609020204030204" pitchFamily="49" charset="0"/>
                </a:rPr>
                <a:t>2</a:t>
              </a:r>
            </a:p>
          </p:txBody>
        </p:sp>
        <p:cxnSp>
          <p:nvCxnSpPr>
            <p:cNvPr id="220" name="Straight Arrow Connector 219">
              <a:extLst>
                <a:ext uri="{FF2B5EF4-FFF2-40B4-BE49-F238E27FC236}">
                  <a16:creationId xmlns:a16="http://schemas.microsoft.com/office/drawing/2014/main" id="{20E4C20E-9482-4DBE-B8C6-843CE33ED3E6}"/>
                </a:ext>
              </a:extLst>
            </p:cNvPr>
            <p:cNvCxnSpPr>
              <a:cxnSpLocks/>
            </p:cNvCxnSpPr>
            <p:nvPr/>
          </p:nvCxnSpPr>
          <p:spPr>
            <a:xfrm flipH="1">
              <a:off x="4329786" y="1899957"/>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1" name="Straight Arrow Connector 220">
              <a:extLst>
                <a:ext uri="{FF2B5EF4-FFF2-40B4-BE49-F238E27FC236}">
                  <a16:creationId xmlns:a16="http://schemas.microsoft.com/office/drawing/2014/main" id="{3093F418-5775-4079-8625-F36C6F68C26D}"/>
                </a:ext>
              </a:extLst>
            </p:cNvPr>
            <p:cNvCxnSpPr>
              <a:cxnSpLocks/>
            </p:cNvCxnSpPr>
            <p:nvPr/>
          </p:nvCxnSpPr>
          <p:spPr>
            <a:xfrm rot="16200000" flipV="1">
              <a:off x="1463166" y="341675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2" name="Straight Arrow Connector 221">
              <a:extLst>
                <a:ext uri="{FF2B5EF4-FFF2-40B4-BE49-F238E27FC236}">
                  <a16:creationId xmlns:a16="http://schemas.microsoft.com/office/drawing/2014/main" id="{67DFFAC3-7B7B-4565-AD9B-6817920AD754}"/>
                </a:ext>
              </a:extLst>
            </p:cNvPr>
            <p:cNvCxnSpPr>
              <a:cxnSpLocks/>
            </p:cNvCxnSpPr>
            <p:nvPr/>
          </p:nvCxnSpPr>
          <p:spPr>
            <a:xfrm rot="5400000" flipV="1">
              <a:off x="992216" y="345725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24" name="TextBox 223">
            <a:extLst>
              <a:ext uri="{FF2B5EF4-FFF2-40B4-BE49-F238E27FC236}">
                <a16:creationId xmlns:a16="http://schemas.microsoft.com/office/drawing/2014/main" id="{BD7F63D7-20EF-44A9-829B-8B3B6C0CB718}"/>
              </a:ext>
            </a:extLst>
          </p:cNvPr>
          <p:cNvSpPr txBox="1"/>
          <p:nvPr/>
        </p:nvSpPr>
        <p:spPr>
          <a:xfrm>
            <a:off x="7779700" y="212077"/>
            <a:ext cx="5806253" cy="923330"/>
          </a:xfrm>
          <a:prstGeom prst="rect">
            <a:avLst/>
          </a:prstGeom>
          <a:ln/>
        </p:spPr>
        <p:style>
          <a:lnRef idx="1">
            <a:schemeClr val="dk1"/>
          </a:lnRef>
          <a:fillRef idx="3">
            <a:schemeClr val="dk1"/>
          </a:fillRef>
          <a:effectRef idx="2">
            <a:schemeClr val="dk1"/>
          </a:effectRef>
          <a:fontRef idx="minor">
            <a:schemeClr val="lt1"/>
          </a:fontRef>
        </p:style>
        <p:txBody>
          <a:bodyPr wrap="square">
            <a:spAutoFit/>
          </a:bodyPr>
          <a:lstStyle/>
          <a:p>
            <a:r>
              <a:rPr lang="en-US" dirty="0">
                <a:latin typeface="Consolas" panose="020B0609020204030204" pitchFamily="49" charset="0"/>
              </a:rPr>
              <a:t>i</a:t>
            </a:r>
            <a:r>
              <a:rPr lang="en-US" baseline="-25000" dirty="0">
                <a:latin typeface="Consolas" panose="020B0609020204030204" pitchFamily="49" charset="0"/>
              </a:rPr>
              <a:t>2</a:t>
            </a:r>
            <a:r>
              <a:rPr lang="en-US" dirty="0">
                <a:latin typeface="Consolas" panose="020B0609020204030204" pitchFamily="49" charset="0"/>
              </a:rPr>
              <a:t>, l</a:t>
            </a:r>
            <a:r>
              <a:rPr lang="en-US" baseline="-25000" dirty="0">
                <a:latin typeface="Consolas" panose="020B0609020204030204" pitchFamily="49" charset="0"/>
              </a:rPr>
              <a:t>1 </a:t>
            </a:r>
            <a:r>
              <a:rPr lang="en-US" dirty="0">
                <a:latin typeface="Consolas" panose="020B0609020204030204" pitchFamily="49" charset="0"/>
              </a:rPr>
              <a:t>= half-edges selected to reindex the element I with the new vertex E and element L with the new vertex F.</a:t>
            </a:r>
          </a:p>
        </p:txBody>
      </p:sp>
      <p:grpSp>
        <p:nvGrpSpPr>
          <p:cNvPr id="225" name="Group 224">
            <a:extLst>
              <a:ext uri="{FF2B5EF4-FFF2-40B4-BE49-F238E27FC236}">
                <a16:creationId xmlns:a16="http://schemas.microsoft.com/office/drawing/2014/main" id="{D9A64DD4-13EE-4921-9B8F-6E7BCA64440D}"/>
              </a:ext>
            </a:extLst>
          </p:cNvPr>
          <p:cNvGrpSpPr/>
          <p:nvPr/>
        </p:nvGrpSpPr>
        <p:grpSpPr>
          <a:xfrm>
            <a:off x="6228016" y="1167480"/>
            <a:ext cx="5002991" cy="4426804"/>
            <a:chOff x="7630631" y="1136431"/>
            <a:chExt cx="5002991" cy="4426804"/>
          </a:xfrm>
        </p:grpSpPr>
        <p:cxnSp>
          <p:nvCxnSpPr>
            <p:cNvPr id="226" name="Straight Connector 225">
              <a:extLst>
                <a:ext uri="{FF2B5EF4-FFF2-40B4-BE49-F238E27FC236}">
                  <a16:creationId xmlns:a16="http://schemas.microsoft.com/office/drawing/2014/main" id="{72B87463-A3AA-4968-9C51-77C130DC7D40}"/>
                </a:ext>
              </a:extLst>
            </p:cNvPr>
            <p:cNvCxnSpPr>
              <a:cxnSpLocks/>
            </p:cNvCxnSpPr>
            <p:nvPr/>
          </p:nvCxnSpPr>
          <p:spPr>
            <a:xfrm rot="2700000">
              <a:off x="12236747" y="1136430"/>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227" name="Straight Connector 226">
              <a:extLst>
                <a:ext uri="{FF2B5EF4-FFF2-40B4-BE49-F238E27FC236}">
                  <a16:creationId xmlns:a16="http://schemas.microsoft.com/office/drawing/2014/main" id="{A6575F86-8646-4B1D-A96E-5FB286C7720D}"/>
                </a:ext>
              </a:extLst>
            </p:cNvPr>
            <p:cNvCxnSpPr>
              <a:cxnSpLocks/>
            </p:cNvCxnSpPr>
            <p:nvPr/>
          </p:nvCxnSpPr>
          <p:spPr>
            <a:xfrm rot="18900000">
              <a:off x="11076201" y="1136431"/>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228" name="Straight Connector 227">
              <a:extLst>
                <a:ext uri="{FF2B5EF4-FFF2-40B4-BE49-F238E27FC236}">
                  <a16:creationId xmlns:a16="http://schemas.microsoft.com/office/drawing/2014/main" id="{24C94FE9-655F-4023-B87B-A2527A6D4553}"/>
                </a:ext>
              </a:extLst>
            </p:cNvPr>
            <p:cNvCxnSpPr>
              <a:cxnSpLocks/>
            </p:cNvCxnSpPr>
            <p:nvPr/>
          </p:nvCxnSpPr>
          <p:spPr>
            <a:xfrm rot="2700000">
              <a:off x="11579140" y="4733318"/>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229" name="Straight Connector 228">
              <a:extLst>
                <a:ext uri="{FF2B5EF4-FFF2-40B4-BE49-F238E27FC236}">
                  <a16:creationId xmlns:a16="http://schemas.microsoft.com/office/drawing/2014/main" id="{85B9AD6C-6B39-44FD-ACC3-6557D3E99266}"/>
                </a:ext>
              </a:extLst>
            </p:cNvPr>
            <p:cNvCxnSpPr>
              <a:cxnSpLocks/>
            </p:cNvCxnSpPr>
            <p:nvPr/>
          </p:nvCxnSpPr>
          <p:spPr>
            <a:xfrm rot="18900000">
              <a:off x="12206028" y="4733318"/>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230" name="Rectangle 98">
              <a:extLst>
                <a:ext uri="{FF2B5EF4-FFF2-40B4-BE49-F238E27FC236}">
                  <a16:creationId xmlns:a16="http://schemas.microsoft.com/office/drawing/2014/main" id="{1F3B6FD9-F124-4357-8B40-807D3F7BBC9F}"/>
                </a:ext>
              </a:extLst>
            </p:cNvPr>
            <p:cNvSpPr/>
            <p:nvPr/>
          </p:nvSpPr>
          <p:spPr>
            <a:xfrm>
              <a:off x="10743402" y="1837015"/>
              <a:ext cx="1166234" cy="3012546"/>
            </a:xfrm>
            <a:custGeom>
              <a:avLst/>
              <a:gdLst>
                <a:gd name="connsiteX0" fmla="*/ 0 w 595051"/>
                <a:gd name="connsiteY0" fmla="*/ 0 h 3026833"/>
                <a:gd name="connsiteX1" fmla="*/ 595051 w 595051"/>
                <a:gd name="connsiteY1" fmla="*/ 0 h 3026833"/>
                <a:gd name="connsiteX2" fmla="*/ 595051 w 595051"/>
                <a:gd name="connsiteY2" fmla="*/ 3026833 h 3026833"/>
                <a:gd name="connsiteX3" fmla="*/ 0 w 595051"/>
                <a:gd name="connsiteY3" fmla="*/ 3026833 h 3026833"/>
                <a:gd name="connsiteX4" fmla="*/ 0 w 595051"/>
                <a:gd name="connsiteY4" fmla="*/ 0 h 3026833"/>
                <a:gd name="connsiteX0" fmla="*/ 0 w 595051"/>
                <a:gd name="connsiteY0" fmla="*/ 0 h 3026833"/>
                <a:gd name="connsiteX1" fmla="*/ 595051 w 595051"/>
                <a:gd name="connsiteY1" fmla="*/ 0 h 3026833"/>
                <a:gd name="connsiteX2" fmla="*/ 595051 w 595051"/>
                <a:gd name="connsiteY2" fmla="*/ 3026833 h 3026833"/>
                <a:gd name="connsiteX3" fmla="*/ 12700 w 595051"/>
                <a:gd name="connsiteY3" fmla="*/ 2214033 h 3026833"/>
                <a:gd name="connsiteX4" fmla="*/ 0 w 595051"/>
                <a:gd name="connsiteY4" fmla="*/ 0 h 3026833"/>
                <a:gd name="connsiteX0" fmla="*/ 543584 w 1138635"/>
                <a:gd name="connsiteY0" fmla="*/ 0 h 3026833"/>
                <a:gd name="connsiteX1" fmla="*/ 1138635 w 1138635"/>
                <a:gd name="connsiteY1" fmla="*/ 0 h 3026833"/>
                <a:gd name="connsiteX2" fmla="*/ 1138635 w 1138635"/>
                <a:gd name="connsiteY2" fmla="*/ 3026833 h 3026833"/>
                <a:gd name="connsiteX3" fmla="*/ 24 w 1138635"/>
                <a:gd name="connsiteY3" fmla="*/ 2214033 h 3026833"/>
                <a:gd name="connsiteX4" fmla="*/ 543584 w 1138635"/>
                <a:gd name="connsiteY4" fmla="*/ 0 h 3026833"/>
                <a:gd name="connsiteX0" fmla="*/ 543560 w 1138611"/>
                <a:gd name="connsiteY0" fmla="*/ 0 h 3026833"/>
                <a:gd name="connsiteX1" fmla="*/ 1138611 w 1138611"/>
                <a:gd name="connsiteY1" fmla="*/ 0 h 3026833"/>
                <a:gd name="connsiteX2" fmla="*/ 1138611 w 1138611"/>
                <a:gd name="connsiteY2" fmla="*/ 3026833 h 3026833"/>
                <a:gd name="connsiteX3" fmla="*/ 0 w 1138611"/>
                <a:gd name="connsiteY3" fmla="*/ 2214033 h 3026833"/>
                <a:gd name="connsiteX4" fmla="*/ 543560 w 1138611"/>
                <a:gd name="connsiteY4" fmla="*/ 0 h 3026833"/>
                <a:gd name="connsiteX0" fmla="*/ 543560 w 1138611"/>
                <a:gd name="connsiteY0" fmla="*/ 0 h 3026833"/>
                <a:gd name="connsiteX1" fmla="*/ 1138611 w 1138611"/>
                <a:gd name="connsiteY1" fmla="*/ 0 h 3026833"/>
                <a:gd name="connsiteX2" fmla="*/ 1138611 w 1138611"/>
                <a:gd name="connsiteY2" fmla="*/ 3026833 h 3026833"/>
                <a:gd name="connsiteX3" fmla="*/ 0 w 1138611"/>
                <a:gd name="connsiteY3" fmla="*/ 2214033 h 3026833"/>
                <a:gd name="connsiteX4" fmla="*/ 543560 w 1138611"/>
                <a:gd name="connsiteY4" fmla="*/ 0 h 3026833"/>
                <a:gd name="connsiteX0" fmla="*/ 551180 w 1146231"/>
                <a:gd name="connsiteY0" fmla="*/ 0 h 3026833"/>
                <a:gd name="connsiteX1" fmla="*/ 1146231 w 1146231"/>
                <a:gd name="connsiteY1" fmla="*/ 0 h 3026833"/>
                <a:gd name="connsiteX2" fmla="*/ 1146231 w 1146231"/>
                <a:gd name="connsiteY2" fmla="*/ 3026833 h 3026833"/>
                <a:gd name="connsiteX3" fmla="*/ 0 w 1146231"/>
                <a:gd name="connsiteY3" fmla="*/ 2183553 h 3026833"/>
                <a:gd name="connsiteX4" fmla="*/ 551180 w 1146231"/>
                <a:gd name="connsiteY4" fmla="*/ 0 h 3026833"/>
                <a:gd name="connsiteX0" fmla="*/ 551180 w 1146231"/>
                <a:gd name="connsiteY0" fmla="*/ 0 h 3026833"/>
                <a:gd name="connsiteX1" fmla="*/ 1146231 w 1146231"/>
                <a:gd name="connsiteY1" fmla="*/ 0 h 3026833"/>
                <a:gd name="connsiteX2" fmla="*/ 1146231 w 1146231"/>
                <a:gd name="connsiteY2" fmla="*/ 3026833 h 3026833"/>
                <a:gd name="connsiteX3" fmla="*/ 0 w 1146231"/>
                <a:gd name="connsiteY3" fmla="*/ 2206413 h 3026833"/>
                <a:gd name="connsiteX4" fmla="*/ 551180 w 1146231"/>
                <a:gd name="connsiteY4" fmla="*/ 0 h 3026833"/>
                <a:gd name="connsiteX0" fmla="*/ 566420 w 1161471"/>
                <a:gd name="connsiteY0" fmla="*/ 0 h 3026833"/>
                <a:gd name="connsiteX1" fmla="*/ 1161471 w 1161471"/>
                <a:gd name="connsiteY1" fmla="*/ 0 h 3026833"/>
                <a:gd name="connsiteX2" fmla="*/ 1161471 w 1161471"/>
                <a:gd name="connsiteY2" fmla="*/ 3026833 h 3026833"/>
                <a:gd name="connsiteX3" fmla="*/ 0 w 1161471"/>
                <a:gd name="connsiteY3" fmla="*/ 2214033 h 3026833"/>
                <a:gd name="connsiteX4" fmla="*/ 566420 w 1161471"/>
                <a:gd name="connsiteY4" fmla="*/ 0 h 3026833"/>
                <a:gd name="connsiteX0" fmla="*/ 566420 w 1161471"/>
                <a:gd name="connsiteY0" fmla="*/ 0 h 3026833"/>
                <a:gd name="connsiteX1" fmla="*/ 1161471 w 1161471"/>
                <a:gd name="connsiteY1" fmla="*/ 0 h 3026833"/>
                <a:gd name="connsiteX2" fmla="*/ 1161471 w 1161471"/>
                <a:gd name="connsiteY2" fmla="*/ 3026833 h 3026833"/>
                <a:gd name="connsiteX3" fmla="*/ 0 w 1161471"/>
                <a:gd name="connsiteY3" fmla="*/ 2214033 h 3026833"/>
                <a:gd name="connsiteX4" fmla="*/ 566420 w 1161471"/>
                <a:gd name="connsiteY4" fmla="*/ 0 h 3026833"/>
                <a:gd name="connsiteX0" fmla="*/ 556895 w 1161471"/>
                <a:gd name="connsiteY0" fmla="*/ 14287 h 3026833"/>
                <a:gd name="connsiteX1" fmla="*/ 1161471 w 1161471"/>
                <a:gd name="connsiteY1" fmla="*/ 0 h 3026833"/>
                <a:gd name="connsiteX2" fmla="*/ 1161471 w 1161471"/>
                <a:gd name="connsiteY2" fmla="*/ 3026833 h 3026833"/>
                <a:gd name="connsiteX3" fmla="*/ 0 w 1161471"/>
                <a:gd name="connsiteY3" fmla="*/ 2214033 h 3026833"/>
                <a:gd name="connsiteX4" fmla="*/ 556895 w 1161471"/>
                <a:gd name="connsiteY4" fmla="*/ 14287 h 3026833"/>
                <a:gd name="connsiteX0" fmla="*/ 556895 w 1166234"/>
                <a:gd name="connsiteY0" fmla="*/ 0 h 3012546"/>
                <a:gd name="connsiteX1" fmla="*/ 1166234 w 1166234"/>
                <a:gd name="connsiteY1" fmla="*/ 0 h 3012546"/>
                <a:gd name="connsiteX2" fmla="*/ 1161471 w 1166234"/>
                <a:gd name="connsiteY2" fmla="*/ 3012546 h 3012546"/>
                <a:gd name="connsiteX3" fmla="*/ 0 w 1166234"/>
                <a:gd name="connsiteY3" fmla="*/ 2199746 h 3012546"/>
                <a:gd name="connsiteX4" fmla="*/ 556895 w 1166234"/>
                <a:gd name="connsiteY4" fmla="*/ 0 h 3012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6234" h="3012546">
                  <a:moveTo>
                    <a:pt x="556895" y="0"/>
                  </a:moveTo>
                  <a:lnTo>
                    <a:pt x="1166234" y="0"/>
                  </a:lnTo>
                  <a:cubicBezTo>
                    <a:pt x="1164646" y="1004182"/>
                    <a:pt x="1163059" y="2008364"/>
                    <a:pt x="1161471" y="3012546"/>
                  </a:cubicBezTo>
                  <a:lnTo>
                    <a:pt x="0" y="2199746"/>
                  </a:lnTo>
                  <a:cubicBezTo>
                    <a:pt x="186267" y="1507455"/>
                    <a:pt x="393488" y="753251"/>
                    <a:pt x="556895" y="0"/>
                  </a:cubicBez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cxnSp>
          <p:nvCxnSpPr>
            <p:cNvPr id="231" name="Straight Connector 230">
              <a:extLst>
                <a:ext uri="{FF2B5EF4-FFF2-40B4-BE49-F238E27FC236}">
                  <a16:creationId xmlns:a16="http://schemas.microsoft.com/office/drawing/2014/main" id="{EEEE8820-E515-4523-9091-085AC3AA2037}"/>
                </a:ext>
              </a:extLst>
            </p:cNvPr>
            <p:cNvCxnSpPr>
              <a:cxnSpLocks/>
            </p:cNvCxnSpPr>
            <p:nvPr/>
          </p:nvCxnSpPr>
          <p:spPr>
            <a:xfrm rot="2700000">
              <a:off x="8027506" y="4743427"/>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232" name="TextBox 231">
              <a:extLst>
                <a:ext uri="{FF2B5EF4-FFF2-40B4-BE49-F238E27FC236}">
                  <a16:creationId xmlns:a16="http://schemas.microsoft.com/office/drawing/2014/main" id="{02BDA242-8EBB-48FF-B27C-B4F6822144F8}"/>
                </a:ext>
              </a:extLst>
            </p:cNvPr>
            <p:cNvSpPr txBox="1"/>
            <p:nvPr/>
          </p:nvSpPr>
          <p:spPr>
            <a:xfrm>
              <a:off x="8214073" y="5134645"/>
              <a:ext cx="317716" cy="369332"/>
            </a:xfrm>
            <a:prstGeom prst="rect">
              <a:avLst/>
            </a:prstGeom>
            <a:noFill/>
            <a:ln w="19050">
              <a:solidFill>
                <a:schemeClr val="tx1"/>
              </a:solidFill>
            </a:ln>
          </p:spPr>
          <p:txBody>
            <a:bodyPr wrap="square" rtlCol="0">
              <a:spAutoFit/>
            </a:bodyPr>
            <a:lstStyle/>
            <a:p>
              <a:r>
                <a:rPr lang="pt-BR" dirty="0"/>
                <a:t>D</a:t>
              </a:r>
              <a:endParaRPr lang="en-US" dirty="0"/>
            </a:p>
          </p:txBody>
        </p:sp>
        <p:cxnSp>
          <p:nvCxnSpPr>
            <p:cNvPr id="233" name="Straight Connector 232">
              <a:extLst>
                <a:ext uri="{FF2B5EF4-FFF2-40B4-BE49-F238E27FC236}">
                  <a16:creationId xmlns:a16="http://schemas.microsoft.com/office/drawing/2014/main" id="{5215FEDF-1BC0-4861-96CA-81226153B832}"/>
                </a:ext>
              </a:extLst>
            </p:cNvPr>
            <p:cNvCxnSpPr>
              <a:cxnSpLocks/>
            </p:cNvCxnSpPr>
            <p:nvPr/>
          </p:nvCxnSpPr>
          <p:spPr>
            <a:xfrm rot="18900000">
              <a:off x="8654394" y="4743427"/>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234" name="Rectangle 216">
              <a:extLst>
                <a:ext uri="{FF2B5EF4-FFF2-40B4-BE49-F238E27FC236}">
                  <a16:creationId xmlns:a16="http://schemas.microsoft.com/office/drawing/2014/main" id="{E66158A1-BEEA-4EF5-915F-A0C09FF2F2D5}"/>
                </a:ext>
              </a:extLst>
            </p:cNvPr>
            <p:cNvSpPr/>
            <p:nvPr/>
          </p:nvSpPr>
          <p:spPr>
            <a:xfrm>
              <a:off x="8909021" y="1832833"/>
              <a:ext cx="2397694" cy="2197577"/>
            </a:xfrm>
            <a:custGeom>
              <a:avLst/>
              <a:gdLst>
                <a:gd name="connsiteX0" fmla="*/ 0 w 2397694"/>
                <a:gd name="connsiteY0" fmla="*/ 0 h 3016727"/>
                <a:gd name="connsiteX1" fmla="*/ 2397694 w 2397694"/>
                <a:gd name="connsiteY1" fmla="*/ 0 h 3016727"/>
                <a:gd name="connsiteX2" fmla="*/ 2397694 w 2397694"/>
                <a:gd name="connsiteY2" fmla="*/ 3016727 h 3016727"/>
                <a:gd name="connsiteX3" fmla="*/ 0 w 2397694"/>
                <a:gd name="connsiteY3" fmla="*/ 3016727 h 3016727"/>
                <a:gd name="connsiteX4" fmla="*/ 0 w 2397694"/>
                <a:gd name="connsiteY4" fmla="*/ 0 h 3016727"/>
                <a:gd name="connsiteX0" fmla="*/ 0 w 2397694"/>
                <a:gd name="connsiteY0" fmla="*/ 0 h 3016727"/>
                <a:gd name="connsiteX1" fmla="*/ 2397694 w 2397694"/>
                <a:gd name="connsiteY1" fmla="*/ 0 h 3016727"/>
                <a:gd name="connsiteX2" fmla="*/ 2397694 w 2397694"/>
                <a:gd name="connsiteY2" fmla="*/ 3016727 h 3016727"/>
                <a:gd name="connsiteX3" fmla="*/ 514350 w 2397694"/>
                <a:gd name="connsiteY3" fmla="*/ 2169002 h 3016727"/>
                <a:gd name="connsiteX4" fmla="*/ 0 w 2397694"/>
                <a:gd name="connsiteY4" fmla="*/ 0 h 3016727"/>
                <a:gd name="connsiteX0" fmla="*/ 0 w 2400869"/>
                <a:gd name="connsiteY0" fmla="*/ 0 h 2476977"/>
                <a:gd name="connsiteX1" fmla="*/ 2397694 w 2400869"/>
                <a:gd name="connsiteY1" fmla="*/ 0 h 2476977"/>
                <a:gd name="connsiteX2" fmla="*/ 2400869 w 2400869"/>
                <a:gd name="connsiteY2" fmla="*/ 2476977 h 2476977"/>
                <a:gd name="connsiteX3" fmla="*/ 514350 w 2400869"/>
                <a:gd name="connsiteY3" fmla="*/ 2169002 h 2476977"/>
                <a:gd name="connsiteX4" fmla="*/ 0 w 2400869"/>
                <a:gd name="connsiteY4" fmla="*/ 0 h 2476977"/>
                <a:gd name="connsiteX0" fmla="*/ 0 w 2397738"/>
                <a:gd name="connsiteY0" fmla="*/ 0 h 2210277"/>
                <a:gd name="connsiteX1" fmla="*/ 2397694 w 2397738"/>
                <a:gd name="connsiteY1" fmla="*/ 0 h 2210277"/>
                <a:gd name="connsiteX2" fmla="*/ 2381819 w 2397738"/>
                <a:gd name="connsiteY2" fmla="*/ 2210277 h 2210277"/>
                <a:gd name="connsiteX3" fmla="*/ 514350 w 2397738"/>
                <a:gd name="connsiteY3" fmla="*/ 2169002 h 2210277"/>
                <a:gd name="connsiteX4" fmla="*/ 0 w 2397738"/>
                <a:gd name="connsiteY4" fmla="*/ 0 h 2210277"/>
                <a:gd name="connsiteX0" fmla="*/ 0 w 2407219"/>
                <a:gd name="connsiteY0" fmla="*/ 0 h 2197577"/>
                <a:gd name="connsiteX1" fmla="*/ 2397694 w 2407219"/>
                <a:gd name="connsiteY1" fmla="*/ 0 h 2197577"/>
                <a:gd name="connsiteX2" fmla="*/ 2407219 w 2407219"/>
                <a:gd name="connsiteY2" fmla="*/ 2197577 h 2197577"/>
                <a:gd name="connsiteX3" fmla="*/ 514350 w 2407219"/>
                <a:gd name="connsiteY3" fmla="*/ 2169002 h 2197577"/>
                <a:gd name="connsiteX4" fmla="*/ 0 w 2407219"/>
                <a:gd name="connsiteY4" fmla="*/ 0 h 2197577"/>
                <a:gd name="connsiteX0" fmla="*/ 0 w 2397695"/>
                <a:gd name="connsiteY0" fmla="*/ 0 h 2197577"/>
                <a:gd name="connsiteX1" fmla="*/ 2397694 w 2397695"/>
                <a:gd name="connsiteY1" fmla="*/ 0 h 2197577"/>
                <a:gd name="connsiteX2" fmla="*/ 1835719 w 2397695"/>
                <a:gd name="connsiteY2" fmla="*/ 2197577 h 2197577"/>
                <a:gd name="connsiteX3" fmla="*/ 514350 w 2397695"/>
                <a:gd name="connsiteY3" fmla="*/ 2169002 h 2197577"/>
                <a:gd name="connsiteX4" fmla="*/ 0 w 2397695"/>
                <a:gd name="connsiteY4" fmla="*/ 0 h 2197577"/>
                <a:gd name="connsiteX0" fmla="*/ 0 w 2397696"/>
                <a:gd name="connsiteY0" fmla="*/ 0 h 2197577"/>
                <a:gd name="connsiteX1" fmla="*/ 2397694 w 2397696"/>
                <a:gd name="connsiteY1" fmla="*/ 0 h 2197577"/>
                <a:gd name="connsiteX2" fmla="*/ 1835719 w 2397696"/>
                <a:gd name="connsiteY2" fmla="*/ 2197577 h 2197577"/>
                <a:gd name="connsiteX3" fmla="*/ 514350 w 2397696"/>
                <a:gd name="connsiteY3" fmla="*/ 2169002 h 2197577"/>
                <a:gd name="connsiteX4" fmla="*/ 0 w 2397696"/>
                <a:gd name="connsiteY4" fmla="*/ 0 h 2197577"/>
                <a:gd name="connsiteX0" fmla="*/ 0 w 2397694"/>
                <a:gd name="connsiteY0" fmla="*/ 0 h 2197577"/>
                <a:gd name="connsiteX1" fmla="*/ 2397694 w 2397694"/>
                <a:gd name="connsiteY1" fmla="*/ 0 h 2197577"/>
                <a:gd name="connsiteX2" fmla="*/ 1835719 w 2397694"/>
                <a:gd name="connsiteY2" fmla="*/ 2197577 h 2197577"/>
                <a:gd name="connsiteX3" fmla="*/ 514350 w 2397694"/>
                <a:gd name="connsiteY3" fmla="*/ 2169002 h 2197577"/>
                <a:gd name="connsiteX4" fmla="*/ 0 w 2397694"/>
                <a:gd name="connsiteY4" fmla="*/ 0 h 2197577"/>
                <a:gd name="connsiteX0" fmla="*/ 0 w 2397694"/>
                <a:gd name="connsiteY0" fmla="*/ 0 h 2197577"/>
                <a:gd name="connsiteX1" fmla="*/ 2397694 w 2397694"/>
                <a:gd name="connsiteY1" fmla="*/ 0 h 2197577"/>
                <a:gd name="connsiteX2" fmla="*/ 1835719 w 2397694"/>
                <a:gd name="connsiteY2" fmla="*/ 2197577 h 2197577"/>
                <a:gd name="connsiteX3" fmla="*/ 514350 w 2397694"/>
                <a:gd name="connsiteY3" fmla="*/ 2169002 h 2197577"/>
                <a:gd name="connsiteX4" fmla="*/ 0 w 2397694"/>
                <a:gd name="connsiteY4" fmla="*/ 0 h 2197577"/>
                <a:gd name="connsiteX0" fmla="*/ 0 w 2397694"/>
                <a:gd name="connsiteY0" fmla="*/ 0 h 2197577"/>
                <a:gd name="connsiteX1" fmla="*/ 2397694 w 2397694"/>
                <a:gd name="connsiteY1" fmla="*/ 0 h 2197577"/>
                <a:gd name="connsiteX2" fmla="*/ 1835719 w 2397694"/>
                <a:gd name="connsiteY2" fmla="*/ 2197577 h 2197577"/>
                <a:gd name="connsiteX3" fmla="*/ 514350 w 2397694"/>
                <a:gd name="connsiteY3" fmla="*/ 2169002 h 2197577"/>
                <a:gd name="connsiteX4" fmla="*/ 0 w 2397694"/>
                <a:gd name="connsiteY4" fmla="*/ 0 h 2197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7694" h="2197577">
                  <a:moveTo>
                    <a:pt x="0" y="0"/>
                  </a:moveTo>
                  <a:lnTo>
                    <a:pt x="2397694" y="0"/>
                  </a:lnTo>
                  <a:cubicBezTo>
                    <a:pt x="2193012" y="818039"/>
                    <a:pt x="2070881" y="1326198"/>
                    <a:pt x="1835719" y="2197577"/>
                  </a:cubicBezTo>
                  <a:lnTo>
                    <a:pt x="514350" y="2169002"/>
                  </a:lnTo>
                  <a:lnTo>
                    <a:pt x="0" y="0"/>
                  </a:lnTo>
                  <a:close/>
                </a:path>
              </a:pathLst>
            </a:cu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sp>
          <p:nvSpPr>
            <p:cNvPr id="235" name="Freeform: Shape 234">
              <a:extLst>
                <a:ext uri="{FF2B5EF4-FFF2-40B4-BE49-F238E27FC236}">
                  <a16:creationId xmlns:a16="http://schemas.microsoft.com/office/drawing/2014/main" id="{A010C30D-1B00-42D0-9638-FE6BE924FE3D}"/>
                </a:ext>
              </a:extLst>
            </p:cNvPr>
            <p:cNvSpPr/>
            <p:nvPr/>
          </p:nvSpPr>
          <p:spPr>
            <a:xfrm>
              <a:off x="8320244" y="3999273"/>
              <a:ext cx="3587750" cy="854636"/>
            </a:xfrm>
            <a:custGeom>
              <a:avLst/>
              <a:gdLst>
                <a:gd name="connsiteX0" fmla="*/ 0 w 3014662"/>
                <a:gd name="connsiteY0" fmla="*/ 842963 h 847725"/>
                <a:gd name="connsiteX1" fmla="*/ 1138237 w 3014662"/>
                <a:gd name="connsiteY1" fmla="*/ 0 h 847725"/>
                <a:gd name="connsiteX2" fmla="*/ 3014662 w 3014662"/>
                <a:gd name="connsiteY2" fmla="*/ 847725 h 847725"/>
                <a:gd name="connsiteX3" fmla="*/ 0 w 3014662"/>
                <a:gd name="connsiteY3" fmla="*/ 842963 h 847725"/>
                <a:gd name="connsiteX0" fmla="*/ 0 w 3000375"/>
                <a:gd name="connsiteY0" fmla="*/ 833438 h 847725"/>
                <a:gd name="connsiteX1" fmla="*/ 1123950 w 3000375"/>
                <a:gd name="connsiteY1" fmla="*/ 0 h 847725"/>
                <a:gd name="connsiteX2" fmla="*/ 3000375 w 3000375"/>
                <a:gd name="connsiteY2" fmla="*/ 847725 h 847725"/>
                <a:gd name="connsiteX3" fmla="*/ 0 w 3000375"/>
                <a:gd name="connsiteY3" fmla="*/ 833438 h 847725"/>
                <a:gd name="connsiteX0" fmla="*/ 0 w 2981325"/>
                <a:gd name="connsiteY0" fmla="*/ 828676 h 847725"/>
                <a:gd name="connsiteX1" fmla="*/ 1104900 w 2981325"/>
                <a:gd name="connsiteY1" fmla="*/ 0 h 847725"/>
                <a:gd name="connsiteX2" fmla="*/ 2981325 w 2981325"/>
                <a:gd name="connsiteY2" fmla="*/ 847725 h 847725"/>
                <a:gd name="connsiteX3" fmla="*/ 0 w 2981325"/>
                <a:gd name="connsiteY3" fmla="*/ 828676 h 847725"/>
                <a:gd name="connsiteX0" fmla="*/ 0 w 2990850"/>
                <a:gd name="connsiteY0" fmla="*/ 841376 h 847725"/>
                <a:gd name="connsiteX1" fmla="*/ 1114425 w 2990850"/>
                <a:gd name="connsiteY1" fmla="*/ 0 h 847725"/>
                <a:gd name="connsiteX2" fmla="*/ 2990850 w 2990850"/>
                <a:gd name="connsiteY2" fmla="*/ 847725 h 847725"/>
                <a:gd name="connsiteX3" fmla="*/ 0 w 2990850"/>
                <a:gd name="connsiteY3" fmla="*/ 841376 h 847725"/>
                <a:gd name="connsiteX0" fmla="*/ 0 w 2962275"/>
                <a:gd name="connsiteY0" fmla="*/ 841376 h 841376"/>
                <a:gd name="connsiteX1" fmla="*/ 1114425 w 2962275"/>
                <a:gd name="connsiteY1" fmla="*/ 0 h 841376"/>
                <a:gd name="connsiteX2" fmla="*/ 2962275 w 2962275"/>
                <a:gd name="connsiteY2" fmla="*/ 841375 h 841376"/>
                <a:gd name="connsiteX3" fmla="*/ 0 w 2962275"/>
                <a:gd name="connsiteY3" fmla="*/ 841376 h 841376"/>
                <a:gd name="connsiteX0" fmla="*/ 0 w 2965450"/>
                <a:gd name="connsiteY0" fmla="*/ 841376 h 860425"/>
                <a:gd name="connsiteX1" fmla="*/ 1114425 w 2965450"/>
                <a:gd name="connsiteY1" fmla="*/ 0 h 860425"/>
                <a:gd name="connsiteX2" fmla="*/ 2965450 w 2965450"/>
                <a:gd name="connsiteY2" fmla="*/ 860425 h 860425"/>
                <a:gd name="connsiteX3" fmla="*/ 0 w 2965450"/>
                <a:gd name="connsiteY3" fmla="*/ 841376 h 860425"/>
                <a:gd name="connsiteX0" fmla="*/ 0 w 2952750"/>
                <a:gd name="connsiteY0" fmla="*/ 841376 h 860425"/>
                <a:gd name="connsiteX1" fmla="*/ 1114425 w 2952750"/>
                <a:gd name="connsiteY1" fmla="*/ 0 h 860425"/>
                <a:gd name="connsiteX2" fmla="*/ 2952750 w 2952750"/>
                <a:gd name="connsiteY2" fmla="*/ 860425 h 860425"/>
                <a:gd name="connsiteX3" fmla="*/ 0 w 2952750"/>
                <a:gd name="connsiteY3" fmla="*/ 841376 h 860425"/>
                <a:gd name="connsiteX0" fmla="*/ 0 w 2959100"/>
                <a:gd name="connsiteY0" fmla="*/ 841376 h 857250"/>
                <a:gd name="connsiteX1" fmla="*/ 1114425 w 2959100"/>
                <a:gd name="connsiteY1" fmla="*/ 0 h 857250"/>
                <a:gd name="connsiteX2" fmla="*/ 2959100 w 2959100"/>
                <a:gd name="connsiteY2" fmla="*/ 857250 h 857250"/>
                <a:gd name="connsiteX3" fmla="*/ 0 w 2959100"/>
                <a:gd name="connsiteY3" fmla="*/ 841376 h 857250"/>
                <a:gd name="connsiteX0" fmla="*/ 0 w 2946400"/>
                <a:gd name="connsiteY0" fmla="*/ 841376 h 857250"/>
                <a:gd name="connsiteX1" fmla="*/ 1114425 w 2946400"/>
                <a:gd name="connsiteY1" fmla="*/ 0 h 857250"/>
                <a:gd name="connsiteX2" fmla="*/ 2946400 w 2946400"/>
                <a:gd name="connsiteY2" fmla="*/ 857250 h 857250"/>
                <a:gd name="connsiteX3" fmla="*/ 0 w 2946400"/>
                <a:gd name="connsiteY3" fmla="*/ 841376 h 857250"/>
                <a:gd name="connsiteX0" fmla="*/ 0 w 2952750"/>
                <a:gd name="connsiteY0" fmla="*/ 841376 h 844550"/>
                <a:gd name="connsiteX1" fmla="*/ 1114425 w 2952750"/>
                <a:gd name="connsiteY1" fmla="*/ 0 h 844550"/>
                <a:gd name="connsiteX2" fmla="*/ 2952750 w 2952750"/>
                <a:gd name="connsiteY2" fmla="*/ 844550 h 844550"/>
                <a:gd name="connsiteX3" fmla="*/ 0 w 2952750"/>
                <a:gd name="connsiteY3" fmla="*/ 841376 h 844550"/>
                <a:gd name="connsiteX0" fmla="*/ 0 w 2971800"/>
                <a:gd name="connsiteY0" fmla="*/ 841376 h 854075"/>
                <a:gd name="connsiteX1" fmla="*/ 1114425 w 2971800"/>
                <a:gd name="connsiteY1" fmla="*/ 0 h 854075"/>
                <a:gd name="connsiteX2" fmla="*/ 2971800 w 2971800"/>
                <a:gd name="connsiteY2" fmla="*/ 854075 h 854075"/>
                <a:gd name="connsiteX3" fmla="*/ 0 w 2971800"/>
                <a:gd name="connsiteY3" fmla="*/ 841376 h 854075"/>
                <a:gd name="connsiteX0" fmla="*/ 0 w 2955925"/>
                <a:gd name="connsiteY0" fmla="*/ 841376 h 850900"/>
                <a:gd name="connsiteX1" fmla="*/ 1114425 w 2955925"/>
                <a:gd name="connsiteY1" fmla="*/ 0 h 850900"/>
                <a:gd name="connsiteX2" fmla="*/ 2955925 w 2955925"/>
                <a:gd name="connsiteY2" fmla="*/ 850900 h 850900"/>
                <a:gd name="connsiteX3" fmla="*/ 0 w 2955925"/>
                <a:gd name="connsiteY3" fmla="*/ 841376 h 850900"/>
                <a:gd name="connsiteX0" fmla="*/ 0 w 2965450"/>
                <a:gd name="connsiteY0" fmla="*/ 841376 h 846137"/>
                <a:gd name="connsiteX1" fmla="*/ 1114425 w 2965450"/>
                <a:gd name="connsiteY1" fmla="*/ 0 h 846137"/>
                <a:gd name="connsiteX2" fmla="*/ 2965450 w 2965450"/>
                <a:gd name="connsiteY2" fmla="*/ 846137 h 846137"/>
                <a:gd name="connsiteX3" fmla="*/ 0 w 2965450"/>
                <a:gd name="connsiteY3" fmla="*/ 841376 h 846137"/>
                <a:gd name="connsiteX0" fmla="*/ 0 w 2958306"/>
                <a:gd name="connsiteY0" fmla="*/ 841376 h 843756"/>
                <a:gd name="connsiteX1" fmla="*/ 1114425 w 2958306"/>
                <a:gd name="connsiteY1" fmla="*/ 0 h 843756"/>
                <a:gd name="connsiteX2" fmla="*/ 2958306 w 2958306"/>
                <a:gd name="connsiteY2" fmla="*/ 843756 h 843756"/>
                <a:gd name="connsiteX3" fmla="*/ 0 w 2958306"/>
                <a:gd name="connsiteY3" fmla="*/ 841376 h 843756"/>
                <a:gd name="connsiteX0" fmla="*/ 0 w 2955925"/>
                <a:gd name="connsiteY0" fmla="*/ 841376 h 850900"/>
                <a:gd name="connsiteX1" fmla="*/ 1114425 w 2955925"/>
                <a:gd name="connsiteY1" fmla="*/ 0 h 850900"/>
                <a:gd name="connsiteX2" fmla="*/ 2955925 w 2955925"/>
                <a:gd name="connsiteY2" fmla="*/ 850900 h 850900"/>
                <a:gd name="connsiteX3" fmla="*/ 0 w 2955925"/>
                <a:gd name="connsiteY3" fmla="*/ 841376 h 850900"/>
                <a:gd name="connsiteX0" fmla="*/ 0 w 2984500"/>
                <a:gd name="connsiteY0" fmla="*/ 841376 h 841376"/>
                <a:gd name="connsiteX1" fmla="*/ 1114425 w 2984500"/>
                <a:gd name="connsiteY1" fmla="*/ 0 h 841376"/>
                <a:gd name="connsiteX2" fmla="*/ 2984500 w 2984500"/>
                <a:gd name="connsiteY2" fmla="*/ 841375 h 841376"/>
                <a:gd name="connsiteX3" fmla="*/ 0 w 2984500"/>
                <a:gd name="connsiteY3" fmla="*/ 841376 h 841376"/>
                <a:gd name="connsiteX0" fmla="*/ 0 w 2995265"/>
                <a:gd name="connsiteY0" fmla="*/ 841376 h 841376"/>
                <a:gd name="connsiteX1" fmla="*/ 1114425 w 2995265"/>
                <a:gd name="connsiteY1" fmla="*/ 0 h 841376"/>
                <a:gd name="connsiteX2" fmla="*/ 2995265 w 2995265"/>
                <a:gd name="connsiteY2" fmla="*/ 302333 h 841376"/>
                <a:gd name="connsiteX3" fmla="*/ 2984500 w 2995265"/>
                <a:gd name="connsiteY3" fmla="*/ 841375 h 841376"/>
                <a:gd name="connsiteX4" fmla="*/ 0 w 2995265"/>
                <a:gd name="connsiteY4" fmla="*/ 841376 h 841376"/>
                <a:gd name="connsiteX0" fmla="*/ 0 w 2995265"/>
                <a:gd name="connsiteY0" fmla="*/ 841376 h 841376"/>
                <a:gd name="connsiteX1" fmla="*/ 1114425 w 2995265"/>
                <a:gd name="connsiteY1" fmla="*/ 0 h 841376"/>
                <a:gd name="connsiteX2" fmla="*/ 2995265 w 2995265"/>
                <a:gd name="connsiteY2" fmla="*/ 302333 h 841376"/>
                <a:gd name="connsiteX3" fmla="*/ 2984500 w 2995265"/>
                <a:gd name="connsiteY3" fmla="*/ 841375 h 841376"/>
                <a:gd name="connsiteX4" fmla="*/ 0 w 2995265"/>
                <a:gd name="connsiteY4" fmla="*/ 841376 h 841376"/>
                <a:gd name="connsiteX0" fmla="*/ 0 w 2995265"/>
                <a:gd name="connsiteY0" fmla="*/ 841376 h 841376"/>
                <a:gd name="connsiteX1" fmla="*/ 1114425 w 2995265"/>
                <a:gd name="connsiteY1" fmla="*/ 0 h 841376"/>
                <a:gd name="connsiteX2" fmla="*/ 2995265 w 2995265"/>
                <a:gd name="connsiteY2" fmla="*/ 302333 h 841376"/>
                <a:gd name="connsiteX3" fmla="*/ 2984500 w 2995265"/>
                <a:gd name="connsiteY3" fmla="*/ 841375 h 841376"/>
                <a:gd name="connsiteX4" fmla="*/ 0 w 2995265"/>
                <a:gd name="connsiteY4" fmla="*/ 841376 h 841376"/>
                <a:gd name="connsiteX0" fmla="*/ 0 w 2984500"/>
                <a:gd name="connsiteY0" fmla="*/ 841376 h 841376"/>
                <a:gd name="connsiteX1" fmla="*/ 1114425 w 2984500"/>
                <a:gd name="connsiteY1" fmla="*/ 0 h 841376"/>
                <a:gd name="connsiteX2" fmla="*/ 2982565 w 2984500"/>
                <a:gd name="connsiteY2" fmla="*/ 302333 h 841376"/>
                <a:gd name="connsiteX3" fmla="*/ 2984500 w 2984500"/>
                <a:gd name="connsiteY3" fmla="*/ 841375 h 841376"/>
                <a:gd name="connsiteX4" fmla="*/ 0 w 2984500"/>
                <a:gd name="connsiteY4" fmla="*/ 841376 h 841376"/>
                <a:gd name="connsiteX0" fmla="*/ 0 w 3000375"/>
                <a:gd name="connsiteY0" fmla="*/ 841376 h 841376"/>
                <a:gd name="connsiteX1" fmla="*/ 1114425 w 3000375"/>
                <a:gd name="connsiteY1" fmla="*/ 0 h 841376"/>
                <a:gd name="connsiteX2" fmla="*/ 2982565 w 3000375"/>
                <a:gd name="connsiteY2" fmla="*/ 302333 h 841376"/>
                <a:gd name="connsiteX3" fmla="*/ 3000375 w 3000375"/>
                <a:gd name="connsiteY3" fmla="*/ 838200 h 841376"/>
                <a:gd name="connsiteX4" fmla="*/ 0 w 3000375"/>
                <a:gd name="connsiteY4" fmla="*/ 841376 h 841376"/>
                <a:gd name="connsiteX0" fmla="*/ 0 w 3000375"/>
                <a:gd name="connsiteY0" fmla="*/ 841376 h 841376"/>
                <a:gd name="connsiteX1" fmla="*/ 1114425 w 3000375"/>
                <a:gd name="connsiteY1" fmla="*/ 0 h 841376"/>
                <a:gd name="connsiteX2" fmla="*/ 2992090 w 3000375"/>
                <a:gd name="connsiteY2" fmla="*/ 299158 h 841376"/>
                <a:gd name="connsiteX3" fmla="*/ 3000375 w 3000375"/>
                <a:gd name="connsiteY3" fmla="*/ 838200 h 841376"/>
                <a:gd name="connsiteX4" fmla="*/ 0 w 3000375"/>
                <a:gd name="connsiteY4" fmla="*/ 841376 h 841376"/>
                <a:gd name="connsiteX0" fmla="*/ 0 w 2992090"/>
                <a:gd name="connsiteY0" fmla="*/ 841376 h 841376"/>
                <a:gd name="connsiteX1" fmla="*/ 1114425 w 2992090"/>
                <a:gd name="connsiteY1" fmla="*/ 0 h 841376"/>
                <a:gd name="connsiteX2" fmla="*/ 2992090 w 2992090"/>
                <a:gd name="connsiteY2" fmla="*/ 299158 h 841376"/>
                <a:gd name="connsiteX3" fmla="*/ 2987675 w 2992090"/>
                <a:gd name="connsiteY3" fmla="*/ 838200 h 841376"/>
                <a:gd name="connsiteX4" fmla="*/ 0 w 2992090"/>
                <a:gd name="connsiteY4" fmla="*/ 841376 h 841376"/>
                <a:gd name="connsiteX0" fmla="*/ 0 w 2987808"/>
                <a:gd name="connsiteY0" fmla="*/ 841376 h 841376"/>
                <a:gd name="connsiteX1" fmla="*/ 1114425 w 2987808"/>
                <a:gd name="connsiteY1" fmla="*/ 0 h 841376"/>
                <a:gd name="connsiteX2" fmla="*/ 2979390 w 2987808"/>
                <a:gd name="connsiteY2" fmla="*/ 302333 h 841376"/>
                <a:gd name="connsiteX3" fmla="*/ 2987675 w 2987808"/>
                <a:gd name="connsiteY3" fmla="*/ 838200 h 841376"/>
                <a:gd name="connsiteX4" fmla="*/ 0 w 2987808"/>
                <a:gd name="connsiteY4" fmla="*/ 841376 h 841376"/>
                <a:gd name="connsiteX0" fmla="*/ 0 w 2988915"/>
                <a:gd name="connsiteY0" fmla="*/ 841376 h 841376"/>
                <a:gd name="connsiteX1" fmla="*/ 1114425 w 2988915"/>
                <a:gd name="connsiteY1" fmla="*/ 0 h 841376"/>
                <a:gd name="connsiteX2" fmla="*/ 2988915 w 2988915"/>
                <a:gd name="connsiteY2" fmla="*/ 299158 h 841376"/>
                <a:gd name="connsiteX3" fmla="*/ 2987675 w 2988915"/>
                <a:gd name="connsiteY3" fmla="*/ 838200 h 841376"/>
                <a:gd name="connsiteX4" fmla="*/ 0 w 2988915"/>
                <a:gd name="connsiteY4" fmla="*/ 841376 h 841376"/>
                <a:gd name="connsiteX0" fmla="*/ 0 w 2988000"/>
                <a:gd name="connsiteY0" fmla="*/ 841376 h 841376"/>
                <a:gd name="connsiteX1" fmla="*/ 1114425 w 2988000"/>
                <a:gd name="connsiteY1" fmla="*/ 0 h 841376"/>
                <a:gd name="connsiteX2" fmla="*/ 2986534 w 2988000"/>
                <a:gd name="connsiteY2" fmla="*/ 296777 h 841376"/>
                <a:gd name="connsiteX3" fmla="*/ 2987675 w 2988000"/>
                <a:gd name="connsiteY3" fmla="*/ 838200 h 841376"/>
                <a:gd name="connsiteX4" fmla="*/ 0 w 2988000"/>
                <a:gd name="connsiteY4" fmla="*/ 841376 h 841376"/>
                <a:gd name="connsiteX0" fmla="*/ 0 w 2988000"/>
                <a:gd name="connsiteY0" fmla="*/ 841376 h 841376"/>
                <a:gd name="connsiteX1" fmla="*/ 1114425 w 2988000"/>
                <a:gd name="connsiteY1" fmla="*/ 0 h 841376"/>
                <a:gd name="connsiteX2" fmla="*/ 2986534 w 2988000"/>
                <a:gd name="connsiteY2" fmla="*/ 296777 h 841376"/>
                <a:gd name="connsiteX3" fmla="*/ 2987675 w 2988000"/>
                <a:gd name="connsiteY3" fmla="*/ 838200 h 841376"/>
                <a:gd name="connsiteX4" fmla="*/ 0 w 2988000"/>
                <a:gd name="connsiteY4" fmla="*/ 841376 h 841376"/>
                <a:gd name="connsiteX0" fmla="*/ 0 w 2991296"/>
                <a:gd name="connsiteY0" fmla="*/ 841376 h 841376"/>
                <a:gd name="connsiteX1" fmla="*/ 1114425 w 2991296"/>
                <a:gd name="connsiteY1" fmla="*/ 0 h 841376"/>
                <a:gd name="connsiteX2" fmla="*/ 2991296 w 2991296"/>
                <a:gd name="connsiteY2" fmla="*/ 294396 h 841376"/>
                <a:gd name="connsiteX3" fmla="*/ 2987675 w 2991296"/>
                <a:gd name="connsiteY3" fmla="*/ 838200 h 841376"/>
                <a:gd name="connsiteX4" fmla="*/ 0 w 2991296"/>
                <a:gd name="connsiteY4" fmla="*/ 841376 h 841376"/>
                <a:gd name="connsiteX0" fmla="*/ 0 w 2991296"/>
                <a:gd name="connsiteY0" fmla="*/ 845626 h 845626"/>
                <a:gd name="connsiteX1" fmla="*/ 1114425 w 2991296"/>
                <a:gd name="connsiteY1" fmla="*/ 4250 h 845626"/>
                <a:gd name="connsiteX2" fmla="*/ 2991296 w 2991296"/>
                <a:gd name="connsiteY2" fmla="*/ 31946 h 845626"/>
                <a:gd name="connsiteX3" fmla="*/ 2987675 w 2991296"/>
                <a:gd name="connsiteY3" fmla="*/ 842450 h 845626"/>
                <a:gd name="connsiteX4" fmla="*/ 0 w 2991296"/>
                <a:gd name="connsiteY4" fmla="*/ 845626 h 845626"/>
                <a:gd name="connsiteX0" fmla="*/ 0 w 2991296"/>
                <a:gd name="connsiteY0" fmla="*/ 841376 h 841376"/>
                <a:gd name="connsiteX1" fmla="*/ 1114425 w 2991296"/>
                <a:gd name="connsiteY1" fmla="*/ 0 h 841376"/>
                <a:gd name="connsiteX2" fmla="*/ 2991296 w 2991296"/>
                <a:gd name="connsiteY2" fmla="*/ 27696 h 841376"/>
                <a:gd name="connsiteX3" fmla="*/ 2987675 w 2991296"/>
                <a:gd name="connsiteY3" fmla="*/ 838200 h 841376"/>
                <a:gd name="connsiteX4" fmla="*/ 0 w 2991296"/>
                <a:gd name="connsiteY4" fmla="*/ 841376 h 841376"/>
                <a:gd name="connsiteX0" fmla="*/ 0 w 2991296"/>
                <a:gd name="connsiteY0" fmla="*/ 841376 h 841376"/>
                <a:gd name="connsiteX1" fmla="*/ 1114425 w 2991296"/>
                <a:gd name="connsiteY1" fmla="*/ 0 h 841376"/>
                <a:gd name="connsiteX2" fmla="*/ 2991296 w 2991296"/>
                <a:gd name="connsiteY2" fmla="*/ 27696 h 841376"/>
                <a:gd name="connsiteX3" fmla="*/ 2987675 w 2991296"/>
                <a:gd name="connsiteY3" fmla="*/ 838200 h 841376"/>
                <a:gd name="connsiteX4" fmla="*/ 0 w 2991296"/>
                <a:gd name="connsiteY4" fmla="*/ 841376 h 841376"/>
                <a:gd name="connsiteX0" fmla="*/ 0 w 3578227"/>
                <a:gd name="connsiteY0" fmla="*/ 841376 h 850900"/>
                <a:gd name="connsiteX1" fmla="*/ 1114425 w 3578227"/>
                <a:gd name="connsiteY1" fmla="*/ 0 h 850900"/>
                <a:gd name="connsiteX2" fmla="*/ 2991296 w 3578227"/>
                <a:gd name="connsiteY2" fmla="*/ 27696 h 850900"/>
                <a:gd name="connsiteX3" fmla="*/ 3578225 w 3578227"/>
                <a:gd name="connsiteY3" fmla="*/ 850900 h 850900"/>
                <a:gd name="connsiteX4" fmla="*/ 0 w 3578227"/>
                <a:gd name="connsiteY4" fmla="*/ 841376 h 850900"/>
                <a:gd name="connsiteX0" fmla="*/ 0 w 3578225"/>
                <a:gd name="connsiteY0" fmla="*/ 841376 h 850900"/>
                <a:gd name="connsiteX1" fmla="*/ 1114425 w 3578225"/>
                <a:gd name="connsiteY1" fmla="*/ 0 h 850900"/>
                <a:gd name="connsiteX2" fmla="*/ 2991296 w 3578225"/>
                <a:gd name="connsiteY2" fmla="*/ 27696 h 850900"/>
                <a:gd name="connsiteX3" fmla="*/ 3578225 w 3578225"/>
                <a:gd name="connsiteY3" fmla="*/ 850900 h 850900"/>
                <a:gd name="connsiteX4" fmla="*/ 0 w 3578225"/>
                <a:gd name="connsiteY4" fmla="*/ 841376 h 850900"/>
                <a:gd name="connsiteX0" fmla="*/ 0 w 3578225"/>
                <a:gd name="connsiteY0" fmla="*/ 841376 h 850900"/>
                <a:gd name="connsiteX1" fmla="*/ 1114425 w 3578225"/>
                <a:gd name="connsiteY1" fmla="*/ 0 h 850900"/>
                <a:gd name="connsiteX2" fmla="*/ 2991296 w 3578225"/>
                <a:gd name="connsiteY2" fmla="*/ 27696 h 850900"/>
                <a:gd name="connsiteX3" fmla="*/ 3578225 w 3578225"/>
                <a:gd name="connsiteY3" fmla="*/ 850900 h 850900"/>
                <a:gd name="connsiteX4" fmla="*/ 0 w 3578225"/>
                <a:gd name="connsiteY4" fmla="*/ 841376 h 850900"/>
                <a:gd name="connsiteX0" fmla="*/ 0 w 3587750"/>
                <a:gd name="connsiteY0" fmla="*/ 841376 h 850900"/>
                <a:gd name="connsiteX1" fmla="*/ 1114425 w 3587750"/>
                <a:gd name="connsiteY1" fmla="*/ 0 h 850900"/>
                <a:gd name="connsiteX2" fmla="*/ 2991296 w 3587750"/>
                <a:gd name="connsiteY2" fmla="*/ 27696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419796 w 3587750"/>
                <a:gd name="connsiteY2" fmla="*/ 20076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419796 w 3587750"/>
                <a:gd name="connsiteY2" fmla="*/ 20076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419796 w 3587750"/>
                <a:gd name="connsiteY2" fmla="*/ 20076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419796 w 3587750"/>
                <a:gd name="connsiteY2" fmla="*/ 20076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419796 w 3587750"/>
                <a:gd name="connsiteY2" fmla="*/ 20076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419796 w 3587750"/>
                <a:gd name="connsiteY2" fmla="*/ 20076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419796 w 3587750"/>
                <a:gd name="connsiteY2" fmla="*/ 20076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400746 w 3587750"/>
                <a:gd name="connsiteY2" fmla="*/ 24839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400746 w 3587750"/>
                <a:gd name="connsiteY2" fmla="*/ 20076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400746 w 3587750"/>
                <a:gd name="connsiteY2" fmla="*/ 10551 h 850900"/>
                <a:gd name="connsiteX3" fmla="*/ 3587750 w 3587750"/>
                <a:gd name="connsiteY3" fmla="*/ 850900 h 850900"/>
                <a:gd name="connsiteX4" fmla="*/ 0 w 3587750"/>
                <a:gd name="connsiteY4" fmla="*/ 841376 h 850900"/>
                <a:gd name="connsiteX0" fmla="*/ 0 w 3587750"/>
                <a:gd name="connsiteY0" fmla="*/ 845282 h 854806"/>
                <a:gd name="connsiteX1" fmla="*/ 1114425 w 3587750"/>
                <a:gd name="connsiteY1" fmla="*/ 3906 h 854806"/>
                <a:gd name="connsiteX2" fmla="*/ 2400746 w 3587750"/>
                <a:gd name="connsiteY2" fmla="*/ 170 h 854806"/>
                <a:gd name="connsiteX3" fmla="*/ 3587750 w 3587750"/>
                <a:gd name="connsiteY3" fmla="*/ 854806 h 854806"/>
                <a:gd name="connsiteX4" fmla="*/ 0 w 3587750"/>
                <a:gd name="connsiteY4" fmla="*/ 845282 h 854806"/>
                <a:gd name="connsiteX0" fmla="*/ 0 w 3587750"/>
                <a:gd name="connsiteY0" fmla="*/ 841376 h 850900"/>
                <a:gd name="connsiteX1" fmla="*/ 1114425 w 3587750"/>
                <a:gd name="connsiteY1" fmla="*/ 0 h 850900"/>
                <a:gd name="connsiteX2" fmla="*/ 2395983 w 3587750"/>
                <a:gd name="connsiteY2" fmla="*/ 15314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395983 w 3587750"/>
                <a:gd name="connsiteY2" fmla="*/ 15314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424558 w 3587750"/>
                <a:gd name="connsiteY2" fmla="*/ 5789 h 850900"/>
                <a:gd name="connsiteX3" fmla="*/ 3587750 w 3587750"/>
                <a:gd name="connsiteY3" fmla="*/ 850900 h 850900"/>
                <a:gd name="connsiteX4" fmla="*/ 0 w 3587750"/>
                <a:gd name="connsiteY4" fmla="*/ 841376 h 850900"/>
                <a:gd name="connsiteX0" fmla="*/ 0 w 3587750"/>
                <a:gd name="connsiteY0" fmla="*/ 845282 h 854806"/>
                <a:gd name="connsiteX1" fmla="*/ 1114425 w 3587750"/>
                <a:gd name="connsiteY1" fmla="*/ 3906 h 854806"/>
                <a:gd name="connsiteX2" fmla="*/ 2422177 w 3587750"/>
                <a:gd name="connsiteY2" fmla="*/ 170 h 854806"/>
                <a:gd name="connsiteX3" fmla="*/ 3587750 w 3587750"/>
                <a:gd name="connsiteY3" fmla="*/ 854806 h 854806"/>
                <a:gd name="connsiteX4" fmla="*/ 0 w 3587750"/>
                <a:gd name="connsiteY4" fmla="*/ 845282 h 854806"/>
                <a:gd name="connsiteX0" fmla="*/ 0 w 3587750"/>
                <a:gd name="connsiteY0" fmla="*/ 845112 h 854636"/>
                <a:gd name="connsiteX1" fmla="*/ 1114425 w 3587750"/>
                <a:gd name="connsiteY1" fmla="*/ 3736 h 854636"/>
                <a:gd name="connsiteX2" fmla="*/ 2422177 w 3587750"/>
                <a:gd name="connsiteY2" fmla="*/ 0 h 854636"/>
                <a:gd name="connsiteX3" fmla="*/ 3587750 w 3587750"/>
                <a:gd name="connsiteY3" fmla="*/ 854636 h 854636"/>
                <a:gd name="connsiteX4" fmla="*/ 0 w 3587750"/>
                <a:gd name="connsiteY4" fmla="*/ 845112 h 854636"/>
                <a:gd name="connsiteX0" fmla="*/ 0 w 3587750"/>
                <a:gd name="connsiteY0" fmla="*/ 845112 h 854636"/>
                <a:gd name="connsiteX1" fmla="*/ 1114425 w 3587750"/>
                <a:gd name="connsiteY1" fmla="*/ 3736 h 854636"/>
                <a:gd name="connsiteX2" fmla="*/ 2422177 w 3587750"/>
                <a:gd name="connsiteY2" fmla="*/ 0 h 854636"/>
                <a:gd name="connsiteX3" fmla="*/ 3587750 w 3587750"/>
                <a:gd name="connsiteY3" fmla="*/ 854636 h 854636"/>
                <a:gd name="connsiteX4" fmla="*/ 0 w 3587750"/>
                <a:gd name="connsiteY4" fmla="*/ 845112 h 854636"/>
                <a:gd name="connsiteX0" fmla="*/ 0 w 3587750"/>
                <a:gd name="connsiteY0" fmla="*/ 845112 h 854636"/>
                <a:gd name="connsiteX1" fmla="*/ 1114425 w 3587750"/>
                <a:gd name="connsiteY1" fmla="*/ 3736 h 854636"/>
                <a:gd name="connsiteX2" fmla="*/ 2422177 w 3587750"/>
                <a:gd name="connsiteY2" fmla="*/ 0 h 854636"/>
                <a:gd name="connsiteX3" fmla="*/ 3587750 w 3587750"/>
                <a:gd name="connsiteY3" fmla="*/ 854636 h 854636"/>
                <a:gd name="connsiteX4" fmla="*/ 0 w 3587750"/>
                <a:gd name="connsiteY4" fmla="*/ 845112 h 854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7750" h="854636">
                  <a:moveTo>
                    <a:pt x="0" y="845112"/>
                  </a:moveTo>
                  <a:lnTo>
                    <a:pt x="1114425" y="3736"/>
                  </a:lnTo>
                  <a:lnTo>
                    <a:pt x="2422177" y="0"/>
                  </a:lnTo>
                  <a:lnTo>
                    <a:pt x="3587750" y="854636"/>
                  </a:lnTo>
                  <a:lnTo>
                    <a:pt x="0" y="845112"/>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cxnSp>
          <p:nvCxnSpPr>
            <p:cNvPr id="236" name="Straight Connector 235">
              <a:extLst>
                <a:ext uri="{FF2B5EF4-FFF2-40B4-BE49-F238E27FC236}">
                  <a16:creationId xmlns:a16="http://schemas.microsoft.com/office/drawing/2014/main" id="{E079AC3B-4F06-4488-AC04-FB9F34DB46A9}"/>
                </a:ext>
              </a:extLst>
            </p:cNvPr>
            <p:cNvCxnSpPr>
              <a:cxnSpLocks/>
            </p:cNvCxnSpPr>
            <p:nvPr/>
          </p:nvCxnSpPr>
          <p:spPr>
            <a:xfrm rot="2700000">
              <a:off x="9190766" y="1145219"/>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237" name="Straight Connector 236">
              <a:extLst>
                <a:ext uri="{FF2B5EF4-FFF2-40B4-BE49-F238E27FC236}">
                  <a16:creationId xmlns:a16="http://schemas.microsoft.com/office/drawing/2014/main" id="{F60A19D8-9CCA-4EF3-9000-78D4666EED67}"/>
                </a:ext>
              </a:extLst>
            </p:cNvPr>
            <p:cNvCxnSpPr>
              <a:cxnSpLocks/>
            </p:cNvCxnSpPr>
            <p:nvPr/>
          </p:nvCxnSpPr>
          <p:spPr>
            <a:xfrm rot="18900000">
              <a:off x="8030220" y="1145220"/>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238" name="Rectangle 221">
              <a:extLst>
                <a:ext uri="{FF2B5EF4-FFF2-40B4-BE49-F238E27FC236}">
                  <a16:creationId xmlns:a16="http://schemas.microsoft.com/office/drawing/2014/main" id="{B1554359-5B45-4571-A7DE-BEB4DB4C1E3E}"/>
                </a:ext>
              </a:extLst>
            </p:cNvPr>
            <p:cNvSpPr/>
            <p:nvPr/>
          </p:nvSpPr>
          <p:spPr>
            <a:xfrm>
              <a:off x="8313971" y="1822728"/>
              <a:ext cx="1128451" cy="3026833"/>
            </a:xfrm>
            <a:custGeom>
              <a:avLst/>
              <a:gdLst>
                <a:gd name="connsiteX0" fmla="*/ 0 w 595051"/>
                <a:gd name="connsiteY0" fmla="*/ 0 h 3026833"/>
                <a:gd name="connsiteX1" fmla="*/ 595051 w 595051"/>
                <a:gd name="connsiteY1" fmla="*/ 0 h 3026833"/>
                <a:gd name="connsiteX2" fmla="*/ 595051 w 595051"/>
                <a:gd name="connsiteY2" fmla="*/ 3026833 h 3026833"/>
                <a:gd name="connsiteX3" fmla="*/ 0 w 595051"/>
                <a:gd name="connsiteY3" fmla="*/ 3026833 h 3026833"/>
                <a:gd name="connsiteX4" fmla="*/ 0 w 595051"/>
                <a:gd name="connsiteY4" fmla="*/ 0 h 3026833"/>
                <a:gd name="connsiteX0" fmla="*/ 0 w 1099876"/>
                <a:gd name="connsiteY0" fmla="*/ 0 h 3026833"/>
                <a:gd name="connsiteX1" fmla="*/ 595051 w 1099876"/>
                <a:gd name="connsiteY1" fmla="*/ 0 h 3026833"/>
                <a:gd name="connsiteX2" fmla="*/ 1099876 w 1099876"/>
                <a:gd name="connsiteY2" fmla="*/ 2188633 h 3026833"/>
                <a:gd name="connsiteX3" fmla="*/ 0 w 1099876"/>
                <a:gd name="connsiteY3" fmla="*/ 3026833 h 3026833"/>
                <a:gd name="connsiteX4" fmla="*/ 0 w 1099876"/>
                <a:gd name="connsiteY4" fmla="*/ 0 h 3026833"/>
                <a:gd name="connsiteX0" fmla="*/ 0 w 1109401"/>
                <a:gd name="connsiteY0" fmla="*/ 0 h 3026833"/>
                <a:gd name="connsiteX1" fmla="*/ 595051 w 1109401"/>
                <a:gd name="connsiteY1" fmla="*/ 0 h 3026833"/>
                <a:gd name="connsiteX2" fmla="*/ 1109401 w 1109401"/>
                <a:gd name="connsiteY2" fmla="*/ 2188633 h 3026833"/>
                <a:gd name="connsiteX3" fmla="*/ 0 w 1109401"/>
                <a:gd name="connsiteY3" fmla="*/ 3026833 h 3026833"/>
                <a:gd name="connsiteX4" fmla="*/ 0 w 1109401"/>
                <a:gd name="connsiteY4" fmla="*/ 0 h 3026833"/>
                <a:gd name="connsiteX0" fmla="*/ 0 w 1128451"/>
                <a:gd name="connsiteY0" fmla="*/ 0 h 3026833"/>
                <a:gd name="connsiteX1" fmla="*/ 595051 w 1128451"/>
                <a:gd name="connsiteY1" fmla="*/ 0 h 3026833"/>
                <a:gd name="connsiteX2" fmla="*/ 1128451 w 1128451"/>
                <a:gd name="connsiteY2" fmla="*/ 2179108 h 3026833"/>
                <a:gd name="connsiteX3" fmla="*/ 0 w 1128451"/>
                <a:gd name="connsiteY3" fmla="*/ 3026833 h 3026833"/>
                <a:gd name="connsiteX4" fmla="*/ 0 w 1128451"/>
                <a:gd name="connsiteY4" fmla="*/ 0 h 30268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51" h="3026833">
                  <a:moveTo>
                    <a:pt x="0" y="0"/>
                  </a:moveTo>
                  <a:lnTo>
                    <a:pt x="595051" y="0"/>
                  </a:lnTo>
                  <a:lnTo>
                    <a:pt x="1128451" y="2179108"/>
                  </a:lnTo>
                  <a:lnTo>
                    <a:pt x="0" y="3026833"/>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39" name="Oval 238">
              <a:extLst>
                <a:ext uri="{FF2B5EF4-FFF2-40B4-BE49-F238E27FC236}">
                  <a16:creationId xmlns:a16="http://schemas.microsoft.com/office/drawing/2014/main" id="{F89D7030-A2DE-4000-A754-6F6C5C816BEE}"/>
                </a:ext>
              </a:extLst>
            </p:cNvPr>
            <p:cNvSpPr/>
            <p:nvPr/>
          </p:nvSpPr>
          <p:spPr>
            <a:xfrm>
              <a:off x="8766703" y="1683205"/>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240" name="Oval 239">
              <a:extLst>
                <a:ext uri="{FF2B5EF4-FFF2-40B4-BE49-F238E27FC236}">
                  <a16:creationId xmlns:a16="http://schemas.microsoft.com/office/drawing/2014/main" id="{28A240BE-B075-4CFF-B94C-7D686AD6EFFA}"/>
                </a:ext>
              </a:extLst>
            </p:cNvPr>
            <p:cNvSpPr/>
            <p:nvPr/>
          </p:nvSpPr>
          <p:spPr>
            <a:xfrm>
              <a:off x="9303052" y="3872524"/>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sp>
          <p:nvSpPr>
            <p:cNvPr id="241" name="Oval 240">
              <a:extLst>
                <a:ext uri="{FF2B5EF4-FFF2-40B4-BE49-F238E27FC236}">
                  <a16:creationId xmlns:a16="http://schemas.microsoft.com/office/drawing/2014/main" id="{AAAB72E2-072C-43E5-8C7D-9FA8C5C7B1C2}"/>
                </a:ext>
              </a:extLst>
            </p:cNvPr>
            <p:cNvSpPr/>
            <p:nvPr/>
          </p:nvSpPr>
          <p:spPr>
            <a:xfrm>
              <a:off x="8166327" y="1685004"/>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242" name="TextBox 241">
              <a:extLst>
                <a:ext uri="{FF2B5EF4-FFF2-40B4-BE49-F238E27FC236}">
                  <a16:creationId xmlns:a16="http://schemas.microsoft.com/office/drawing/2014/main" id="{B1FB8F87-AD54-4B4E-BADF-F2BEAEB52207}"/>
                </a:ext>
              </a:extLst>
            </p:cNvPr>
            <p:cNvSpPr txBox="1"/>
            <p:nvPr/>
          </p:nvSpPr>
          <p:spPr>
            <a:xfrm>
              <a:off x="10972899" y="4799365"/>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p>
          </p:txBody>
        </p:sp>
        <p:sp>
          <p:nvSpPr>
            <p:cNvPr id="243" name="TextBox 242">
              <a:extLst>
                <a:ext uri="{FF2B5EF4-FFF2-40B4-BE49-F238E27FC236}">
                  <a16:creationId xmlns:a16="http://schemas.microsoft.com/office/drawing/2014/main" id="{8101A6AE-C07E-4C07-A71E-6BD50D5772CA}"/>
                </a:ext>
              </a:extLst>
            </p:cNvPr>
            <p:cNvSpPr txBox="1"/>
            <p:nvPr/>
          </p:nvSpPr>
          <p:spPr>
            <a:xfrm>
              <a:off x="9936584" y="2489395"/>
              <a:ext cx="317716" cy="369332"/>
            </a:xfrm>
            <a:prstGeom prst="rect">
              <a:avLst/>
            </a:prstGeom>
            <a:noFill/>
            <a:ln w="19050">
              <a:solidFill>
                <a:schemeClr val="bg1"/>
              </a:solidFill>
            </a:ln>
          </p:spPr>
          <p:txBody>
            <a:bodyPr wrap="square" rtlCol="0">
              <a:spAutoFit/>
            </a:bodyPr>
            <a:lstStyle/>
            <a:p>
              <a:r>
                <a:rPr lang="pt-BR" dirty="0"/>
                <a:t>G</a:t>
              </a:r>
              <a:endParaRPr lang="en-US" dirty="0"/>
            </a:p>
          </p:txBody>
        </p:sp>
        <p:sp>
          <p:nvSpPr>
            <p:cNvPr id="244" name="TextBox 243">
              <a:extLst>
                <a:ext uri="{FF2B5EF4-FFF2-40B4-BE49-F238E27FC236}">
                  <a16:creationId xmlns:a16="http://schemas.microsoft.com/office/drawing/2014/main" id="{89F79482-0CD3-4E56-80C3-4984CACED3C9}"/>
                </a:ext>
              </a:extLst>
            </p:cNvPr>
            <p:cNvSpPr txBox="1"/>
            <p:nvPr/>
          </p:nvSpPr>
          <p:spPr>
            <a:xfrm>
              <a:off x="7641595" y="3239727"/>
              <a:ext cx="317716" cy="369332"/>
            </a:xfrm>
            <a:prstGeom prst="rect">
              <a:avLst/>
            </a:prstGeom>
            <a:noFill/>
            <a:ln w="19050">
              <a:solidFill>
                <a:schemeClr val="tx1"/>
              </a:solidFill>
            </a:ln>
          </p:spPr>
          <p:txBody>
            <a:bodyPr wrap="square" rtlCol="0">
              <a:spAutoFit/>
            </a:bodyPr>
            <a:lstStyle/>
            <a:p>
              <a:r>
                <a:rPr lang="pt-BR" dirty="0"/>
                <a:t>C</a:t>
              </a:r>
              <a:endParaRPr lang="en-US" dirty="0"/>
            </a:p>
          </p:txBody>
        </p:sp>
        <p:sp>
          <p:nvSpPr>
            <p:cNvPr id="245" name="TextBox 244">
              <a:extLst>
                <a:ext uri="{FF2B5EF4-FFF2-40B4-BE49-F238E27FC236}">
                  <a16:creationId xmlns:a16="http://schemas.microsoft.com/office/drawing/2014/main" id="{56B27229-2A4D-46D0-B6D5-DA9307B2D93D}"/>
                </a:ext>
              </a:extLst>
            </p:cNvPr>
            <p:cNvSpPr txBox="1"/>
            <p:nvPr/>
          </p:nvSpPr>
          <p:spPr>
            <a:xfrm>
              <a:off x="8601531" y="3249114"/>
              <a:ext cx="317716" cy="369332"/>
            </a:xfrm>
            <a:prstGeom prst="rect">
              <a:avLst/>
            </a:prstGeom>
            <a:noFill/>
            <a:ln w="19050">
              <a:solidFill>
                <a:schemeClr val="bg1"/>
              </a:solidFill>
            </a:ln>
          </p:spPr>
          <p:txBody>
            <a:bodyPr wrap="square" rtlCol="0">
              <a:spAutoFit/>
            </a:bodyPr>
            <a:lstStyle/>
            <a:p>
              <a:pPr algn="ctr"/>
              <a:r>
                <a:rPr lang="pt-BR" dirty="0"/>
                <a:t>I</a:t>
              </a:r>
              <a:endParaRPr lang="en-US" dirty="0"/>
            </a:p>
          </p:txBody>
        </p:sp>
        <p:sp>
          <p:nvSpPr>
            <p:cNvPr id="246" name="TextBox 245">
              <a:extLst>
                <a:ext uri="{FF2B5EF4-FFF2-40B4-BE49-F238E27FC236}">
                  <a16:creationId xmlns:a16="http://schemas.microsoft.com/office/drawing/2014/main" id="{88052548-D553-45EE-82C9-A45F1C1B7936}"/>
                </a:ext>
              </a:extLst>
            </p:cNvPr>
            <p:cNvSpPr txBox="1"/>
            <p:nvPr/>
          </p:nvSpPr>
          <p:spPr>
            <a:xfrm>
              <a:off x="7920040" y="4296522"/>
              <a:ext cx="403983" cy="369332"/>
            </a:xfrm>
            <a:prstGeom prst="rect">
              <a:avLst/>
            </a:prstGeom>
            <a:noFill/>
          </p:spPr>
          <p:txBody>
            <a:bodyPr wrap="square">
              <a:spAutoFit/>
            </a:bodyPr>
            <a:lstStyle/>
            <a:p>
              <a:r>
                <a:rPr lang="en-US" dirty="0">
                  <a:latin typeface="Consolas" panose="020B0609020204030204" pitchFamily="49" charset="0"/>
                </a:rPr>
                <a:t>c</a:t>
              </a:r>
              <a:r>
                <a:rPr lang="en-US" baseline="-25000" dirty="0">
                  <a:latin typeface="Consolas" panose="020B0609020204030204" pitchFamily="49" charset="0"/>
                </a:rPr>
                <a:t>0</a:t>
              </a:r>
            </a:p>
          </p:txBody>
        </p:sp>
        <p:cxnSp>
          <p:nvCxnSpPr>
            <p:cNvPr id="247" name="Straight Arrow Connector 246">
              <a:extLst>
                <a:ext uri="{FF2B5EF4-FFF2-40B4-BE49-F238E27FC236}">
                  <a16:creationId xmlns:a16="http://schemas.microsoft.com/office/drawing/2014/main" id="{D4C3EB8E-0248-4FCE-BA83-FA178C5110C5}"/>
                </a:ext>
              </a:extLst>
            </p:cNvPr>
            <p:cNvCxnSpPr>
              <a:cxnSpLocks/>
            </p:cNvCxnSpPr>
            <p:nvPr/>
          </p:nvCxnSpPr>
          <p:spPr>
            <a:xfrm rot="16200000" flipV="1">
              <a:off x="8030587"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8" name="Straight Arrow Connector 247">
              <a:extLst>
                <a:ext uri="{FF2B5EF4-FFF2-40B4-BE49-F238E27FC236}">
                  <a16:creationId xmlns:a16="http://schemas.microsoft.com/office/drawing/2014/main" id="{CA8ABCB6-22A7-4B9C-894E-D61CA186792D}"/>
                </a:ext>
              </a:extLst>
            </p:cNvPr>
            <p:cNvCxnSpPr>
              <a:cxnSpLocks/>
            </p:cNvCxnSpPr>
            <p:nvPr/>
          </p:nvCxnSpPr>
          <p:spPr>
            <a:xfrm rot="5400000" flipV="1">
              <a:off x="8162946" y="343378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9" name="Straight Arrow Connector 248">
              <a:extLst>
                <a:ext uri="{FF2B5EF4-FFF2-40B4-BE49-F238E27FC236}">
                  <a16:creationId xmlns:a16="http://schemas.microsoft.com/office/drawing/2014/main" id="{1573EF83-4525-4128-9F28-8708D9117114}"/>
                </a:ext>
              </a:extLst>
            </p:cNvPr>
            <p:cNvCxnSpPr>
              <a:cxnSpLocks/>
            </p:cNvCxnSpPr>
            <p:nvPr/>
          </p:nvCxnSpPr>
          <p:spPr>
            <a:xfrm rot="4620000" flipV="1">
              <a:off x="9066847" y="297725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0" name="TextBox 249">
              <a:extLst>
                <a:ext uri="{FF2B5EF4-FFF2-40B4-BE49-F238E27FC236}">
                  <a16:creationId xmlns:a16="http://schemas.microsoft.com/office/drawing/2014/main" id="{5BC45A97-5A25-4BB7-A1D9-B0154E3B217B}"/>
                </a:ext>
              </a:extLst>
            </p:cNvPr>
            <p:cNvSpPr txBox="1"/>
            <p:nvPr/>
          </p:nvSpPr>
          <p:spPr>
            <a:xfrm>
              <a:off x="8261350" y="4285102"/>
              <a:ext cx="403983" cy="369332"/>
            </a:xfrm>
            <a:prstGeom prst="rect">
              <a:avLst/>
            </a:prstGeom>
            <a:noFill/>
          </p:spPr>
          <p:txBody>
            <a:bodyPr wrap="square">
              <a:spAutoFit/>
            </a:bodyPr>
            <a:lstStyle/>
            <a:p>
              <a:pPr algn="ctr"/>
              <a:r>
                <a:rPr lang="en-US" dirty="0">
                  <a:latin typeface="Consolas" panose="020B0609020204030204" pitchFamily="49" charset="0"/>
                </a:rPr>
                <a:t>i</a:t>
              </a:r>
              <a:r>
                <a:rPr lang="en-US" baseline="-25000" dirty="0">
                  <a:latin typeface="Consolas" panose="020B0609020204030204" pitchFamily="49" charset="0"/>
                </a:rPr>
                <a:t>1</a:t>
              </a:r>
            </a:p>
          </p:txBody>
        </p:sp>
        <p:sp>
          <p:nvSpPr>
            <p:cNvPr id="251" name="TextBox 250">
              <a:extLst>
                <a:ext uri="{FF2B5EF4-FFF2-40B4-BE49-F238E27FC236}">
                  <a16:creationId xmlns:a16="http://schemas.microsoft.com/office/drawing/2014/main" id="{54684F09-098F-445C-B247-738D8139AC5F}"/>
                </a:ext>
              </a:extLst>
            </p:cNvPr>
            <p:cNvSpPr txBox="1"/>
            <p:nvPr/>
          </p:nvSpPr>
          <p:spPr>
            <a:xfrm>
              <a:off x="8555196" y="4505511"/>
              <a:ext cx="403983" cy="369332"/>
            </a:xfrm>
            <a:prstGeom prst="rect">
              <a:avLst/>
            </a:prstGeom>
            <a:noFill/>
          </p:spPr>
          <p:txBody>
            <a:bodyPr wrap="square">
              <a:spAutoFit/>
            </a:bodyPr>
            <a:lstStyle/>
            <a:p>
              <a:pPr algn="ctr"/>
              <a:r>
                <a:rPr lang="en-US" dirty="0">
                  <a:latin typeface="Consolas" panose="020B0609020204030204" pitchFamily="49" charset="0"/>
                </a:rPr>
                <a:t>n</a:t>
              </a:r>
              <a:r>
                <a:rPr lang="en-US" baseline="-25000" dirty="0">
                  <a:latin typeface="Consolas" panose="020B0609020204030204" pitchFamily="49" charset="0"/>
                </a:rPr>
                <a:t>0</a:t>
              </a:r>
            </a:p>
          </p:txBody>
        </p:sp>
        <p:sp>
          <p:nvSpPr>
            <p:cNvPr id="252" name="TextBox 251">
              <a:extLst>
                <a:ext uri="{FF2B5EF4-FFF2-40B4-BE49-F238E27FC236}">
                  <a16:creationId xmlns:a16="http://schemas.microsoft.com/office/drawing/2014/main" id="{F29B51D2-C3DC-4E9A-BA5D-23CA934B9C4F}"/>
                </a:ext>
              </a:extLst>
            </p:cNvPr>
            <p:cNvSpPr txBox="1"/>
            <p:nvPr/>
          </p:nvSpPr>
          <p:spPr>
            <a:xfrm>
              <a:off x="11246498" y="4484411"/>
              <a:ext cx="403983" cy="369332"/>
            </a:xfrm>
            <a:prstGeom prst="rect">
              <a:avLst/>
            </a:prstGeom>
            <a:noFill/>
          </p:spPr>
          <p:txBody>
            <a:bodyPr wrap="square">
              <a:spAutoFit/>
            </a:bodyPr>
            <a:lstStyle/>
            <a:p>
              <a:pPr algn="ctr"/>
              <a:r>
                <a:rPr lang="en-US" dirty="0">
                  <a:latin typeface="Consolas" panose="020B0609020204030204" pitchFamily="49" charset="0"/>
                </a:rPr>
                <a:t>n</a:t>
              </a:r>
              <a:r>
                <a:rPr lang="en-US" baseline="-25000" dirty="0">
                  <a:latin typeface="Consolas" panose="020B0609020204030204" pitchFamily="49" charset="0"/>
                </a:rPr>
                <a:t>1</a:t>
              </a:r>
            </a:p>
          </p:txBody>
        </p:sp>
        <p:sp>
          <p:nvSpPr>
            <p:cNvPr id="253" name="TextBox 252">
              <a:extLst>
                <a:ext uri="{FF2B5EF4-FFF2-40B4-BE49-F238E27FC236}">
                  <a16:creationId xmlns:a16="http://schemas.microsoft.com/office/drawing/2014/main" id="{09679BF4-2AC9-405F-B79C-2ABB55809D71}"/>
                </a:ext>
              </a:extLst>
            </p:cNvPr>
            <p:cNvSpPr txBox="1"/>
            <p:nvPr/>
          </p:nvSpPr>
          <p:spPr>
            <a:xfrm>
              <a:off x="8447436" y="1218952"/>
              <a:ext cx="317716" cy="369332"/>
            </a:xfrm>
            <a:prstGeom prst="rect">
              <a:avLst/>
            </a:prstGeom>
            <a:noFill/>
            <a:ln w="19050">
              <a:solidFill>
                <a:schemeClr val="tx1"/>
              </a:solidFill>
            </a:ln>
          </p:spPr>
          <p:txBody>
            <a:bodyPr wrap="square" rtlCol="0">
              <a:spAutoFit/>
            </a:bodyPr>
            <a:lstStyle/>
            <a:p>
              <a:r>
                <a:rPr lang="pt-BR" dirty="0"/>
                <a:t>E</a:t>
              </a:r>
              <a:endParaRPr lang="en-US" dirty="0"/>
            </a:p>
          </p:txBody>
        </p:sp>
        <p:cxnSp>
          <p:nvCxnSpPr>
            <p:cNvPr id="254" name="Straight Arrow Connector 253">
              <a:extLst>
                <a:ext uri="{FF2B5EF4-FFF2-40B4-BE49-F238E27FC236}">
                  <a16:creationId xmlns:a16="http://schemas.microsoft.com/office/drawing/2014/main" id="{DEFD04BC-C3DE-44D6-86A2-BB5C546D273B}"/>
                </a:ext>
              </a:extLst>
            </p:cNvPr>
            <p:cNvCxnSpPr>
              <a:cxnSpLocks/>
            </p:cNvCxnSpPr>
            <p:nvPr/>
          </p:nvCxnSpPr>
          <p:spPr>
            <a:xfrm rot="16200000" flipV="1">
              <a:off x="11629815" y="3213222"/>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5" name="Straight Arrow Connector 254">
              <a:extLst>
                <a:ext uri="{FF2B5EF4-FFF2-40B4-BE49-F238E27FC236}">
                  <a16:creationId xmlns:a16="http://schemas.microsoft.com/office/drawing/2014/main" id="{9BC56562-14ED-4D3E-BC07-4C1F35A2637A}"/>
                </a:ext>
              </a:extLst>
            </p:cNvPr>
            <p:cNvCxnSpPr>
              <a:cxnSpLocks/>
            </p:cNvCxnSpPr>
            <p:nvPr/>
          </p:nvCxnSpPr>
          <p:spPr>
            <a:xfrm rot="10800000" flipV="1">
              <a:off x="9885550" y="191537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6" name="Straight Arrow Connector 255">
              <a:extLst>
                <a:ext uri="{FF2B5EF4-FFF2-40B4-BE49-F238E27FC236}">
                  <a16:creationId xmlns:a16="http://schemas.microsoft.com/office/drawing/2014/main" id="{D2331415-74C4-482E-A54F-6E9C00F51549}"/>
                </a:ext>
              </a:extLst>
            </p:cNvPr>
            <p:cNvCxnSpPr>
              <a:cxnSpLocks/>
            </p:cNvCxnSpPr>
            <p:nvPr/>
          </p:nvCxnSpPr>
          <p:spPr>
            <a:xfrm flipV="1">
              <a:off x="10020103" y="4770558"/>
              <a:ext cx="3383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7" name="TextBox 256">
              <a:extLst>
                <a:ext uri="{FF2B5EF4-FFF2-40B4-BE49-F238E27FC236}">
                  <a16:creationId xmlns:a16="http://schemas.microsoft.com/office/drawing/2014/main" id="{F8EAC16E-58E6-4036-AAD6-8EA8E66BBC0B}"/>
                </a:ext>
              </a:extLst>
            </p:cNvPr>
            <p:cNvSpPr txBox="1"/>
            <p:nvPr/>
          </p:nvSpPr>
          <p:spPr>
            <a:xfrm>
              <a:off x="9999389" y="5193903"/>
              <a:ext cx="317716" cy="369332"/>
            </a:xfrm>
            <a:prstGeom prst="rect">
              <a:avLst/>
            </a:prstGeom>
            <a:noFill/>
            <a:ln w="19050">
              <a:solidFill>
                <a:schemeClr val="tx1"/>
              </a:solidFill>
            </a:ln>
          </p:spPr>
          <p:txBody>
            <a:bodyPr wrap="square" rtlCol="0">
              <a:spAutoFit/>
            </a:bodyPr>
            <a:lstStyle/>
            <a:p>
              <a:r>
                <a:rPr lang="pt-BR" dirty="0"/>
                <a:t>A</a:t>
              </a:r>
              <a:endParaRPr lang="en-US" dirty="0"/>
            </a:p>
          </p:txBody>
        </p:sp>
        <p:cxnSp>
          <p:nvCxnSpPr>
            <p:cNvPr id="258" name="Straight Arrow Connector 257">
              <a:extLst>
                <a:ext uri="{FF2B5EF4-FFF2-40B4-BE49-F238E27FC236}">
                  <a16:creationId xmlns:a16="http://schemas.microsoft.com/office/drawing/2014/main" id="{DDF11BC1-9FF6-4BB9-8574-D8A7D8E03581}"/>
                </a:ext>
              </a:extLst>
            </p:cNvPr>
            <p:cNvCxnSpPr>
              <a:cxnSpLocks/>
            </p:cNvCxnSpPr>
            <p:nvPr/>
          </p:nvCxnSpPr>
          <p:spPr>
            <a:xfrm rot="10800000" flipV="1">
              <a:off x="10028540" y="4930691"/>
              <a:ext cx="3383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9" name="TextBox 258">
              <a:extLst>
                <a:ext uri="{FF2B5EF4-FFF2-40B4-BE49-F238E27FC236}">
                  <a16:creationId xmlns:a16="http://schemas.microsoft.com/office/drawing/2014/main" id="{BB538228-F59A-418A-B4F3-F5D1105E7739}"/>
                </a:ext>
              </a:extLst>
            </p:cNvPr>
            <p:cNvSpPr txBox="1"/>
            <p:nvPr/>
          </p:nvSpPr>
          <p:spPr>
            <a:xfrm>
              <a:off x="9949009" y="1218952"/>
              <a:ext cx="317716" cy="369332"/>
            </a:xfrm>
            <a:prstGeom prst="rect">
              <a:avLst/>
            </a:prstGeom>
            <a:noFill/>
            <a:ln w="19050">
              <a:solidFill>
                <a:schemeClr val="tx1"/>
              </a:solidFill>
            </a:ln>
          </p:spPr>
          <p:txBody>
            <a:bodyPr wrap="square" rtlCol="0">
              <a:spAutoFit/>
            </a:bodyPr>
            <a:lstStyle/>
            <a:p>
              <a:r>
                <a:rPr lang="pt-BR" dirty="0"/>
                <a:t>F</a:t>
              </a:r>
              <a:endParaRPr lang="en-US" dirty="0"/>
            </a:p>
          </p:txBody>
        </p:sp>
        <p:sp>
          <p:nvSpPr>
            <p:cNvPr id="260" name="TextBox 259">
              <a:extLst>
                <a:ext uri="{FF2B5EF4-FFF2-40B4-BE49-F238E27FC236}">
                  <a16:creationId xmlns:a16="http://schemas.microsoft.com/office/drawing/2014/main" id="{A6921016-04EE-4B41-B518-D470BB1F6CDF}"/>
                </a:ext>
              </a:extLst>
            </p:cNvPr>
            <p:cNvSpPr txBox="1"/>
            <p:nvPr/>
          </p:nvSpPr>
          <p:spPr>
            <a:xfrm>
              <a:off x="9416136" y="3601484"/>
              <a:ext cx="469397" cy="369332"/>
            </a:xfrm>
            <a:prstGeom prst="rect">
              <a:avLst/>
            </a:prstGeom>
            <a:noFill/>
          </p:spPr>
          <p:txBody>
            <a:bodyPr wrap="square">
              <a:spAutoFit/>
            </a:bodyPr>
            <a:lstStyle/>
            <a:p>
              <a:pPr algn="ctr"/>
              <a:r>
                <a:rPr lang="en-US" dirty="0">
                  <a:solidFill>
                    <a:srgbClr val="FF0000"/>
                  </a:solidFill>
                  <a:latin typeface="Consolas" panose="020B0609020204030204" pitchFamily="49" charset="0"/>
                </a:rPr>
                <a:t>g</a:t>
              </a:r>
              <a:r>
                <a:rPr lang="en-US" baseline="-25000" dirty="0">
                  <a:solidFill>
                    <a:srgbClr val="FF0000"/>
                  </a:solidFill>
                  <a:latin typeface="Consolas" panose="020B0609020204030204" pitchFamily="49" charset="0"/>
                </a:rPr>
                <a:t>0</a:t>
              </a:r>
            </a:p>
          </p:txBody>
        </p:sp>
        <p:sp>
          <p:nvSpPr>
            <p:cNvPr id="261" name="TextBox 260">
              <a:extLst>
                <a:ext uri="{FF2B5EF4-FFF2-40B4-BE49-F238E27FC236}">
                  <a16:creationId xmlns:a16="http://schemas.microsoft.com/office/drawing/2014/main" id="{D6976FF5-BEE9-4440-BFF5-280A1DA18BDB}"/>
                </a:ext>
              </a:extLst>
            </p:cNvPr>
            <p:cNvSpPr txBox="1"/>
            <p:nvPr/>
          </p:nvSpPr>
          <p:spPr>
            <a:xfrm>
              <a:off x="9907369" y="4239373"/>
              <a:ext cx="317716" cy="369332"/>
            </a:xfrm>
            <a:prstGeom prst="rect">
              <a:avLst/>
            </a:prstGeom>
            <a:noFill/>
            <a:ln w="19050">
              <a:solidFill>
                <a:schemeClr val="bg1"/>
              </a:solidFill>
            </a:ln>
          </p:spPr>
          <p:txBody>
            <a:bodyPr wrap="square" rtlCol="0">
              <a:spAutoFit/>
            </a:bodyPr>
            <a:lstStyle/>
            <a:p>
              <a:pPr algn="ctr"/>
              <a:r>
                <a:rPr lang="pt-BR" dirty="0"/>
                <a:t>N</a:t>
              </a:r>
              <a:endParaRPr lang="en-US" dirty="0"/>
            </a:p>
          </p:txBody>
        </p:sp>
        <p:cxnSp>
          <p:nvCxnSpPr>
            <p:cNvPr id="262" name="Straight Arrow Connector 261">
              <a:extLst>
                <a:ext uri="{FF2B5EF4-FFF2-40B4-BE49-F238E27FC236}">
                  <a16:creationId xmlns:a16="http://schemas.microsoft.com/office/drawing/2014/main" id="{E2997E18-C8A3-46FD-81F0-24A4043AABE7}"/>
                </a:ext>
              </a:extLst>
            </p:cNvPr>
            <p:cNvCxnSpPr>
              <a:cxnSpLocks/>
            </p:cNvCxnSpPr>
            <p:nvPr/>
          </p:nvCxnSpPr>
          <p:spPr>
            <a:xfrm rot="15420000" flipV="1">
              <a:off x="8895174" y="3008572"/>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3" name="Oval 262">
              <a:extLst>
                <a:ext uri="{FF2B5EF4-FFF2-40B4-BE49-F238E27FC236}">
                  <a16:creationId xmlns:a16="http://schemas.microsoft.com/office/drawing/2014/main" id="{5621AF42-89DE-4436-B339-B35BECDA5A18}"/>
                </a:ext>
              </a:extLst>
            </p:cNvPr>
            <p:cNvSpPr/>
            <p:nvPr/>
          </p:nvSpPr>
          <p:spPr>
            <a:xfrm>
              <a:off x="11776817" y="1688257"/>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264" name="Oval 263">
              <a:extLst>
                <a:ext uri="{FF2B5EF4-FFF2-40B4-BE49-F238E27FC236}">
                  <a16:creationId xmlns:a16="http://schemas.microsoft.com/office/drawing/2014/main" id="{94C4A2C2-001E-4303-A013-89FD14DBF952}"/>
                </a:ext>
              </a:extLst>
            </p:cNvPr>
            <p:cNvSpPr/>
            <p:nvPr/>
          </p:nvSpPr>
          <p:spPr>
            <a:xfrm>
              <a:off x="11768824" y="469017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a:t>
              </a:r>
              <a:endParaRPr lang="en-US" dirty="0"/>
            </a:p>
          </p:txBody>
        </p:sp>
        <p:cxnSp>
          <p:nvCxnSpPr>
            <p:cNvPr id="265" name="Straight Arrow Connector 264">
              <a:extLst>
                <a:ext uri="{FF2B5EF4-FFF2-40B4-BE49-F238E27FC236}">
                  <a16:creationId xmlns:a16="http://schemas.microsoft.com/office/drawing/2014/main" id="{3CC6D340-4811-4347-A0D4-CB87D92A61D0}"/>
                </a:ext>
              </a:extLst>
            </p:cNvPr>
            <p:cNvCxnSpPr>
              <a:cxnSpLocks/>
            </p:cNvCxnSpPr>
            <p:nvPr/>
          </p:nvCxnSpPr>
          <p:spPr>
            <a:xfrm flipH="1">
              <a:off x="8489459" y="1879409"/>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6" name="TextBox 265">
              <a:extLst>
                <a:ext uri="{FF2B5EF4-FFF2-40B4-BE49-F238E27FC236}">
                  <a16:creationId xmlns:a16="http://schemas.microsoft.com/office/drawing/2014/main" id="{79CB350D-B62B-41CC-9A71-6F13A87240DE}"/>
                </a:ext>
              </a:extLst>
            </p:cNvPr>
            <p:cNvSpPr txBox="1"/>
            <p:nvPr/>
          </p:nvSpPr>
          <p:spPr>
            <a:xfrm>
              <a:off x="9155532" y="4048331"/>
              <a:ext cx="403983" cy="369332"/>
            </a:xfrm>
            <a:prstGeom prst="rect">
              <a:avLst/>
            </a:prstGeom>
            <a:noFill/>
          </p:spPr>
          <p:txBody>
            <a:bodyPr wrap="square">
              <a:spAutoFit/>
            </a:bodyPr>
            <a:lstStyle/>
            <a:p>
              <a:pPr algn="ctr"/>
              <a:r>
                <a:rPr lang="en-US" dirty="0">
                  <a:latin typeface="Consolas" panose="020B0609020204030204" pitchFamily="49" charset="0"/>
                </a:rPr>
                <a:t>n</a:t>
              </a:r>
              <a:r>
                <a:rPr lang="en-US" baseline="-25000" dirty="0">
                  <a:latin typeface="Consolas" panose="020B0609020204030204" pitchFamily="49" charset="0"/>
                </a:rPr>
                <a:t>3</a:t>
              </a:r>
            </a:p>
          </p:txBody>
        </p:sp>
        <p:cxnSp>
          <p:nvCxnSpPr>
            <p:cNvPr id="267" name="Straight Arrow Connector 266">
              <a:extLst>
                <a:ext uri="{FF2B5EF4-FFF2-40B4-BE49-F238E27FC236}">
                  <a16:creationId xmlns:a16="http://schemas.microsoft.com/office/drawing/2014/main" id="{557E24BD-635F-4325-9540-83B8F748C1C1}"/>
                </a:ext>
              </a:extLst>
            </p:cNvPr>
            <p:cNvCxnSpPr>
              <a:cxnSpLocks/>
            </p:cNvCxnSpPr>
            <p:nvPr/>
          </p:nvCxnSpPr>
          <p:spPr>
            <a:xfrm rot="8520000" flipV="1">
              <a:off x="8786970" y="442403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8" name="Straight Arrow Connector 267">
              <a:extLst>
                <a:ext uri="{FF2B5EF4-FFF2-40B4-BE49-F238E27FC236}">
                  <a16:creationId xmlns:a16="http://schemas.microsoft.com/office/drawing/2014/main" id="{FA409D29-2ED6-40EC-B07F-8E2A6F40D99B}"/>
                </a:ext>
              </a:extLst>
            </p:cNvPr>
            <p:cNvCxnSpPr>
              <a:cxnSpLocks/>
            </p:cNvCxnSpPr>
            <p:nvPr/>
          </p:nvCxnSpPr>
          <p:spPr>
            <a:xfrm rot="19320000" flipV="1">
              <a:off x="8712224" y="431346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9" name="Oval 268">
              <a:extLst>
                <a:ext uri="{FF2B5EF4-FFF2-40B4-BE49-F238E27FC236}">
                  <a16:creationId xmlns:a16="http://schemas.microsoft.com/office/drawing/2014/main" id="{B8563D02-EE2C-498F-9774-3F441FE41C05}"/>
                </a:ext>
              </a:extLst>
            </p:cNvPr>
            <p:cNvSpPr/>
            <p:nvPr/>
          </p:nvSpPr>
          <p:spPr>
            <a:xfrm>
              <a:off x="8202663" y="469642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270" name="TextBox 269">
              <a:extLst>
                <a:ext uri="{FF2B5EF4-FFF2-40B4-BE49-F238E27FC236}">
                  <a16:creationId xmlns:a16="http://schemas.microsoft.com/office/drawing/2014/main" id="{5E5CD3F9-7EB8-4D79-BA86-9E90C5D32187}"/>
                </a:ext>
              </a:extLst>
            </p:cNvPr>
            <p:cNvSpPr txBox="1"/>
            <p:nvPr/>
          </p:nvSpPr>
          <p:spPr>
            <a:xfrm>
              <a:off x="10260476" y="3941251"/>
              <a:ext cx="403983" cy="369332"/>
            </a:xfrm>
            <a:prstGeom prst="rect">
              <a:avLst/>
            </a:prstGeom>
            <a:noFill/>
          </p:spPr>
          <p:txBody>
            <a:bodyPr wrap="square">
              <a:spAutoFit/>
            </a:bodyPr>
            <a:lstStyle/>
            <a:p>
              <a:pPr algn="ctr"/>
              <a:r>
                <a:rPr lang="en-US" dirty="0">
                  <a:latin typeface="Consolas" panose="020B0609020204030204" pitchFamily="49" charset="0"/>
                </a:rPr>
                <a:t>n</a:t>
              </a:r>
              <a:r>
                <a:rPr lang="en-US" baseline="-25000" dirty="0">
                  <a:latin typeface="Consolas" panose="020B0609020204030204" pitchFamily="49" charset="0"/>
                </a:rPr>
                <a:t>2</a:t>
              </a:r>
            </a:p>
          </p:txBody>
        </p:sp>
        <p:sp>
          <p:nvSpPr>
            <p:cNvPr id="271" name="TextBox 270">
              <a:extLst>
                <a:ext uri="{FF2B5EF4-FFF2-40B4-BE49-F238E27FC236}">
                  <a16:creationId xmlns:a16="http://schemas.microsoft.com/office/drawing/2014/main" id="{2F65ECEE-034D-44FD-B4BD-B21A9964341F}"/>
                </a:ext>
              </a:extLst>
            </p:cNvPr>
            <p:cNvSpPr txBox="1"/>
            <p:nvPr/>
          </p:nvSpPr>
          <p:spPr>
            <a:xfrm>
              <a:off x="9032093" y="3562474"/>
              <a:ext cx="403983" cy="369332"/>
            </a:xfrm>
            <a:prstGeom prst="rect">
              <a:avLst/>
            </a:prstGeom>
            <a:noFill/>
          </p:spPr>
          <p:txBody>
            <a:bodyPr wrap="square">
              <a:spAutoFit/>
            </a:bodyPr>
            <a:lstStyle/>
            <a:p>
              <a:r>
                <a:rPr lang="en-US" dirty="0">
                  <a:latin typeface="Consolas" panose="020B0609020204030204" pitchFamily="49" charset="0"/>
                </a:rPr>
                <a:t>i</a:t>
              </a:r>
              <a:r>
                <a:rPr lang="en-US" baseline="-25000" dirty="0">
                  <a:latin typeface="Consolas" panose="020B0609020204030204" pitchFamily="49" charset="0"/>
                </a:rPr>
                <a:t>2</a:t>
              </a:r>
            </a:p>
          </p:txBody>
        </p:sp>
        <p:sp>
          <p:nvSpPr>
            <p:cNvPr id="272" name="TextBox 271">
              <a:extLst>
                <a:ext uri="{FF2B5EF4-FFF2-40B4-BE49-F238E27FC236}">
                  <a16:creationId xmlns:a16="http://schemas.microsoft.com/office/drawing/2014/main" id="{88F67DB4-D5F4-48BB-A8A8-7F84381EB73C}"/>
                </a:ext>
              </a:extLst>
            </p:cNvPr>
            <p:cNvSpPr txBox="1"/>
            <p:nvPr/>
          </p:nvSpPr>
          <p:spPr>
            <a:xfrm>
              <a:off x="11341673" y="2909641"/>
              <a:ext cx="377234" cy="369332"/>
            </a:xfrm>
            <a:prstGeom prst="rect">
              <a:avLst/>
            </a:prstGeom>
            <a:noFill/>
            <a:ln w="19050">
              <a:solidFill>
                <a:schemeClr val="bg1"/>
              </a:solidFill>
            </a:ln>
          </p:spPr>
          <p:txBody>
            <a:bodyPr wrap="square" rtlCol="0">
              <a:spAutoFit/>
            </a:bodyPr>
            <a:lstStyle/>
            <a:p>
              <a:pPr algn="ctr"/>
              <a:r>
                <a:rPr lang="pt-BR" dirty="0"/>
                <a:t>L</a:t>
              </a:r>
              <a:endParaRPr lang="en-US" dirty="0"/>
            </a:p>
          </p:txBody>
        </p:sp>
        <p:sp>
          <p:nvSpPr>
            <p:cNvPr id="273" name="Oval 272">
              <a:extLst>
                <a:ext uri="{FF2B5EF4-FFF2-40B4-BE49-F238E27FC236}">
                  <a16:creationId xmlns:a16="http://schemas.microsoft.com/office/drawing/2014/main" id="{56C05A50-DDCC-4BAF-AAA2-69EC8FFEF663}"/>
                </a:ext>
              </a:extLst>
            </p:cNvPr>
            <p:cNvSpPr/>
            <p:nvPr/>
          </p:nvSpPr>
          <p:spPr>
            <a:xfrm>
              <a:off x="11195592" y="1688381"/>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274" name="Oval 273">
              <a:extLst>
                <a:ext uri="{FF2B5EF4-FFF2-40B4-BE49-F238E27FC236}">
                  <a16:creationId xmlns:a16="http://schemas.microsoft.com/office/drawing/2014/main" id="{B4829AC9-808D-4314-9C78-F8C0AB29C538}"/>
                </a:ext>
              </a:extLst>
            </p:cNvPr>
            <p:cNvSpPr/>
            <p:nvPr/>
          </p:nvSpPr>
          <p:spPr>
            <a:xfrm>
              <a:off x="10613831" y="385870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F</a:t>
              </a:r>
              <a:endParaRPr lang="en-US" dirty="0"/>
            </a:p>
          </p:txBody>
        </p:sp>
        <p:cxnSp>
          <p:nvCxnSpPr>
            <p:cNvPr id="275" name="Straight Arrow Connector 274">
              <a:extLst>
                <a:ext uri="{FF2B5EF4-FFF2-40B4-BE49-F238E27FC236}">
                  <a16:creationId xmlns:a16="http://schemas.microsoft.com/office/drawing/2014/main" id="{98495E55-96D8-4058-B151-CA75A84FA4AD}"/>
                </a:ext>
              </a:extLst>
            </p:cNvPr>
            <p:cNvCxnSpPr>
              <a:cxnSpLocks/>
            </p:cNvCxnSpPr>
            <p:nvPr/>
          </p:nvCxnSpPr>
          <p:spPr>
            <a:xfrm flipV="1">
              <a:off x="9936584" y="3931806"/>
              <a:ext cx="3383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6" name="Straight Arrow Connector 275">
              <a:extLst>
                <a:ext uri="{FF2B5EF4-FFF2-40B4-BE49-F238E27FC236}">
                  <a16:creationId xmlns:a16="http://schemas.microsoft.com/office/drawing/2014/main" id="{1FB186F1-79E9-4057-A4AE-256B2CBBF9F7}"/>
                </a:ext>
              </a:extLst>
            </p:cNvPr>
            <p:cNvCxnSpPr>
              <a:cxnSpLocks/>
            </p:cNvCxnSpPr>
            <p:nvPr/>
          </p:nvCxnSpPr>
          <p:spPr>
            <a:xfrm rot="10800000" flipV="1">
              <a:off x="9926278" y="4075593"/>
              <a:ext cx="3383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7" name="TextBox 276">
              <a:extLst>
                <a:ext uri="{FF2B5EF4-FFF2-40B4-BE49-F238E27FC236}">
                  <a16:creationId xmlns:a16="http://schemas.microsoft.com/office/drawing/2014/main" id="{4738339D-CCBF-45C5-A8D3-17683D46BD88}"/>
                </a:ext>
              </a:extLst>
            </p:cNvPr>
            <p:cNvSpPr txBox="1"/>
            <p:nvPr/>
          </p:nvSpPr>
          <p:spPr>
            <a:xfrm>
              <a:off x="11561178" y="4310212"/>
              <a:ext cx="403983" cy="369332"/>
            </a:xfrm>
            <a:prstGeom prst="rect">
              <a:avLst/>
            </a:prstGeom>
            <a:noFill/>
          </p:spPr>
          <p:txBody>
            <a:bodyPr wrap="square">
              <a:spAutoFit/>
            </a:bodyPr>
            <a:lstStyle/>
            <a:p>
              <a:r>
                <a:rPr lang="en-US" dirty="0">
                  <a:latin typeface="Consolas" panose="020B0609020204030204" pitchFamily="49" charset="0"/>
                </a:rPr>
                <a:t>l</a:t>
              </a:r>
              <a:r>
                <a:rPr lang="en-US" baseline="-25000" dirty="0">
                  <a:latin typeface="Consolas" panose="020B0609020204030204" pitchFamily="49" charset="0"/>
                </a:rPr>
                <a:t>2</a:t>
              </a:r>
            </a:p>
          </p:txBody>
        </p:sp>
        <p:sp>
          <p:nvSpPr>
            <p:cNvPr id="278" name="TextBox 277">
              <a:extLst>
                <a:ext uri="{FF2B5EF4-FFF2-40B4-BE49-F238E27FC236}">
                  <a16:creationId xmlns:a16="http://schemas.microsoft.com/office/drawing/2014/main" id="{290DE373-E44D-46CD-8564-AB2E903F4F8F}"/>
                </a:ext>
              </a:extLst>
            </p:cNvPr>
            <p:cNvSpPr txBox="1"/>
            <p:nvPr/>
          </p:nvSpPr>
          <p:spPr>
            <a:xfrm>
              <a:off x="10802152" y="3715857"/>
              <a:ext cx="403983" cy="369332"/>
            </a:xfrm>
            <a:prstGeom prst="rect">
              <a:avLst/>
            </a:prstGeom>
            <a:noFill/>
          </p:spPr>
          <p:txBody>
            <a:bodyPr wrap="square">
              <a:spAutoFit/>
            </a:bodyPr>
            <a:lstStyle/>
            <a:p>
              <a:r>
                <a:rPr lang="en-US" dirty="0">
                  <a:latin typeface="Consolas" panose="020B0609020204030204" pitchFamily="49" charset="0"/>
                </a:rPr>
                <a:t>l</a:t>
              </a:r>
              <a:r>
                <a:rPr lang="en-US" baseline="-25000" dirty="0">
                  <a:latin typeface="Consolas" panose="020B0609020204030204" pitchFamily="49" charset="0"/>
                </a:rPr>
                <a:t>1</a:t>
              </a:r>
            </a:p>
          </p:txBody>
        </p:sp>
        <p:cxnSp>
          <p:nvCxnSpPr>
            <p:cNvPr id="279" name="Straight Arrow Connector 278">
              <a:extLst>
                <a:ext uri="{FF2B5EF4-FFF2-40B4-BE49-F238E27FC236}">
                  <a16:creationId xmlns:a16="http://schemas.microsoft.com/office/drawing/2014/main" id="{778F9E59-CF21-44F1-9C42-8BFF8EA1FA45}"/>
                </a:ext>
              </a:extLst>
            </p:cNvPr>
            <p:cNvCxnSpPr>
              <a:cxnSpLocks/>
            </p:cNvCxnSpPr>
            <p:nvPr/>
          </p:nvCxnSpPr>
          <p:spPr>
            <a:xfrm flipH="1">
              <a:off x="11538865" y="1915375"/>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0" name="Straight Arrow Connector 279">
              <a:extLst>
                <a:ext uri="{FF2B5EF4-FFF2-40B4-BE49-F238E27FC236}">
                  <a16:creationId xmlns:a16="http://schemas.microsoft.com/office/drawing/2014/main" id="{00A51B1D-D346-4D2E-A8E3-31ECCDF6FAB3}"/>
                </a:ext>
              </a:extLst>
            </p:cNvPr>
            <p:cNvCxnSpPr>
              <a:cxnSpLocks/>
            </p:cNvCxnSpPr>
            <p:nvPr/>
          </p:nvCxnSpPr>
          <p:spPr>
            <a:xfrm rot="2220000" flipV="1">
              <a:off x="11088099" y="4303859"/>
              <a:ext cx="3383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1" name="Straight Arrow Connector 280">
              <a:extLst>
                <a:ext uri="{FF2B5EF4-FFF2-40B4-BE49-F238E27FC236}">
                  <a16:creationId xmlns:a16="http://schemas.microsoft.com/office/drawing/2014/main" id="{DD1E0398-8F30-454D-AB2F-42D3B1BCF96F}"/>
                </a:ext>
              </a:extLst>
            </p:cNvPr>
            <p:cNvCxnSpPr>
              <a:cxnSpLocks/>
            </p:cNvCxnSpPr>
            <p:nvPr/>
          </p:nvCxnSpPr>
          <p:spPr>
            <a:xfrm rot="13020000" flipV="1">
              <a:off x="11002451" y="4407629"/>
              <a:ext cx="3383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2" name="Straight Arrow Connector 281">
              <a:extLst>
                <a:ext uri="{FF2B5EF4-FFF2-40B4-BE49-F238E27FC236}">
                  <a16:creationId xmlns:a16="http://schemas.microsoft.com/office/drawing/2014/main" id="{0B3306A6-1DB7-42DB-A098-CC8ED7DC6E64}"/>
                </a:ext>
              </a:extLst>
            </p:cNvPr>
            <p:cNvCxnSpPr>
              <a:cxnSpLocks/>
            </p:cNvCxnSpPr>
            <p:nvPr/>
          </p:nvCxnSpPr>
          <p:spPr>
            <a:xfrm rot="17100000" flipV="1">
              <a:off x="10744762" y="297908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3" name="Straight Arrow Connector 282">
              <a:extLst>
                <a:ext uri="{FF2B5EF4-FFF2-40B4-BE49-F238E27FC236}">
                  <a16:creationId xmlns:a16="http://schemas.microsoft.com/office/drawing/2014/main" id="{0D2738E3-FA67-408D-8AB6-71673DDB004C}"/>
                </a:ext>
              </a:extLst>
            </p:cNvPr>
            <p:cNvCxnSpPr>
              <a:cxnSpLocks/>
            </p:cNvCxnSpPr>
            <p:nvPr/>
          </p:nvCxnSpPr>
          <p:spPr>
            <a:xfrm rot="6300000" flipV="1">
              <a:off x="10877563" y="302469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84" name="TextBox 283">
            <a:extLst>
              <a:ext uri="{FF2B5EF4-FFF2-40B4-BE49-F238E27FC236}">
                <a16:creationId xmlns:a16="http://schemas.microsoft.com/office/drawing/2014/main" id="{24AAC687-45A8-4AE0-BEE8-63D3090CD8E1}"/>
              </a:ext>
            </a:extLst>
          </p:cNvPr>
          <p:cNvSpPr txBox="1"/>
          <p:nvPr/>
        </p:nvSpPr>
        <p:spPr>
          <a:xfrm>
            <a:off x="11228267" y="1863882"/>
            <a:ext cx="3268096" cy="1200329"/>
          </a:xfrm>
          <a:prstGeom prst="rect">
            <a:avLst/>
          </a:prstGeom>
          <a:ln w="19050">
            <a:solidFill>
              <a:schemeClr val="tx1"/>
            </a:solidFill>
          </a:ln>
        </p:spPr>
        <p:style>
          <a:lnRef idx="1">
            <a:schemeClr val="accent1"/>
          </a:lnRef>
          <a:fillRef idx="3">
            <a:schemeClr val="accent1"/>
          </a:fillRef>
          <a:effectRef idx="2">
            <a:schemeClr val="accent1"/>
          </a:effectRef>
          <a:fontRef idx="minor">
            <a:schemeClr val="lt1"/>
          </a:fontRef>
        </p:style>
        <p:txBody>
          <a:bodyPr wrap="square">
            <a:spAutoFit/>
          </a:bodyPr>
          <a:lstStyle/>
          <a:p>
            <a:pPr algn="just"/>
            <a:r>
              <a:rPr lang="en-US" dirty="0">
                <a:latin typeface="Consolas" panose="020B0609020204030204" pitchFamily="49" charset="0"/>
              </a:rPr>
              <a:t>Same logic, but now applied at the two edge’s vertex, once both were collapsed.</a:t>
            </a:r>
            <a:endParaRPr lang="en-US" baseline="-25000" dirty="0">
              <a:latin typeface="Consolas" panose="020B0609020204030204" pitchFamily="49" charset="0"/>
            </a:endParaRPr>
          </a:p>
        </p:txBody>
      </p:sp>
      <p:sp>
        <p:nvSpPr>
          <p:cNvPr id="285" name="TextBox 284">
            <a:extLst>
              <a:ext uri="{FF2B5EF4-FFF2-40B4-BE49-F238E27FC236}">
                <a16:creationId xmlns:a16="http://schemas.microsoft.com/office/drawing/2014/main" id="{F8E97118-36A2-4962-AFDD-3D2C559152AF}"/>
              </a:ext>
            </a:extLst>
          </p:cNvPr>
          <p:cNvSpPr txBox="1"/>
          <p:nvPr/>
        </p:nvSpPr>
        <p:spPr>
          <a:xfrm>
            <a:off x="7086844" y="5676265"/>
            <a:ext cx="3477396" cy="369332"/>
          </a:xfrm>
          <a:prstGeom prst="rect">
            <a:avLst/>
          </a:prstGeom>
          <a:ln/>
        </p:spPr>
        <p:style>
          <a:lnRef idx="1">
            <a:schemeClr val="dk1"/>
          </a:lnRef>
          <a:fillRef idx="3">
            <a:schemeClr val="dk1"/>
          </a:fillRef>
          <a:effectRef idx="2">
            <a:schemeClr val="dk1"/>
          </a:effectRef>
          <a:fontRef idx="minor">
            <a:schemeClr val="lt1"/>
          </a:fontRef>
        </p:style>
        <p:txBody>
          <a:bodyPr wrap="square">
            <a:spAutoFit/>
          </a:bodyPr>
          <a:lstStyle/>
          <a:p>
            <a:r>
              <a:rPr lang="en-US" dirty="0">
                <a:latin typeface="Consolas" panose="020B0609020204030204" pitchFamily="49" charset="0"/>
              </a:rPr>
              <a:t>Collapsed in A and D</a:t>
            </a:r>
          </a:p>
        </p:txBody>
      </p:sp>
      <p:sp>
        <p:nvSpPr>
          <p:cNvPr id="286" name="TextBox 285">
            <a:extLst>
              <a:ext uri="{FF2B5EF4-FFF2-40B4-BE49-F238E27FC236}">
                <a16:creationId xmlns:a16="http://schemas.microsoft.com/office/drawing/2014/main" id="{09DF5789-5C3A-42BD-B565-FC676931AAA0}"/>
              </a:ext>
            </a:extLst>
          </p:cNvPr>
          <p:cNvSpPr txBox="1"/>
          <p:nvPr/>
        </p:nvSpPr>
        <p:spPr>
          <a:xfrm>
            <a:off x="1436049" y="739824"/>
            <a:ext cx="2912002" cy="369332"/>
          </a:xfrm>
          <a:prstGeom prst="rect">
            <a:avLst/>
          </a:prstGeom>
          <a:noFill/>
          <a:ln>
            <a:solidFill>
              <a:schemeClr val="tx1"/>
            </a:solidFill>
          </a:ln>
        </p:spPr>
        <p:txBody>
          <a:bodyPr wrap="square">
            <a:spAutoFit/>
          </a:bodyPr>
          <a:lstStyle/>
          <a:p>
            <a:pPr algn="ctr"/>
            <a:r>
              <a:rPr lang="en-US" dirty="0">
                <a:solidFill>
                  <a:srgbClr val="000000"/>
                </a:solidFill>
                <a:latin typeface="Consolas" panose="020B0609020204030204" pitchFamily="49" charset="0"/>
              </a:rPr>
              <a:t>splitElement(he = </a:t>
            </a:r>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r>
              <a:rPr lang="en-US"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1368832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503A07-0117-4081-A30C-D1624E0122FE}"/>
              </a:ext>
            </a:extLst>
          </p:cNvPr>
          <p:cNvSpPr>
            <a:spLocks noGrp="1"/>
          </p:cNvSpPr>
          <p:nvPr>
            <p:ph type="title"/>
          </p:nvPr>
        </p:nvSpPr>
        <p:spPr/>
        <p:txBody>
          <a:bodyPr/>
          <a:lstStyle/>
          <a:p>
            <a:r>
              <a:rPr lang="en-US" dirty="0"/>
              <a:t>Operators: Expand Collapsed Edge</a:t>
            </a:r>
          </a:p>
        </p:txBody>
      </p:sp>
      <p:sp>
        <p:nvSpPr>
          <p:cNvPr id="92" name="TextBox 91">
            <a:extLst>
              <a:ext uri="{FF2B5EF4-FFF2-40B4-BE49-F238E27FC236}">
                <a16:creationId xmlns:a16="http://schemas.microsoft.com/office/drawing/2014/main" id="{0B01D283-1050-43EA-BAD9-D1D71CA67FE4}"/>
              </a:ext>
            </a:extLst>
          </p:cNvPr>
          <p:cNvSpPr txBox="1"/>
          <p:nvPr/>
        </p:nvSpPr>
        <p:spPr>
          <a:xfrm>
            <a:off x="167788" y="1120668"/>
            <a:ext cx="3436022" cy="369332"/>
          </a:xfrm>
          <a:prstGeom prst="rect">
            <a:avLst/>
          </a:prstGeom>
          <a:noFill/>
          <a:ln>
            <a:solidFill>
              <a:schemeClr val="tx1"/>
            </a:solidFill>
          </a:ln>
        </p:spPr>
        <p:txBody>
          <a:bodyPr wrap="square">
            <a:spAutoFit/>
          </a:bodyPr>
          <a:lstStyle/>
          <a:p>
            <a:pPr algn="ctr"/>
            <a:r>
              <a:rPr lang="en-US" dirty="0" err="1"/>
              <a:t>expandCollapsedEdge</a:t>
            </a:r>
            <a:r>
              <a:rPr lang="en-US" dirty="0">
                <a:solidFill>
                  <a:srgbClr val="000000"/>
                </a:solidFill>
                <a:latin typeface="Consolas" panose="020B0609020204030204" pitchFamily="49" charset="0"/>
              </a:rPr>
              <a:t>(he=</a:t>
            </a:r>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r>
              <a:rPr lang="en-US" dirty="0">
                <a:solidFill>
                  <a:srgbClr val="000000"/>
                </a:solidFill>
                <a:latin typeface="Consolas" panose="020B0609020204030204" pitchFamily="49" charset="0"/>
              </a:rPr>
              <a:t>)</a:t>
            </a:r>
          </a:p>
        </p:txBody>
      </p:sp>
      <p:grpSp>
        <p:nvGrpSpPr>
          <p:cNvPr id="93" name="Group 92">
            <a:extLst>
              <a:ext uri="{FF2B5EF4-FFF2-40B4-BE49-F238E27FC236}">
                <a16:creationId xmlns:a16="http://schemas.microsoft.com/office/drawing/2014/main" id="{4DAF3A31-DCF2-4C4C-BC17-7646F20DCBCD}"/>
              </a:ext>
            </a:extLst>
          </p:cNvPr>
          <p:cNvGrpSpPr/>
          <p:nvPr/>
        </p:nvGrpSpPr>
        <p:grpSpPr>
          <a:xfrm>
            <a:off x="398924" y="1646579"/>
            <a:ext cx="1957010" cy="4100694"/>
            <a:chOff x="398924" y="2569695"/>
            <a:chExt cx="1957010" cy="4100694"/>
          </a:xfrm>
        </p:grpSpPr>
        <p:sp>
          <p:nvSpPr>
            <p:cNvPr id="94" name="Rectangle 93">
              <a:extLst>
                <a:ext uri="{FF2B5EF4-FFF2-40B4-BE49-F238E27FC236}">
                  <a16:creationId xmlns:a16="http://schemas.microsoft.com/office/drawing/2014/main" id="{4D4C5816-937B-43C7-A997-CC0DC15A7122}"/>
                </a:ext>
              </a:extLst>
            </p:cNvPr>
            <p:cNvSpPr/>
            <p:nvPr/>
          </p:nvSpPr>
          <p:spPr>
            <a:xfrm>
              <a:off x="1082263" y="4144491"/>
              <a:ext cx="595051" cy="1776224"/>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95" name="Oval 94">
              <a:extLst>
                <a:ext uri="{FF2B5EF4-FFF2-40B4-BE49-F238E27FC236}">
                  <a16:creationId xmlns:a16="http://schemas.microsoft.com/office/drawing/2014/main" id="{263D1500-93A2-4C43-9739-1F33EC8D9CB0}"/>
                </a:ext>
              </a:extLst>
            </p:cNvPr>
            <p:cNvSpPr/>
            <p:nvPr/>
          </p:nvSpPr>
          <p:spPr>
            <a:xfrm>
              <a:off x="870767" y="5658313"/>
              <a:ext cx="987413" cy="548693"/>
            </a:xfrm>
            <a:prstGeom prst="ellipse">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a:t>
              </a:r>
            </a:p>
          </p:txBody>
        </p:sp>
        <p:cxnSp>
          <p:nvCxnSpPr>
            <p:cNvPr id="96" name="Straight Connector 95">
              <a:extLst>
                <a:ext uri="{FF2B5EF4-FFF2-40B4-BE49-F238E27FC236}">
                  <a16:creationId xmlns:a16="http://schemas.microsoft.com/office/drawing/2014/main" id="{0642BC9E-C950-4EC8-95F8-8F009607D6B2}"/>
                </a:ext>
              </a:extLst>
            </p:cNvPr>
            <p:cNvCxnSpPr>
              <a:cxnSpLocks/>
            </p:cNvCxnSpPr>
            <p:nvPr/>
          </p:nvCxnSpPr>
          <p:spPr>
            <a:xfrm rot="2700000">
              <a:off x="1959059" y="3487826"/>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97" name="Straight Connector 96">
              <a:extLst>
                <a:ext uri="{FF2B5EF4-FFF2-40B4-BE49-F238E27FC236}">
                  <a16:creationId xmlns:a16="http://schemas.microsoft.com/office/drawing/2014/main" id="{1FB3FF2D-5F4A-4DA4-8E12-645E0F6AB5BF}"/>
                </a:ext>
              </a:extLst>
            </p:cNvPr>
            <p:cNvCxnSpPr>
              <a:cxnSpLocks/>
            </p:cNvCxnSpPr>
            <p:nvPr/>
          </p:nvCxnSpPr>
          <p:spPr>
            <a:xfrm rot="18900000">
              <a:off x="798513" y="3487827"/>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98" name="Straight Connector 97">
              <a:extLst>
                <a:ext uri="{FF2B5EF4-FFF2-40B4-BE49-F238E27FC236}">
                  <a16:creationId xmlns:a16="http://schemas.microsoft.com/office/drawing/2014/main" id="{8558A4FE-6C95-4647-AB8E-135C4893AFEE}"/>
                </a:ext>
              </a:extLst>
            </p:cNvPr>
            <p:cNvCxnSpPr>
              <a:cxnSpLocks/>
              <a:stCxn id="94" idx="0"/>
            </p:cNvCxnSpPr>
            <p:nvPr/>
          </p:nvCxnSpPr>
          <p:spPr>
            <a:xfrm flipV="1">
              <a:off x="1379789" y="2635453"/>
              <a:ext cx="0" cy="1509038"/>
            </a:xfrm>
            <a:prstGeom prst="line">
              <a:avLst/>
            </a:prstGeom>
            <a:ln w="19050"/>
          </p:spPr>
          <p:style>
            <a:lnRef idx="1">
              <a:schemeClr val="dk1"/>
            </a:lnRef>
            <a:fillRef idx="0">
              <a:schemeClr val="dk1"/>
            </a:fillRef>
            <a:effectRef idx="0">
              <a:schemeClr val="dk1"/>
            </a:effectRef>
            <a:fontRef idx="minor">
              <a:schemeClr val="tx1"/>
            </a:fontRef>
          </p:style>
        </p:cxnSp>
        <p:sp>
          <p:nvSpPr>
            <p:cNvPr id="99" name="Oval 98">
              <a:extLst>
                <a:ext uri="{FF2B5EF4-FFF2-40B4-BE49-F238E27FC236}">
                  <a16:creationId xmlns:a16="http://schemas.microsoft.com/office/drawing/2014/main" id="{72620414-A3FC-4AC4-8080-F4DD3AACD62E}"/>
                </a:ext>
              </a:extLst>
            </p:cNvPr>
            <p:cNvSpPr/>
            <p:nvPr/>
          </p:nvSpPr>
          <p:spPr>
            <a:xfrm>
              <a:off x="866721" y="3882832"/>
              <a:ext cx="987413" cy="548693"/>
            </a:xfrm>
            <a:prstGeom prst="ellipse">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100" name="Straight Connector 99">
              <a:extLst>
                <a:ext uri="{FF2B5EF4-FFF2-40B4-BE49-F238E27FC236}">
                  <a16:creationId xmlns:a16="http://schemas.microsoft.com/office/drawing/2014/main" id="{7B6DBEB0-D4D5-49F5-A7AA-6D2277266C4C}"/>
                </a:ext>
              </a:extLst>
            </p:cNvPr>
            <p:cNvCxnSpPr>
              <a:cxnSpLocks/>
            </p:cNvCxnSpPr>
            <p:nvPr/>
          </p:nvCxnSpPr>
          <p:spPr>
            <a:xfrm rot="18900000">
              <a:off x="1959059" y="5814580"/>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01" name="Straight Connector 100">
              <a:extLst>
                <a:ext uri="{FF2B5EF4-FFF2-40B4-BE49-F238E27FC236}">
                  <a16:creationId xmlns:a16="http://schemas.microsoft.com/office/drawing/2014/main" id="{CDAC75DF-5149-4292-9F9E-E5CE673B8CF0}"/>
                </a:ext>
              </a:extLst>
            </p:cNvPr>
            <p:cNvCxnSpPr>
              <a:cxnSpLocks/>
            </p:cNvCxnSpPr>
            <p:nvPr/>
          </p:nvCxnSpPr>
          <p:spPr>
            <a:xfrm rot="2700000">
              <a:off x="795799" y="5814581"/>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102" name="Oval 101">
              <a:extLst>
                <a:ext uri="{FF2B5EF4-FFF2-40B4-BE49-F238E27FC236}">
                  <a16:creationId xmlns:a16="http://schemas.microsoft.com/office/drawing/2014/main" id="{F3D0E715-2D49-4589-AE32-92F23C1A0671}"/>
                </a:ext>
              </a:extLst>
            </p:cNvPr>
            <p:cNvSpPr/>
            <p:nvPr/>
          </p:nvSpPr>
          <p:spPr>
            <a:xfrm>
              <a:off x="1534996" y="4025812"/>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103" name="Oval 102">
              <a:extLst>
                <a:ext uri="{FF2B5EF4-FFF2-40B4-BE49-F238E27FC236}">
                  <a16:creationId xmlns:a16="http://schemas.microsoft.com/office/drawing/2014/main" id="{7B7DED46-4F00-4145-8D24-71A575B13247}"/>
                </a:ext>
              </a:extLst>
            </p:cNvPr>
            <p:cNvSpPr/>
            <p:nvPr/>
          </p:nvSpPr>
          <p:spPr>
            <a:xfrm>
              <a:off x="1542843" y="5786244"/>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104" name="Oval 103">
              <a:extLst>
                <a:ext uri="{FF2B5EF4-FFF2-40B4-BE49-F238E27FC236}">
                  <a16:creationId xmlns:a16="http://schemas.microsoft.com/office/drawing/2014/main" id="{CCA02FB7-B393-4F5A-A4CD-BC37FD925121}"/>
                </a:ext>
              </a:extLst>
            </p:cNvPr>
            <p:cNvSpPr/>
            <p:nvPr/>
          </p:nvSpPr>
          <p:spPr>
            <a:xfrm>
              <a:off x="902345" y="579694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105" name="Oval 104">
              <a:extLst>
                <a:ext uri="{FF2B5EF4-FFF2-40B4-BE49-F238E27FC236}">
                  <a16:creationId xmlns:a16="http://schemas.microsoft.com/office/drawing/2014/main" id="{69C6E084-D78F-4213-A49C-0636AF640597}"/>
                </a:ext>
              </a:extLst>
            </p:cNvPr>
            <p:cNvSpPr/>
            <p:nvPr/>
          </p:nvSpPr>
          <p:spPr>
            <a:xfrm>
              <a:off x="934620" y="402761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106" name="TextBox 105">
              <a:extLst>
                <a:ext uri="{FF2B5EF4-FFF2-40B4-BE49-F238E27FC236}">
                  <a16:creationId xmlns:a16="http://schemas.microsoft.com/office/drawing/2014/main" id="{D48F0049-95FB-4A53-9F1D-E2ACD0A26248}"/>
                </a:ext>
              </a:extLst>
            </p:cNvPr>
            <p:cNvSpPr txBox="1"/>
            <p:nvPr/>
          </p:nvSpPr>
          <p:spPr>
            <a:xfrm>
              <a:off x="464262" y="4811842"/>
              <a:ext cx="317716" cy="369332"/>
            </a:xfrm>
            <a:prstGeom prst="rect">
              <a:avLst/>
            </a:prstGeom>
            <a:noFill/>
            <a:ln w="19050">
              <a:solidFill>
                <a:schemeClr val="tx1"/>
              </a:solidFill>
            </a:ln>
          </p:spPr>
          <p:txBody>
            <a:bodyPr wrap="square" rtlCol="0">
              <a:spAutoFit/>
            </a:bodyPr>
            <a:lstStyle/>
            <a:p>
              <a:r>
                <a:rPr lang="pt-BR" dirty="0"/>
                <a:t>C</a:t>
              </a:r>
              <a:endParaRPr lang="en-US" dirty="0"/>
            </a:p>
          </p:txBody>
        </p:sp>
        <p:sp>
          <p:nvSpPr>
            <p:cNvPr id="107" name="TextBox 106">
              <a:extLst>
                <a:ext uri="{FF2B5EF4-FFF2-40B4-BE49-F238E27FC236}">
                  <a16:creationId xmlns:a16="http://schemas.microsoft.com/office/drawing/2014/main" id="{33DDE245-4E0D-4858-A697-CE9053973D74}"/>
                </a:ext>
              </a:extLst>
            </p:cNvPr>
            <p:cNvSpPr txBox="1"/>
            <p:nvPr/>
          </p:nvSpPr>
          <p:spPr>
            <a:xfrm>
              <a:off x="1209234" y="4858606"/>
              <a:ext cx="317716" cy="369332"/>
            </a:xfrm>
            <a:prstGeom prst="rect">
              <a:avLst/>
            </a:prstGeom>
            <a:noFill/>
            <a:ln w="19050">
              <a:solidFill>
                <a:schemeClr val="bg1"/>
              </a:solidFill>
            </a:ln>
          </p:spPr>
          <p:txBody>
            <a:bodyPr wrap="square" rtlCol="0">
              <a:spAutoFit/>
            </a:bodyPr>
            <a:lstStyle/>
            <a:p>
              <a:pPr algn="ctr"/>
              <a:r>
                <a:rPr lang="pt-BR" dirty="0"/>
                <a:t>I</a:t>
              </a:r>
              <a:endParaRPr lang="en-US" dirty="0"/>
            </a:p>
          </p:txBody>
        </p:sp>
        <p:cxnSp>
          <p:nvCxnSpPr>
            <p:cNvPr id="108" name="Straight Arrow Connector 107">
              <a:extLst>
                <a:ext uri="{FF2B5EF4-FFF2-40B4-BE49-F238E27FC236}">
                  <a16:creationId xmlns:a16="http://schemas.microsoft.com/office/drawing/2014/main" id="{6F28B1E0-3929-4D21-8F79-6CF42FC93619}"/>
                </a:ext>
              </a:extLst>
            </p:cNvPr>
            <p:cNvCxnSpPr>
              <a:cxnSpLocks/>
            </p:cNvCxnSpPr>
            <p:nvPr/>
          </p:nvCxnSpPr>
          <p:spPr>
            <a:xfrm rot="16200000" flipV="1">
              <a:off x="798880" y="503362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9" name="Straight Arrow Connector 108">
              <a:extLst>
                <a:ext uri="{FF2B5EF4-FFF2-40B4-BE49-F238E27FC236}">
                  <a16:creationId xmlns:a16="http://schemas.microsoft.com/office/drawing/2014/main" id="{605BDD8F-2DEF-4A06-9833-A6D529B2567A}"/>
                </a:ext>
              </a:extLst>
            </p:cNvPr>
            <p:cNvCxnSpPr>
              <a:cxnSpLocks/>
            </p:cNvCxnSpPr>
            <p:nvPr/>
          </p:nvCxnSpPr>
          <p:spPr>
            <a:xfrm rot="5400000" flipV="1">
              <a:off x="1535706" y="503362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0" name="Straight Arrow Connector 109">
              <a:extLst>
                <a:ext uri="{FF2B5EF4-FFF2-40B4-BE49-F238E27FC236}">
                  <a16:creationId xmlns:a16="http://schemas.microsoft.com/office/drawing/2014/main" id="{49B37A33-A970-42C3-A9E7-9E3D182E0991}"/>
                </a:ext>
              </a:extLst>
            </p:cNvPr>
            <p:cNvCxnSpPr>
              <a:cxnSpLocks/>
            </p:cNvCxnSpPr>
            <p:nvPr/>
          </p:nvCxnSpPr>
          <p:spPr>
            <a:xfrm flipH="1">
              <a:off x="1265645" y="4493503"/>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1" name="Straight Arrow Connector 110">
              <a:extLst>
                <a:ext uri="{FF2B5EF4-FFF2-40B4-BE49-F238E27FC236}">
                  <a16:creationId xmlns:a16="http://schemas.microsoft.com/office/drawing/2014/main" id="{833A1511-18F2-4437-A818-EAA6A18EF3D6}"/>
                </a:ext>
              </a:extLst>
            </p:cNvPr>
            <p:cNvCxnSpPr>
              <a:cxnSpLocks/>
            </p:cNvCxnSpPr>
            <p:nvPr/>
          </p:nvCxnSpPr>
          <p:spPr>
            <a:xfrm rot="10800000" flipH="1">
              <a:off x="1307017" y="5609027"/>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2" name="TextBox 111">
              <a:extLst>
                <a:ext uri="{FF2B5EF4-FFF2-40B4-BE49-F238E27FC236}">
                  <a16:creationId xmlns:a16="http://schemas.microsoft.com/office/drawing/2014/main" id="{A3449826-A22C-4A34-BE0E-654149683AB7}"/>
                </a:ext>
              </a:extLst>
            </p:cNvPr>
            <p:cNvSpPr txBox="1"/>
            <p:nvPr/>
          </p:nvSpPr>
          <p:spPr>
            <a:xfrm>
              <a:off x="1201440" y="6301057"/>
              <a:ext cx="317716" cy="369332"/>
            </a:xfrm>
            <a:prstGeom prst="rect">
              <a:avLst/>
            </a:prstGeom>
            <a:noFill/>
            <a:ln w="19050">
              <a:solidFill>
                <a:schemeClr val="tx1"/>
              </a:solidFill>
            </a:ln>
          </p:spPr>
          <p:txBody>
            <a:bodyPr wrap="square" rtlCol="0">
              <a:spAutoFit/>
            </a:bodyPr>
            <a:lstStyle/>
            <a:p>
              <a:r>
                <a:rPr lang="pt-BR" dirty="0"/>
                <a:t>D</a:t>
              </a:r>
              <a:endParaRPr lang="en-US" dirty="0"/>
            </a:p>
          </p:txBody>
        </p:sp>
        <p:sp>
          <p:nvSpPr>
            <p:cNvPr id="113" name="TextBox 112">
              <a:extLst>
                <a:ext uri="{FF2B5EF4-FFF2-40B4-BE49-F238E27FC236}">
                  <a16:creationId xmlns:a16="http://schemas.microsoft.com/office/drawing/2014/main" id="{D977D0FD-4F08-4EB8-8852-797AFC1859CB}"/>
                </a:ext>
              </a:extLst>
            </p:cNvPr>
            <p:cNvSpPr txBox="1"/>
            <p:nvPr/>
          </p:nvSpPr>
          <p:spPr>
            <a:xfrm>
              <a:off x="792004" y="3055015"/>
              <a:ext cx="317716" cy="369332"/>
            </a:xfrm>
            <a:prstGeom prst="rect">
              <a:avLst/>
            </a:prstGeom>
            <a:noFill/>
            <a:ln w="19050">
              <a:solidFill>
                <a:schemeClr val="tx1"/>
              </a:solidFill>
            </a:ln>
          </p:spPr>
          <p:txBody>
            <a:bodyPr wrap="square" rtlCol="0">
              <a:spAutoFit/>
            </a:bodyPr>
            <a:lstStyle/>
            <a:p>
              <a:r>
                <a:rPr lang="pt-BR" dirty="0"/>
                <a:t>E</a:t>
              </a:r>
              <a:endParaRPr lang="en-US" dirty="0"/>
            </a:p>
          </p:txBody>
        </p:sp>
        <p:sp>
          <p:nvSpPr>
            <p:cNvPr id="114" name="TextBox 113">
              <a:extLst>
                <a:ext uri="{FF2B5EF4-FFF2-40B4-BE49-F238E27FC236}">
                  <a16:creationId xmlns:a16="http://schemas.microsoft.com/office/drawing/2014/main" id="{99E4027B-2710-4792-8326-320ABE17C3B3}"/>
                </a:ext>
              </a:extLst>
            </p:cNvPr>
            <p:cNvSpPr txBox="1"/>
            <p:nvPr/>
          </p:nvSpPr>
          <p:spPr>
            <a:xfrm>
              <a:off x="1369824" y="4378508"/>
              <a:ext cx="403983" cy="369332"/>
            </a:xfrm>
            <a:prstGeom prst="rect">
              <a:avLst/>
            </a:prstGeom>
            <a:noFill/>
          </p:spPr>
          <p:txBody>
            <a:bodyPr wrap="square">
              <a:spAutoFit/>
            </a:bodyPr>
            <a:lstStyle/>
            <a:p>
              <a:r>
                <a:rPr lang="en-US" dirty="0">
                  <a:latin typeface="Consolas" panose="020B0609020204030204" pitchFamily="49" charset="0"/>
                </a:rPr>
                <a:t>i</a:t>
              </a:r>
              <a:r>
                <a:rPr lang="en-US" baseline="-25000" dirty="0">
                  <a:latin typeface="Consolas" panose="020B0609020204030204" pitchFamily="49" charset="0"/>
                </a:rPr>
                <a:t>3</a:t>
              </a:r>
            </a:p>
          </p:txBody>
        </p:sp>
        <p:cxnSp>
          <p:nvCxnSpPr>
            <p:cNvPr id="115" name="Straight Arrow Connector 114">
              <a:extLst>
                <a:ext uri="{FF2B5EF4-FFF2-40B4-BE49-F238E27FC236}">
                  <a16:creationId xmlns:a16="http://schemas.microsoft.com/office/drawing/2014/main" id="{55276FF1-8405-424C-9191-A1A9E7F39787}"/>
                </a:ext>
              </a:extLst>
            </p:cNvPr>
            <p:cNvCxnSpPr>
              <a:cxnSpLocks/>
            </p:cNvCxnSpPr>
            <p:nvPr/>
          </p:nvCxnSpPr>
          <p:spPr>
            <a:xfrm rot="5400000" flipV="1">
              <a:off x="1226407" y="315393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6" name="Straight Arrow Connector 115">
              <a:extLst>
                <a:ext uri="{FF2B5EF4-FFF2-40B4-BE49-F238E27FC236}">
                  <a16:creationId xmlns:a16="http://schemas.microsoft.com/office/drawing/2014/main" id="{2A27454E-B110-46D2-9759-CF0CE684C3BB}"/>
                </a:ext>
              </a:extLst>
            </p:cNvPr>
            <p:cNvCxnSpPr>
              <a:cxnSpLocks/>
            </p:cNvCxnSpPr>
            <p:nvPr/>
          </p:nvCxnSpPr>
          <p:spPr>
            <a:xfrm rot="-2760000" flipV="1">
              <a:off x="1753185" y="3739047"/>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7" name="TextBox 116">
              <a:extLst>
                <a:ext uri="{FF2B5EF4-FFF2-40B4-BE49-F238E27FC236}">
                  <a16:creationId xmlns:a16="http://schemas.microsoft.com/office/drawing/2014/main" id="{8907069F-BF21-4617-A5A5-DE08A8CDBBB0}"/>
                </a:ext>
              </a:extLst>
            </p:cNvPr>
            <p:cNvSpPr txBox="1"/>
            <p:nvPr/>
          </p:nvSpPr>
          <p:spPr>
            <a:xfrm>
              <a:off x="1658759" y="3055015"/>
              <a:ext cx="317716" cy="369332"/>
            </a:xfrm>
            <a:prstGeom prst="rect">
              <a:avLst/>
            </a:prstGeom>
            <a:noFill/>
            <a:ln w="19050">
              <a:solidFill>
                <a:schemeClr val="tx1"/>
              </a:solidFill>
            </a:ln>
          </p:spPr>
          <p:txBody>
            <a:bodyPr wrap="square" rtlCol="0">
              <a:spAutoFit/>
            </a:bodyPr>
            <a:lstStyle/>
            <a:p>
              <a:r>
                <a:rPr lang="pt-BR" dirty="0"/>
                <a:t>A</a:t>
              </a:r>
              <a:endParaRPr lang="en-US" dirty="0"/>
            </a:p>
          </p:txBody>
        </p:sp>
        <p:cxnSp>
          <p:nvCxnSpPr>
            <p:cNvPr id="118" name="Straight Arrow Connector 117">
              <a:extLst>
                <a:ext uri="{FF2B5EF4-FFF2-40B4-BE49-F238E27FC236}">
                  <a16:creationId xmlns:a16="http://schemas.microsoft.com/office/drawing/2014/main" id="{C52F220F-3DCE-4834-9881-27A6C2F92B9E}"/>
                </a:ext>
              </a:extLst>
            </p:cNvPr>
            <p:cNvCxnSpPr>
              <a:cxnSpLocks/>
            </p:cNvCxnSpPr>
            <p:nvPr/>
          </p:nvCxnSpPr>
          <p:spPr>
            <a:xfrm rot="16200000" flipV="1">
              <a:off x="1091240" y="315393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9" name="TextBox 118">
              <a:extLst>
                <a:ext uri="{FF2B5EF4-FFF2-40B4-BE49-F238E27FC236}">
                  <a16:creationId xmlns:a16="http://schemas.microsoft.com/office/drawing/2014/main" id="{DFC8BAF1-707E-4F48-AB06-50A58A1C250E}"/>
                </a:ext>
              </a:extLst>
            </p:cNvPr>
            <p:cNvSpPr txBox="1"/>
            <p:nvPr/>
          </p:nvSpPr>
          <p:spPr>
            <a:xfrm>
              <a:off x="1307017" y="2569695"/>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p>
          </p:txBody>
        </p:sp>
        <p:sp>
          <p:nvSpPr>
            <p:cNvPr id="120" name="TextBox 119">
              <a:extLst>
                <a:ext uri="{FF2B5EF4-FFF2-40B4-BE49-F238E27FC236}">
                  <a16:creationId xmlns:a16="http://schemas.microsoft.com/office/drawing/2014/main" id="{2BB11ED4-CB1C-474D-BEAF-5F98B3DBAED9}"/>
                </a:ext>
              </a:extLst>
            </p:cNvPr>
            <p:cNvSpPr txBox="1"/>
            <p:nvPr/>
          </p:nvSpPr>
          <p:spPr>
            <a:xfrm>
              <a:off x="1062794" y="3531680"/>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e</a:t>
              </a:r>
              <a:r>
                <a:rPr lang="en-US" baseline="-25000" dirty="0">
                  <a:solidFill>
                    <a:srgbClr val="FF0000"/>
                  </a:solidFill>
                  <a:latin typeface="Consolas" panose="020B0609020204030204" pitchFamily="49" charset="0"/>
                </a:rPr>
                <a:t>0</a:t>
              </a:r>
            </a:p>
          </p:txBody>
        </p:sp>
        <p:cxnSp>
          <p:nvCxnSpPr>
            <p:cNvPr id="121" name="Straight Arrow Connector 120">
              <a:extLst>
                <a:ext uri="{FF2B5EF4-FFF2-40B4-BE49-F238E27FC236}">
                  <a16:creationId xmlns:a16="http://schemas.microsoft.com/office/drawing/2014/main" id="{4F142CE3-65D3-4914-B556-D4C58914039C}"/>
                </a:ext>
              </a:extLst>
            </p:cNvPr>
            <p:cNvCxnSpPr>
              <a:cxnSpLocks/>
            </p:cNvCxnSpPr>
            <p:nvPr/>
          </p:nvCxnSpPr>
          <p:spPr>
            <a:xfrm rot="16200000" flipV="1">
              <a:off x="1393016" y="500661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2" name="Straight Arrow Connector 121">
              <a:extLst>
                <a:ext uri="{FF2B5EF4-FFF2-40B4-BE49-F238E27FC236}">
                  <a16:creationId xmlns:a16="http://schemas.microsoft.com/office/drawing/2014/main" id="{CED34F25-7D77-44DC-874F-BBC72BA04279}"/>
                </a:ext>
              </a:extLst>
            </p:cNvPr>
            <p:cNvCxnSpPr>
              <a:cxnSpLocks/>
            </p:cNvCxnSpPr>
            <p:nvPr/>
          </p:nvCxnSpPr>
          <p:spPr>
            <a:xfrm rot="5400000" flipV="1">
              <a:off x="919287" y="506242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3" name="TextBox 122">
              <a:extLst>
                <a:ext uri="{FF2B5EF4-FFF2-40B4-BE49-F238E27FC236}">
                  <a16:creationId xmlns:a16="http://schemas.microsoft.com/office/drawing/2014/main" id="{69B78DB8-6C9C-4258-A68F-5893E924E77C}"/>
                </a:ext>
              </a:extLst>
            </p:cNvPr>
            <p:cNvSpPr txBox="1"/>
            <p:nvPr/>
          </p:nvSpPr>
          <p:spPr>
            <a:xfrm>
              <a:off x="1944903" y="4811842"/>
              <a:ext cx="317716" cy="369332"/>
            </a:xfrm>
            <a:prstGeom prst="rect">
              <a:avLst/>
            </a:prstGeom>
            <a:noFill/>
            <a:ln w="19050">
              <a:solidFill>
                <a:schemeClr val="tx1"/>
              </a:solidFill>
            </a:ln>
          </p:spPr>
          <p:txBody>
            <a:bodyPr wrap="square" rtlCol="0">
              <a:spAutoFit/>
            </a:bodyPr>
            <a:lstStyle/>
            <a:p>
              <a:r>
                <a:rPr lang="pt-BR" dirty="0"/>
                <a:t>B</a:t>
              </a:r>
              <a:endParaRPr lang="en-US" dirty="0"/>
            </a:p>
          </p:txBody>
        </p:sp>
      </p:grpSp>
      <p:grpSp>
        <p:nvGrpSpPr>
          <p:cNvPr id="3" name="Group 2">
            <a:extLst>
              <a:ext uri="{FF2B5EF4-FFF2-40B4-BE49-F238E27FC236}">
                <a16:creationId xmlns:a16="http://schemas.microsoft.com/office/drawing/2014/main" id="{5D9F46C4-C9FE-485E-A4A1-99229A0D7884}"/>
              </a:ext>
            </a:extLst>
          </p:cNvPr>
          <p:cNvGrpSpPr/>
          <p:nvPr/>
        </p:nvGrpSpPr>
        <p:grpSpPr>
          <a:xfrm>
            <a:off x="4998567" y="1228900"/>
            <a:ext cx="1957010" cy="4524739"/>
            <a:chOff x="4998567" y="1228900"/>
            <a:chExt cx="1957010" cy="4524739"/>
          </a:xfrm>
        </p:grpSpPr>
        <p:sp>
          <p:nvSpPr>
            <p:cNvPr id="88" name="Rectangle 87">
              <a:extLst>
                <a:ext uri="{FF2B5EF4-FFF2-40B4-BE49-F238E27FC236}">
                  <a16:creationId xmlns:a16="http://schemas.microsoft.com/office/drawing/2014/main" id="{32ECF1DD-D258-4DF4-B943-E1BF81F87E16}"/>
                </a:ext>
              </a:extLst>
            </p:cNvPr>
            <p:cNvSpPr/>
            <p:nvPr/>
          </p:nvSpPr>
          <p:spPr>
            <a:xfrm>
              <a:off x="5675635" y="1473506"/>
              <a:ext cx="595051" cy="1776224"/>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89" name="Oval 88">
              <a:extLst>
                <a:ext uri="{FF2B5EF4-FFF2-40B4-BE49-F238E27FC236}">
                  <a16:creationId xmlns:a16="http://schemas.microsoft.com/office/drawing/2014/main" id="{3581E30E-04FA-42DD-9772-CD31583DD7B4}"/>
                </a:ext>
              </a:extLst>
            </p:cNvPr>
            <p:cNvSpPr/>
            <p:nvPr/>
          </p:nvSpPr>
          <p:spPr>
            <a:xfrm>
              <a:off x="5530935" y="1228900"/>
              <a:ext cx="884450" cy="491478"/>
            </a:xfrm>
            <a:prstGeom prst="ellipse">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a:t>
              </a:r>
            </a:p>
          </p:txBody>
        </p:sp>
        <p:sp>
          <p:nvSpPr>
            <p:cNvPr id="90" name="Rectangle 89">
              <a:extLst>
                <a:ext uri="{FF2B5EF4-FFF2-40B4-BE49-F238E27FC236}">
                  <a16:creationId xmlns:a16="http://schemas.microsoft.com/office/drawing/2014/main" id="{4384A865-0D14-4BA8-B65F-460BF83D607C}"/>
                </a:ext>
              </a:extLst>
            </p:cNvPr>
            <p:cNvSpPr/>
            <p:nvPr/>
          </p:nvSpPr>
          <p:spPr>
            <a:xfrm>
              <a:off x="5681906" y="3231481"/>
              <a:ext cx="595051" cy="1776224"/>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91" name="Oval 90">
              <a:extLst>
                <a:ext uri="{FF2B5EF4-FFF2-40B4-BE49-F238E27FC236}">
                  <a16:creationId xmlns:a16="http://schemas.microsoft.com/office/drawing/2014/main" id="{23D68CFF-6D1D-47B0-B504-D759A5874040}"/>
                </a:ext>
              </a:extLst>
            </p:cNvPr>
            <p:cNvSpPr/>
            <p:nvPr/>
          </p:nvSpPr>
          <p:spPr>
            <a:xfrm>
              <a:off x="5469602" y="4738411"/>
              <a:ext cx="987413" cy="548693"/>
            </a:xfrm>
            <a:prstGeom prst="ellipse">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a:t>
              </a:r>
            </a:p>
          </p:txBody>
        </p:sp>
        <p:cxnSp>
          <p:nvCxnSpPr>
            <p:cNvPr id="124" name="Straight Connector 123">
              <a:extLst>
                <a:ext uri="{FF2B5EF4-FFF2-40B4-BE49-F238E27FC236}">
                  <a16:creationId xmlns:a16="http://schemas.microsoft.com/office/drawing/2014/main" id="{2269AB07-585C-4D71-AEA8-EB7663258082}"/>
                </a:ext>
              </a:extLst>
            </p:cNvPr>
            <p:cNvCxnSpPr>
              <a:cxnSpLocks/>
            </p:cNvCxnSpPr>
            <p:nvPr/>
          </p:nvCxnSpPr>
          <p:spPr>
            <a:xfrm rot="2700000">
              <a:off x="6558702" y="2574816"/>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25" name="Straight Connector 124">
              <a:extLst>
                <a:ext uri="{FF2B5EF4-FFF2-40B4-BE49-F238E27FC236}">
                  <a16:creationId xmlns:a16="http://schemas.microsoft.com/office/drawing/2014/main" id="{FDEE684C-DA29-4AFD-8477-612B52A45369}"/>
                </a:ext>
              </a:extLst>
            </p:cNvPr>
            <p:cNvCxnSpPr>
              <a:cxnSpLocks/>
            </p:cNvCxnSpPr>
            <p:nvPr/>
          </p:nvCxnSpPr>
          <p:spPr>
            <a:xfrm rot="18900000">
              <a:off x="5398156" y="2574817"/>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26" name="Straight Connector 125">
              <a:extLst>
                <a:ext uri="{FF2B5EF4-FFF2-40B4-BE49-F238E27FC236}">
                  <a16:creationId xmlns:a16="http://schemas.microsoft.com/office/drawing/2014/main" id="{312118FF-5852-4D5F-9429-C8516CFA3C0D}"/>
                </a:ext>
              </a:extLst>
            </p:cNvPr>
            <p:cNvCxnSpPr>
              <a:cxnSpLocks/>
            </p:cNvCxnSpPr>
            <p:nvPr/>
          </p:nvCxnSpPr>
          <p:spPr>
            <a:xfrm rot="18900000">
              <a:off x="6558702" y="4901570"/>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27" name="Straight Connector 126">
              <a:extLst>
                <a:ext uri="{FF2B5EF4-FFF2-40B4-BE49-F238E27FC236}">
                  <a16:creationId xmlns:a16="http://schemas.microsoft.com/office/drawing/2014/main" id="{C35654EA-B34B-4967-872B-543D8CA8792E}"/>
                </a:ext>
              </a:extLst>
            </p:cNvPr>
            <p:cNvCxnSpPr>
              <a:cxnSpLocks/>
            </p:cNvCxnSpPr>
            <p:nvPr/>
          </p:nvCxnSpPr>
          <p:spPr>
            <a:xfrm rot="2700000">
              <a:off x="5395442" y="4901571"/>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128" name="Oval 127">
              <a:extLst>
                <a:ext uri="{FF2B5EF4-FFF2-40B4-BE49-F238E27FC236}">
                  <a16:creationId xmlns:a16="http://schemas.microsoft.com/office/drawing/2014/main" id="{8BFE1139-746B-4934-95A2-99DF744B3FC9}"/>
                </a:ext>
              </a:extLst>
            </p:cNvPr>
            <p:cNvSpPr/>
            <p:nvPr/>
          </p:nvSpPr>
          <p:spPr>
            <a:xfrm>
              <a:off x="6134639" y="3112802"/>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a:t>
              </a:r>
              <a:endParaRPr lang="en-US" dirty="0"/>
            </a:p>
          </p:txBody>
        </p:sp>
        <p:sp>
          <p:nvSpPr>
            <p:cNvPr id="214" name="Oval 213">
              <a:extLst>
                <a:ext uri="{FF2B5EF4-FFF2-40B4-BE49-F238E27FC236}">
                  <a16:creationId xmlns:a16="http://schemas.microsoft.com/office/drawing/2014/main" id="{C71CA4F3-C076-497A-9343-50B570AD4ED1}"/>
                </a:ext>
              </a:extLst>
            </p:cNvPr>
            <p:cNvSpPr/>
            <p:nvPr/>
          </p:nvSpPr>
          <p:spPr>
            <a:xfrm>
              <a:off x="6142486" y="4873234"/>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215" name="Oval 214">
              <a:extLst>
                <a:ext uri="{FF2B5EF4-FFF2-40B4-BE49-F238E27FC236}">
                  <a16:creationId xmlns:a16="http://schemas.microsoft.com/office/drawing/2014/main" id="{5E92A3E7-1502-4D8E-8D73-CA65A78AEE93}"/>
                </a:ext>
              </a:extLst>
            </p:cNvPr>
            <p:cNvSpPr/>
            <p:nvPr/>
          </p:nvSpPr>
          <p:spPr>
            <a:xfrm>
              <a:off x="5501988" y="488393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216" name="Oval 215">
              <a:extLst>
                <a:ext uri="{FF2B5EF4-FFF2-40B4-BE49-F238E27FC236}">
                  <a16:creationId xmlns:a16="http://schemas.microsoft.com/office/drawing/2014/main" id="{F344328E-72ED-4733-B70D-2B60CC281E01}"/>
                </a:ext>
              </a:extLst>
            </p:cNvPr>
            <p:cNvSpPr/>
            <p:nvPr/>
          </p:nvSpPr>
          <p:spPr>
            <a:xfrm>
              <a:off x="5534263" y="311460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217" name="TextBox 216">
              <a:extLst>
                <a:ext uri="{FF2B5EF4-FFF2-40B4-BE49-F238E27FC236}">
                  <a16:creationId xmlns:a16="http://schemas.microsoft.com/office/drawing/2014/main" id="{B12AE6C8-10EC-4912-9A56-D4209878F984}"/>
                </a:ext>
              </a:extLst>
            </p:cNvPr>
            <p:cNvSpPr txBox="1"/>
            <p:nvPr/>
          </p:nvSpPr>
          <p:spPr>
            <a:xfrm>
              <a:off x="5063905" y="3898832"/>
              <a:ext cx="317716" cy="369332"/>
            </a:xfrm>
            <a:prstGeom prst="rect">
              <a:avLst/>
            </a:prstGeom>
            <a:noFill/>
            <a:ln w="19050">
              <a:solidFill>
                <a:schemeClr val="tx1"/>
              </a:solidFill>
            </a:ln>
          </p:spPr>
          <p:txBody>
            <a:bodyPr wrap="square" rtlCol="0">
              <a:spAutoFit/>
            </a:bodyPr>
            <a:lstStyle/>
            <a:p>
              <a:r>
                <a:rPr lang="pt-BR" dirty="0"/>
                <a:t>C</a:t>
              </a:r>
              <a:endParaRPr lang="en-US" dirty="0"/>
            </a:p>
          </p:txBody>
        </p:sp>
        <p:sp>
          <p:nvSpPr>
            <p:cNvPr id="218" name="TextBox 217">
              <a:extLst>
                <a:ext uri="{FF2B5EF4-FFF2-40B4-BE49-F238E27FC236}">
                  <a16:creationId xmlns:a16="http://schemas.microsoft.com/office/drawing/2014/main" id="{DCE07E3C-9725-4ADC-AC73-882178849797}"/>
                </a:ext>
              </a:extLst>
            </p:cNvPr>
            <p:cNvSpPr txBox="1"/>
            <p:nvPr/>
          </p:nvSpPr>
          <p:spPr>
            <a:xfrm>
              <a:off x="5802312" y="3948085"/>
              <a:ext cx="317716" cy="369332"/>
            </a:xfrm>
            <a:prstGeom prst="rect">
              <a:avLst/>
            </a:prstGeom>
            <a:noFill/>
            <a:ln w="19050">
              <a:solidFill>
                <a:schemeClr val="bg1"/>
              </a:solidFill>
            </a:ln>
          </p:spPr>
          <p:txBody>
            <a:bodyPr wrap="square" rtlCol="0">
              <a:spAutoFit/>
            </a:bodyPr>
            <a:lstStyle/>
            <a:p>
              <a:pPr algn="ctr"/>
              <a:r>
                <a:rPr lang="pt-BR" dirty="0"/>
                <a:t>I</a:t>
              </a:r>
              <a:endParaRPr lang="en-US" dirty="0"/>
            </a:p>
          </p:txBody>
        </p:sp>
        <p:cxnSp>
          <p:nvCxnSpPr>
            <p:cNvPr id="219" name="Straight Arrow Connector 218">
              <a:extLst>
                <a:ext uri="{FF2B5EF4-FFF2-40B4-BE49-F238E27FC236}">
                  <a16:creationId xmlns:a16="http://schemas.microsoft.com/office/drawing/2014/main" id="{55DD0D1D-6E64-4AA3-8F01-2F53BBC2542E}"/>
                </a:ext>
              </a:extLst>
            </p:cNvPr>
            <p:cNvCxnSpPr>
              <a:cxnSpLocks/>
            </p:cNvCxnSpPr>
            <p:nvPr/>
          </p:nvCxnSpPr>
          <p:spPr>
            <a:xfrm rot="16200000" flipV="1">
              <a:off x="5398523" y="412061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0" name="Straight Arrow Connector 219">
              <a:extLst>
                <a:ext uri="{FF2B5EF4-FFF2-40B4-BE49-F238E27FC236}">
                  <a16:creationId xmlns:a16="http://schemas.microsoft.com/office/drawing/2014/main" id="{A93F8B48-5D9B-411C-8CCB-269A65B4D3EA}"/>
                </a:ext>
              </a:extLst>
            </p:cNvPr>
            <p:cNvCxnSpPr>
              <a:cxnSpLocks/>
            </p:cNvCxnSpPr>
            <p:nvPr/>
          </p:nvCxnSpPr>
          <p:spPr>
            <a:xfrm rot="5400000" flipV="1">
              <a:off x="6135349" y="412061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1" name="Straight Arrow Connector 220">
              <a:extLst>
                <a:ext uri="{FF2B5EF4-FFF2-40B4-BE49-F238E27FC236}">
                  <a16:creationId xmlns:a16="http://schemas.microsoft.com/office/drawing/2014/main" id="{C2A2D1A9-EF2B-419A-9AD9-B0AEA4A82DCD}"/>
                </a:ext>
              </a:extLst>
            </p:cNvPr>
            <p:cNvCxnSpPr>
              <a:cxnSpLocks/>
            </p:cNvCxnSpPr>
            <p:nvPr/>
          </p:nvCxnSpPr>
          <p:spPr>
            <a:xfrm flipH="1">
              <a:off x="5892529" y="3285403"/>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2" name="Straight Arrow Connector 221">
              <a:extLst>
                <a:ext uri="{FF2B5EF4-FFF2-40B4-BE49-F238E27FC236}">
                  <a16:creationId xmlns:a16="http://schemas.microsoft.com/office/drawing/2014/main" id="{352F0A21-1E15-4B83-8B97-F6853BF66AF6}"/>
                </a:ext>
              </a:extLst>
            </p:cNvPr>
            <p:cNvCxnSpPr>
              <a:cxnSpLocks/>
            </p:cNvCxnSpPr>
            <p:nvPr/>
          </p:nvCxnSpPr>
          <p:spPr>
            <a:xfrm rot="10800000" flipH="1">
              <a:off x="5885770" y="4700511"/>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3" name="TextBox 222">
              <a:extLst>
                <a:ext uri="{FF2B5EF4-FFF2-40B4-BE49-F238E27FC236}">
                  <a16:creationId xmlns:a16="http://schemas.microsoft.com/office/drawing/2014/main" id="{DA22CC52-00E8-45B2-BE69-859D94CACE9C}"/>
                </a:ext>
              </a:extLst>
            </p:cNvPr>
            <p:cNvSpPr txBox="1"/>
            <p:nvPr/>
          </p:nvSpPr>
          <p:spPr>
            <a:xfrm>
              <a:off x="5845413" y="5384307"/>
              <a:ext cx="317716" cy="369332"/>
            </a:xfrm>
            <a:prstGeom prst="rect">
              <a:avLst/>
            </a:prstGeom>
            <a:noFill/>
            <a:ln w="19050">
              <a:solidFill>
                <a:schemeClr val="tx1"/>
              </a:solidFill>
            </a:ln>
          </p:spPr>
          <p:txBody>
            <a:bodyPr wrap="square" rtlCol="0">
              <a:spAutoFit/>
            </a:bodyPr>
            <a:lstStyle/>
            <a:p>
              <a:r>
                <a:rPr lang="pt-BR" dirty="0"/>
                <a:t>D</a:t>
              </a:r>
              <a:endParaRPr lang="en-US" dirty="0"/>
            </a:p>
          </p:txBody>
        </p:sp>
        <p:sp>
          <p:nvSpPr>
            <p:cNvPr id="224" name="TextBox 223">
              <a:extLst>
                <a:ext uri="{FF2B5EF4-FFF2-40B4-BE49-F238E27FC236}">
                  <a16:creationId xmlns:a16="http://schemas.microsoft.com/office/drawing/2014/main" id="{EA9B27F8-DBC4-42B7-AB60-996FA9A6E8BD}"/>
                </a:ext>
              </a:extLst>
            </p:cNvPr>
            <p:cNvSpPr txBox="1"/>
            <p:nvPr/>
          </p:nvSpPr>
          <p:spPr>
            <a:xfrm>
              <a:off x="5082440" y="2128565"/>
              <a:ext cx="317716" cy="369332"/>
            </a:xfrm>
            <a:prstGeom prst="rect">
              <a:avLst/>
            </a:prstGeom>
            <a:noFill/>
            <a:ln w="19050">
              <a:solidFill>
                <a:schemeClr val="tx1"/>
              </a:solidFill>
            </a:ln>
          </p:spPr>
          <p:txBody>
            <a:bodyPr wrap="square" rtlCol="0">
              <a:spAutoFit/>
            </a:bodyPr>
            <a:lstStyle/>
            <a:p>
              <a:r>
                <a:rPr lang="pt-BR" dirty="0"/>
                <a:t>E</a:t>
              </a:r>
              <a:endParaRPr lang="en-US" dirty="0"/>
            </a:p>
          </p:txBody>
        </p:sp>
        <p:sp>
          <p:nvSpPr>
            <p:cNvPr id="225" name="TextBox 224">
              <a:extLst>
                <a:ext uri="{FF2B5EF4-FFF2-40B4-BE49-F238E27FC236}">
                  <a16:creationId xmlns:a16="http://schemas.microsoft.com/office/drawing/2014/main" id="{E91AE62B-E1D3-4F00-A577-537A5147F164}"/>
                </a:ext>
              </a:extLst>
            </p:cNvPr>
            <p:cNvSpPr txBox="1"/>
            <p:nvPr/>
          </p:nvSpPr>
          <p:spPr>
            <a:xfrm>
              <a:off x="5955216" y="3277594"/>
              <a:ext cx="403983" cy="369332"/>
            </a:xfrm>
            <a:prstGeom prst="rect">
              <a:avLst/>
            </a:prstGeom>
            <a:noFill/>
          </p:spPr>
          <p:txBody>
            <a:bodyPr wrap="square">
              <a:spAutoFit/>
            </a:bodyPr>
            <a:lstStyle/>
            <a:p>
              <a:r>
                <a:rPr lang="en-US" dirty="0">
                  <a:latin typeface="Consolas" panose="020B0609020204030204" pitchFamily="49" charset="0"/>
                </a:rPr>
                <a:t>i</a:t>
              </a:r>
              <a:r>
                <a:rPr lang="en-US" baseline="-25000" dirty="0">
                  <a:latin typeface="Consolas" panose="020B0609020204030204" pitchFamily="49" charset="0"/>
                </a:rPr>
                <a:t>3</a:t>
              </a:r>
            </a:p>
          </p:txBody>
        </p:sp>
        <p:cxnSp>
          <p:nvCxnSpPr>
            <p:cNvPr id="226" name="Straight Arrow Connector 225">
              <a:extLst>
                <a:ext uri="{FF2B5EF4-FFF2-40B4-BE49-F238E27FC236}">
                  <a16:creationId xmlns:a16="http://schemas.microsoft.com/office/drawing/2014/main" id="{A121BCBD-1102-429E-A802-DF4EA634F454}"/>
                </a:ext>
              </a:extLst>
            </p:cNvPr>
            <p:cNvCxnSpPr>
              <a:cxnSpLocks/>
            </p:cNvCxnSpPr>
            <p:nvPr/>
          </p:nvCxnSpPr>
          <p:spPr>
            <a:xfrm rot="5400000" flipV="1">
              <a:off x="6118150" y="229172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7" name="Straight Arrow Connector 226">
              <a:extLst>
                <a:ext uri="{FF2B5EF4-FFF2-40B4-BE49-F238E27FC236}">
                  <a16:creationId xmlns:a16="http://schemas.microsoft.com/office/drawing/2014/main" id="{1D81E4F3-BF1E-4489-9CA8-CB0597275C98}"/>
                </a:ext>
              </a:extLst>
            </p:cNvPr>
            <p:cNvCxnSpPr>
              <a:cxnSpLocks/>
            </p:cNvCxnSpPr>
            <p:nvPr/>
          </p:nvCxnSpPr>
          <p:spPr>
            <a:xfrm rot="-2760000" flipV="1">
              <a:off x="6352828" y="2826037"/>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8" name="TextBox 227">
              <a:extLst>
                <a:ext uri="{FF2B5EF4-FFF2-40B4-BE49-F238E27FC236}">
                  <a16:creationId xmlns:a16="http://schemas.microsoft.com/office/drawing/2014/main" id="{3C7236D7-9372-416E-8DA0-3521362A78AD}"/>
                </a:ext>
              </a:extLst>
            </p:cNvPr>
            <p:cNvSpPr txBox="1"/>
            <p:nvPr/>
          </p:nvSpPr>
          <p:spPr>
            <a:xfrm>
              <a:off x="6519948" y="2136045"/>
              <a:ext cx="317716" cy="369332"/>
            </a:xfrm>
            <a:prstGeom prst="rect">
              <a:avLst/>
            </a:prstGeom>
            <a:noFill/>
            <a:ln w="19050">
              <a:solidFill>
                <a:schemeClr val="tx1"/>
              </a:solidFill>
            </a:ln>
          </p:spPr>
          <p:txBody>
            <a:bodyPr wrap="square" rtlCol="0">
              <a:spAutoFit/>
            </a:bodyPr>
            <a:lstStyle/>
            <a:p>
              <a:r>
                <a:rPr lang="pt-BR" dirty="0"/>
                <a:t>A</a:t>
              </a:r>
              <a:endParaRPr lang="en-US" dirty="0"/>
            </a:p>
          </p:txBody>
        </p:sp>
        <p:cxnSp>
          <p:nvCxnSpPr>
            <p:cNvPr id="229" name="Straight Arrow Connector 228">
              <a:extLst>
                <a:ext uri="{FF2B5EF4-FFF2-40B4-BE49-F238E27FC236}">
                  <a16:creationId xmlns:a16="http://schemas.microsoft.com/office/drawing/2014/main" id="{B8B480A9-EC9E-418B-8125-A510D4786A34}"/>
                </a:ext>
              </a:extLst>
            </p:cNvPr>
            <p:cNvCxnSpPr>
              <a:cxnSpLocks/>
            </p:cNvCxnSpPr>
            <p:nvPr/>
          </p:nvCxnSpPr>
          <p:spPr>
            <a:xfrm rot="16200000" flipV="1">
              <a:off x="5392433" y="227902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0" name="TextBox 229">
              <a:extLst>
                <a:ext uri="{FF2B5EF4-FFF2-40B4-BE49-F238E27FC236}">
                  <a16:creationId xmlns:a16="http://schemas.microsoft.com/office/drawing/2014/main" id="{F5F31576-5038-46EB-A22B-8DFCBE24A4EC}"/>
                </a:ext>
              </a:extLst>
            </p:cNvPr>
            <p:cNvSpPr txBox="1"/>
            <p:nvPr/>
          </p:nvSpPr>
          <p:spPr>
            <a:xfrm>
              <a:off x="6224160" y="1656685"/>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p>
          </p:txBody>
        </p:sp>
        <p:sp>
          <p:nvSpPr>
            <p:cNvPr id="231" name="TextBox 230">
              <a:extLst>
                <a:ext uri="{FF2B5EF4-FFF2-40B4-BE49-F238E27FC236}">
                  <a16:creationId xmlns:a16="http://schemas.microsoft.com/office/drawing/2014/main" id="{90B13D0B-9249-45FD-A577-E53E3E745D46}"/>
                </a:ext>
              </a:extLst>
            </p:cNvPr>
            <p:cNvSpPr txBox="1"/>
            <p:nvPr/>
          </p:nvSpPr>
          <p:spPr>
            <a:xfrm>
              <a:off x="5338587" y="2618670"/>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e</a:t>
              </a:r>
              <a:r>
                <a:rPr lang="en-US" baseline="-25000" dirty="0">
                  <a:solidFill>
                    <a:srgbClr val="FF0000"/>
                  </a:solidFill>
                  <a:latin typeface="Consolas" panose="020B0609020204030204" pitchFamily="49" charset="0"/>
                </a:rPr>
                <a:t>0</a:t>
              </a:r>
            </a:p>
          </p:txBody>
        </p:sp>
        <p:sp>
          <p:nvSpPr>
            <p:cNvPr id="232" name="TextBox 231">
              <a:extLst>
                <a:ext uri="{FF2B5EF4-FFF2-40B4-BE49-F238E27FC236}">
                  <a16:creationId xmlns:a16="http://schemas.microsoft.com/office/drawing/2014/main" id="{85C73DBC-320A-43B8-B4EC-1E72C938C5B3}"/>
                </a:ext>
              </a:extLst>
            </p:cNvPr>
            <p:cNvSpPr txBox="1"/>
            <p:nvPr/>
          </p:nvSpPr>
          <p:spPr>
            <a:xfrm>
              <a:off x="5816456" y="2332924"/>
              <a:ext cx="317716" cy="369332"/>
            </a:xfrm>
            <a:prstGeom prst="rect">
              <a:avLst/>
            </a:prstGeom>
            <a:noFill/>
            <a:ln w="19050">
              <a:solidFill>
                <a:schemeClr val="bg1"/>
              </a:solidFill>
            </a:ln>
          </p:spPr>
          <p:txBody>
            <a:bodyPr wrap="square" rtlCol="0">
              <a:spAutoFit/>
            </a:bodyPr>
            <a:lstStyle/>
            <a:p>
              <a:pPr algn="ctr"/>
              <a:r>
                <a:rPr lang="pt-BR" dirty="0"/>
                <a:t>N</a:t>
              </a:r>
              <a:endParaRPr lang="en-US" dirty="0"/>
            </a:p>
          </p:txBody>
        </p:sp>
        <p:sp>
          <p:nvSpPr>
            <p:cNvPr id="233" name="TextBox 232">
              <a:extLst>
                <a:ext uri="{FF2B5EF4-FFF2-40B4-BE49-F238E27FC236}">
                  <a16:creationId xmlns:a16="http://schemas.microsoft.com/office/drawing/2014/main" id="{96F2B3EC-5CF2-44D3-8911-F2F375333C39}"/>
                </a:ext>
              </a:extLst>
            </p:cNvPr>
            <p:cNvSpPr txBox="1"/>
            <p:nvPr/>
          </p:nvSpPr>
          <p:spPr>
            <a:xfrm>
              <a:off x="5585102" y="2790803"/>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3</a:t>
              </a:r>
            </a:p>
          </p:txBody>
        </p:sp>
        <p:cxnSp>
          <p:nvCxnSpPr>
            <p:cNvPr id="234" name="Straight Arrow Connector 233">
              <a:extLst>
                <a:ext uri="{FF2B5EF4-FFF2-40B4-BE49-F238E27FC236}">
                  <a16:creationId xmlns:a16="http://schemas.microsoft.com/office/drawing/2014/main" id="{58AD8F84-0055-41F4-8EE8-6E1EE509E23F}"/>
                </a:ext>
              </a:extLst>
            </p:cNvPr>
            <p:cNvCxnSpPr>
              <a:cxnSpLocks/>
            </p:cNvCxnSpPr>
            <p:nvPr/>
          </p:nvCxnSpPr>
          <p:spPr>
            <a:xfrm rot="10800000" flipH="1">
              <a:off x="5892529" y="3161578"/>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5" name="Straight Arrow Connector 234">
              <a:extLst>
                <a:ext uri="{FF2B5EF4-FFF2-40B4-BE49-F238E27FC236}">
                  <a16:creationId xmlns:a16="http://schemas.microsoft.com/office/drawing/2014/main" id="{924C1B59-4214-41C8-8FFA-28FF08ABF229}"/>
                </a:ext>
              </a:extLst>
            </p:cNvPr>
            <p:cNvCxnSpPr>
              <a:cxnSpLocks/>
            </p:cNvCxnSpPr>
            <p:nvPr/>
          </p:nvCxnSpPr>
          <p:spPr>
            <a:xfrm rot="16200000" flipV="1">
              <a:off x="5984566" y="242974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6" name="Straight Arrow Connector 235">
              <a:extLst>
                <a:ext uri="{FF2B5EF4-FFF2-40B4-BE49-F238E27FC236}">
                  <a16:creationId xmlns:a16="http://schemas.microsoft.com/office/drawing/2014/main" id="{0DCDD8CA-1C91-4218-A0FD-F0F035E2C90B}"/>
                </a:ext>
              </a:extLst>
            </p:cNvPr>
            <p:cNvCxnSpPr>
              <a:cxnSpLocks/>
            </p:cNvCxnSpPr>
            <p:nvPr/>
          </p:nvCxnSpPr>
          <p:spPr>
            <a:xfrm rot="5400000" flipV="1">
              <a:off x="5514560" y="248266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7" name="Straight Arrow Connector 236">
              <a:extLst>
                <a:ext uri="{FF2B5EF4-FFF2-40B4-BE49-F238E27FC236}">
                  <a16:creationId xmlns:a16="http://schemas.microsoft.com/office/drawing/2014/main" id="{DE4E5BE5-957B-4291-A6CE-D57F9A8FBC42}"/>
                </a:ext>
              </a:extLst>
            </p:cNvPr>
            <p:cNvCxnSpPr>
              <a:cxnSpLocks/>
            </p:cNvCxnSpPr>
            <p:nvPr/>
          </p:nvCxnSpPr>
          <p:spPr>
            <a:xfrm flipH="1">
              <a:off x="5882811" y="1773306"/>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8" name="TextBox 237">
              <a:extLst>
                <a:ext uri="{FF2B5EF4-FFF2-40B4-BE49-F238E27FC236}">
                  <a16:creationId xmlns:a16="http://schemas.microsoft.com/office/drawing/2014/main" id="{2D230778-5AD9-4C83-961B-3AB174B1C1D9}"/>
                </a:ext>
              </a:extLst>
            </p:cNvPr>
            <p:cNvSpPr txBox="1"/>
            <p:nvPr/>
          </p:nvSpPr>
          <p:spPr>
            <a:xfrm>
              <a:off x="6568605" y="3907995"/>
              <a:ext cx="317716" cy="369332"/>
            </a:xfrm>
            <a:prstGeom prst="rect">
              <a:avLst/>
            </a:prstGeom>
            <a:noFill/>
            <a:ln w="19050">
              <a:solidFill>
                <a:schemeClr val="tx1"/>
              </a:solidFill>
            </a:ln>
          </p:spPr>
          <p:txBody>
            <a:bodyPr wrap="square" rtlCol="0">
              <a:spAutoFit/>
            </a:bodyPr>
            <a:lstStyle/>
            <a:p>
              <a:r>
                <a:rPr lang="pt-BR" dirty="0"/>
                <a:t>B</a:t>
              </a:r>
              <a:endParaRPr lang="en-US" dirty="0"/>
            </a:p>
          </p:txBody>
        </p:sp>
        <p:sp>
          <p:nvSpPr>
            <p:cNvPr id="239" name="TextBox 238">
              <a:extLst>
                <a:ext uri="{FF2B5EF4-FFF2-40B4-BE49-F238E27FC236}">
                  <a16:creationId xmlns:a16="http://schemas.microsoft.com/office/drawing/2014/main" id="{2CCAD408-E5A7-4AD2-90D6-C729C72CE0FA}"/>
                </a:ext>
              </a:extLst>
            </p:cNvPr>
            <p:cNvSpPr txBox="1"/>
            <p:nvPr/>
          </p:nvSpPr>
          <p:spPr>
            <a:xfrm>
              <a:off x="5963309" y="2778014"/>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0</a:t>
              </a:r>
            </a:p>
          </p:txBody>
        </p:sp>
        <p:sp>
          <p:nvSpPr>
            <p:cNvPr id="240" name="TextBox 239">
              <a:extLst>
                <a:ext uri="{FF2B5EF4-FFF2-40B4-BE49-F238E27FC236}">
                  <a16:creationId xmlns:a16="http://schemas.microsoft.com/office/drawing/2014/main" id="{F31A3C2C-092C-4DA5-AE5C-CC92FB1E56D4}"/>
                </a:ext>
              </a:extLst>
            </p:cNvPr>
            <p:cNvSpPr txBox="1"/>
            <p:nvPr/>
          </p:nvSpPr>
          <p:spPr>
            <a:xfrm>
              <a:off x="5955216" y="1705892"/>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1</a:t>
              </a:r>
            </a:p>
          </p:txBody>
        </p:sp>
        <p:sp>
          <p:nvSpPr>
            <p:cNvPr id="241" name="TextBox 240">
              <a:extLst>
                <a:ext uri="{FF2B5EF4-FFF2-40B4-BE49-F238E27FC236}">
                  <a16:creationId xmlns:a16="http://schemas.microsoft.com/office/drawing/2014/main" id="{A593BFB6-1CBB-4E6E-A6DB-02FCB2F4BB9C}"/>
                </a:ext>
              </a:extLst>
            </p:cNvPr>
            <p:cNvSpPr txBox="1"/>
            <p:nvPr/>
          </p:nvSpPr>
          <p:spPr>
            <a:xfrm>
              <a:off x="5590117" y="1685874"/>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2</a:t>
              </a:r>
            </a:p>
          </p:txBody>
        </p:sp>
        <p:sp>
          <p:nvSpPr>
            <p:cNvPr id="242" name="Oval 241">
              <a:extLst>
                <a:ext uri="{FF2B5EF4-FFF2-40B4-BE49-F238E27FC236}">
                  <a16:creationId xmlns:a16="http://schemas.microsoft.com/office/drawing/2014/main" id="{256E9827-0DC1-4266-BFE1-6CCFA8F7FA5B}"/>
                </a:ext>
              </a:extLst>
            </p:cNvPr>
            <p:cNvSpPr/>
            <p:nvPr/>
          </p:nvSpPr>
          <p:spPr>
            <a:xfrm>
              <a:off x="6133231" y="1329639"/>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243" name="Oval 242">
              <a:extLst>
                <a:ext uri="{FF2B5EF4-FFF2-40B4-BE49-F238E27FC236}">
                  <a16:creationId xmlns:a16="http://schemas.microsoft.com/office/drawing/2014/main" id="{75F3DF4D-54D7-466E-84A0-D62431FB8A84}"/>
                </a:ext>
              </a:extLst>
            </p:cNvPr>
            <p:cNvSpPr/>
            <p:nvPr/>
          </p:nvSpPr>
          <p:spPr>
            <a:xfrm>
              <a:off x="5547515" y="1341608"/>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grpSp>
      <p:sp>
        <p:nvSpPr>
          <p:cNvPr id="244" name="TextBox 243">
            <a:extLst>
              <a:ext uri="{FF2B5EF4-FFF2-40B4-BE49-F238E27FC236}">
                <a16:creationId xmlns:a16="http://schemas.microsoft.com/office/drawing/2014/main" id="{73EF44EA-8B8D-4F8B-80D2-F6592223C4CD}"/>
              </a:ext>
            </a:extLst>
          </p:cNvPr>
          <p:cNvSpPr txBox="1"/>
          <p:nvPr/>
        </p:nvSpPr>
        <p:spPr>
          <a:xfrm>
            <a:off x="7936845" y="1751617"/>
            <a:ext cx="6243321" cy="3354765"/>
          </a:xfrm>
          <a:prstGeom prst="rect">
            <a:avLst/>
          </a:prstGeom>
          <a:ln w="19050">
            <a:solidFill>
              <a:schemeClr val="tx1"/>
            </a:solidFill>
          </a:ln>
        </p:spPr>
        <p:style>
          <a:lnRef idx="1">
            <a:schemeClr val="accent1"/>
          </a:lnRef>
          <a:fillRef idx="3">
            <a:schemeClr val="accent1"/>
          </a:fillRef>
          <a:effectRef idx="2">
            <a:schemeClr val="accent1"/>
          </a:effectRef>
          <a:fontRef idx="minor">
            <a:schemeClr val="lt1"/>
          </a:fontRef>
        </p:style>
        <p:txBody>
          <a:bodyPr wrap="square">
            <a:spAutoFit/>
          </a:bodyPr>
          <a:lstStyle/>
          <a:p>
            <a:pPr algn="just"/>
            <a:r>
              <a:rPr lang="en-US" sz="1200" dirty="0">
                <a:latin typeface="Consolas" panose="020B0609020204030204" pitchFamily="49" charset="0"/>
              </a:rPr>
              <a:t>When the previous rule fails to find a face in common, we are in the case of opening an edge directly.</a:t>
            </a:r>
            <a:endParaRPr lang="en-US" sz="1200" baseline="-25000" dirty="0">
              <a:latin typeface="Consolas" panose="020B0609020204030204" pitchFamily="49" charset="0"/>
            </a:endParaRPr>
          </a:p>
          <a:p>
            <a:pPr algn="just"/>
            <a:endParaRPr lang="en-US" sz="1200" baseline="-25000" dirty="0">
              <a:latin typeface="Consolas" panose="020B0609020204030204" pitchFamily="49" charset="0"/>
            </a:endParaRPr>
          </a:p>
          <a:p>
            <a:pPr algn="just"/>
            <a:r>
              <a:rPr lang="en-US" sz="1200" dirty="0">
                <a:latin typeface="Consolas" panose="020B0609020204030204" pitchFamily="49" charset="0"/>
              </a:rPr>
              <a:t>The main challenge here is how to determine which connections should go for each vertex. There are two main approaches:</a:t>
            </a:r>
            <a:br>
              <a:rPr lang="en-US" sz="1200" dirty="0">
                <a:latin typeface="Consolas" panose="020B0609020204030204" pitchFamily="49" charset="0"/>
              </a:rPr>
            </a:br>
            <a:endParaRPr lang="en-US" sz="1200" dirty="0">
              <a:latin typeface="Consolas" panose="020B0609020204030204" pitchFamily="49" charset="0"/>
            </a:endParaRPr>
          </a:p>
          <a:p>
            <a:pPr marL="342900" indent="-342900" algn="just">
              <a:buAutoNum type="arabicParenR"/>
            </a:pPr>
            <a:r>
              <a:rPr lang="en-US" sz="1200" dirty="0">
                <a:latin typeface="Consolas" panose="020B0609020204030204" pitchFamily="49" charset="0"/>
              </a:rPr>
              <a:t>Topological: Rotate around the vertex using the edge being opened to determine the division. However, this operation seems not be directly converted to 3D operation. The 2D rotation is based on the cross product operation, that is not defined for 3D (the operation should be in 4d).</a:t>
            </a:r>
          </a:p>
          <a:p>
            <a:pPr marL="342900" indent="-342900" algn="just">
              <a:buAutoNum type="arabicParenR"/>
            </a:pPr>
            <a:r>
              <a:rPr lang="en-US" sz="1200" dirty="0">
                <a:latin typeface="Consolas" panose="020B0609020204030204" pitchFamily="49" charset="0"/>
              </a:rPr>
              <a:t>Geometric: An edge (or face) separates the world in two, this could be used to determine which edges (faces) should go to each vertex.</a:t>
            </a:r>
          </a:p>
          <a:p>
            <a:pPr marL="342900" indent="-342900" algn="just">
              <a:buAutoNum type="arabicParenR"/>
            </a:pPr>
            <a:endParaRPr lang="en-US" sz="1200" dirty="0">
              <a:latin typeface="Consolas" panose="020B0609020204030204" pitchFamily="49" charset="0"/>
            </a:endParaRPr>
          </a:p>
          <a:p>
            <a:pPr algn="just"/>
            <a:r>
              <a:rPr lang="en-US" sz="1200" b="1" dirty="0">
                <a:latin typeface="Consolas" panose="020B0609020204030204" pitchFamily="49" charset="0"/>
              </a:rPr>
              <a:t>Decision:</a:t>
            </a:r>
            <a:r>
              <a:rPr lang="en-US" sz="1200" dirty="0">
                <a:latin typeface="Consolas" panose="020B0609020204030204" pitchFamily="49" charset="0"/>
              </a:rPr>
              <a:t> we are going to implement it based on the topological approach because it seems to be safer to convert to 3D. We should avoid twists or operations based on angle. We need to perform a traversal around the vertex starting from both element’s side.</a:t>
            </a:r>
          </a:p>
        </p:txBody>
      </p:sp>
      <p:sp>
        <p:nvSpPr>
          <p:cNvPr id="245" name="TextBox 244">
            <a:extLst>
              <a:ext uri="{FF2B5EF4-FFF2-40B4-BE49-F238E27FC236}">
                <a16:creationId xmlns:a16="http://schemas.microsoft.com/office/drawing/2014/main" id="{843490BF-1178-41BF-A4DD-D7E307C6B6E2}"/>
              </a:ext>
            </a:extLst>
          </p:cNvPr>
          <p:cNvSpPr txBox="1"/>
          <p:nvPr/>
        </p:nvSpPr>
        <p:spPr>
          <a:xfrm>
            <a:off x="4067004" y="6001256"/>
            <a:ext cx="3812282" cy="369332"/>
          </a:xfrm>
          <a:prstGeom prst="rect">
            <a:avLst/>
          </a:prstGeom>
          <a:ln/>
        </p:spPr>
        <p:style>
          <a:lnRef idx="1">
            <a:schemeClr val="dk1"/>
          </a:lnRef>
          <a:fillRef idx="3">
            <a:schemeClr val="dk1"/>
          </a:fillRef>
          <a:effectRef idx="2">
            <a:schemeClr val="dk1"/>
          </a:effectRef>
          <a:fontRef idx="minor">
            <a:schemeClr val="lt1"/>
          </a:fontRef>
        </p:style>
        <p:txBody>
          <a:bodyPr wrap="square">
            <a:spAutoFit/>
          </a:bodyPr>
          <a:lstStyle/>
          <a:p>
            <a:r>
              <a:rPr lang="en-US" dirty="0">
                <a:latin typeface="Consolas" panose="020B0609020204030204" pitchFamily="49" charset="0"/>
              </a:rPr>
              <a:t>* = can be collapsed or not.</a:t>
            </a:r>
          </a:p>
        </p:txBody>
      </p:sp>
    </p:spTree>
    <p:extLst>
      <p:ext uri="{BB962C8B-B14F-4D97-AF65-F5344CB8AC3E}">
        <p14:creationId xmlns:p14="http://schemas.microsoft.com/office/powerpoint/2010/main" val="10729484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503A07-0117-4081-A30C-D1624E0122FE}"/>
              </a:ext>
            </a:extLst>
          </p:cNvPr>
          <p:cNvSpPr>
            <a:spLocks noGrp="1"/>
          </p:cNvSpPr>
          <p:nvPr>
            <p:ph type="title"/>
          </p:nvPr>
        </p:nvSpPr>
        <p:spPr/>
        <p:txBody>
          <a:bodyPr/>
          <a:lstStyle/>
          <a:p>
            <a:r>
              <a:rPr lang="en-US" dirty="0"/>
              <a:t>Operators: Expand Collapsed Edge</a:t>
            </a:r>
          </a:p>
        </p:txBody>
      </p:sp>
      <p:sp>
        <p:nvSpPr>
          <p:cNvPr id="5" name="Espaço Reservado para Conteúdo 4"/>
          <p:cNvSpPr>
            <a:spLocks noGrp="1"/>
          </p:cNvSpPr>
          <p:nvPr>
            <p:ph idx="1"/>
          </p:nvPr>
        </p:nvSpPr>
        <p:spPr>
          <a:xfrm>
            <a:off x="569574" y="899206"/>
            <a:ext cx="13601232" cy="5456770"/>
          </a:xfrm>
        </p:spPr>
        <p:txBody>
          <a:bodyPr/>
          <a:lstStyle/>
          <a:p>
            <a:pPr algn="just"/>
            <a:r>
              <a:rPr lang="en-US" sz="2200" dirty="0"/>
              <a:t>The </a:t>
            </a:r>
            <a:r>
              <a:rPr lang="en-US" sz="2200" b="1" dirty="0"/>
              <a:t>Expand Collapsed Edge Operator</a:t>
            </a:r>
            <a:r>
              <a:rPr lang="en-US" sz="2200" dirty="0"/>
              <a:t> takes place when the former operator condition fails to find a shared element, i.e.:</a:t>
            </a:r>
          </a:p>
          <a:p>
            <a:pPr lvl="1" algn="just"/>
            <a:r>
              <a:rPr lang="en-US" sz="1777" b="1" dirty="0"/>
              <a:t>Available Vertex: </a:t>
            </a:r>
            <a:r>
              <a:rPr lang="en-US" sz="1777" dirty="0"/>
              <a:t>the edge selected to inset the interface element should have a collapsed edge, which means a duplicated = available vertex.</a:t>
            </a:r>
          </a:p>
          <a:p>
            <a:pPr lvl="1" algn="just"/>
            <a:r>
              <a:rPr lang="en-US" sz="1777" b="1" u="sng" dirty="0"/>
              <a:t>No</a:t>
            </a:r>
            <a:r>
              <a:rPr lang="en-US" sz="1777" b="1" dirty="0"/>
              <a:t> Shared Element: </a:t>
            </a:r>
            <a:r>
              <a:rPr lang="en-US" sz="1777" u="sng" dirty="0"/>
              <a:t>there is no shared element</a:t>
            </a:r>
            <a:r>
              <a:rPr lang="en-US" sz="1777" dirty="0"/>
              <a:t> between the edge selected and the income/outcome edge from the available vertex.</a:t>
            </a:r>
          </a:p>
          <a:p>
            <a:pPr marL="0" indent="0" algn="just">
              <a:buNone/>
            </a:pPr>
            <a:endParaRPr lang="en-US" sz="2200" b="1" dirty="0"/>
          </a:p>
          <a:p>
            <a:pPr algn="just"/>
            <a:r>
              <a:rPr lang="en-US" sz="2200" dirty="0"/>
              <a:t>The sensible part of this operator is that the edges connected to the available vertex should be divided in two groups and each group reconnected to one of the two new vertices (the detected available vertex and the created vertex). </a:t>
            </a:r>
          </a:p>
          <a:p>
            <a:pPr lvl="1" algn="just"/>
            <a:r>
              <a:rPr lang="en-US" sz="1777" dirty="0"/>
              <a:t>The algorithm should be designed in a way that can be translate to 3D with the minimum effort.</a:t>
            </a:r>
          </a:p>
        </p:txBody>
      </p:sp>
    </p:spTree>
    <p:extLst>
      <p:ext uri="{BB962C8B-B14F-4D97-AF65-F5344CB8AC3E}">
        <p14:creationId xmlns:p14="http://schemas.microsoft.com/office/powerpoint/2010/main" val="3870083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503A07-0117-4081-A30C-D1624E0122FE}"/>
              </a:ext>
            </a:extLst>
          </p:cNvPr>
          <p:cNvSpPr>
            <a:spLocks noGrp="1"/>
          </p:cNvSpPr>
          <p:nvPr>
            <p:ph type="title"/>
          </p:nvPr>
        </p:nvSpPr>
        <p:spPr/>
        <p:txBody>
          <a:bodyPr/>
          <a:lstStyle/>
          <a:p>
            <a:r>
              <a:rPr lang="en-US" dirty="0"/>
              <a:t>Operators: Hole</a:t>
            </a:r>
          </a:p>
        </p:txBody>
      </p:sp>
      <p:sp>
        <p:nvSpPr>
          <p:cNvPr id="76" name="Rectangle 197">
            <a:extLst>
              <a:ext uri="{FF2B5EF4-FFF2-40B4-BE49-F238E27FC236}">
                <a16:creationId xmlns:a16="http://schemas.microsoft.com/office/drawing/2014/main" id="{B803F819-692B-4B32-AA1A-CEF8C7603314}"/>
              </a:ext>
            </a:extLst>
          </p:cNvPr>
          <p:cNvSpPr/>
          <p:nvPr/>
        </p:nvSpPr>
        <p:spPr>
          <a:xfrm rot="5400000">
            <a:off x="11182973" y="2135076"/>
            <a:ext cx="1396372" cy="787745"/>
          </a:xfrm>
          <a:custGeom>
            <a:avLst/>
            <a:gdLst>
              <a:gd name="connsiteX0" fmla="*/ 0 w 1399494"/>
              <a:gd name="connsiteY0" fmla="*/ 0 h 1776224"/>
              <a:gd name="connsiteX1" fmla="*/ 1399494 w 1399494"/>
              <a:gd name="connsiteY1" fmla="*/ 0 h 1776224"/>
              <a:gd name="connsiteX2" fmla="*/ 1399494 w 1399494"/>
              <a:gd name="connsiteY2" fmla="*/ 1776224 h 1776224"/>
              <a:gd name="connsiteX3" fmla="*/ 0 w 1399494"/>
              <a:gd name="connsiteY3" fmla="*/ 1776224 h 1776224"/>
              <a:gd name="connsiteX4" fmla="*/ 0 w 1399494"/>
              <a:gd name="connsiteY4" fmla="*/ 0 h 1776224"/>
              <a:gd name="connsiteX0" fmla="*/ 0 w 1404256"/>
              <a:gd name="connsiteY0" fmla="*/ 0 h 1776224"/>
              <a:gd name="connsiteX1" fmla="*/ 1404256 w 1404256"/>
              <a:gd name="connsiteY1" fmla="*/ 381000 h 1776224"/>
              <a:gd name="connsiteX2" fmla="*/ 1399494 w 1404256"/>
              <a:gd name="connsiteY2" fmla="*/ 1776224 h 1776224"/>
              <a:gd name="connsiteX3" fmla="*/ 0 w 1404256"/>
              <a:gd name="connsiteY3" fmla="*/ 1776224 h 1776224"/>
              <a:gd name="connsiteX4" fmla="*/ 0 w 1404256"/>
              <a:gd name="connsiteY4" fmla="*/ 0 h 1776224"/>
              <a:gd name="connsiteX0" fmla="*/ 0 w 1404256"/>
              <a:gd name="connsiteY0" fmla="*/ 4763 h 1395224"/>
              <a:gd name="connsiteX1" fmla="*/ 1404256 w 1404256"/>
              <a:gd name="connsiteY1" fmla="*/ 0 h 1395224"/>
              <a:gd name="connsiteX2" fmla="*/ 1399494 w 1404256"/>
              <a:gd name="connsiteY2" fmla="*/ 1395224 h 1395224"/>
              <a:gd name="connsiteX3" fmla="*/ 0 w 1404256"/>
              <a:gd name="connsiteY3" fmla="*/ 1395224 h 1395224"/>
              <a:gd name="connsiteX4" fmla="*/ 0 w 1404256"/>
              <a:gd name="connsiteY4" fmla="*/ 4763 h 1395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256" h="1395224">
                <a:moveTo>
                  <a:pt x="0" y="4763"/>
                </a:moveTo>
                <a:lnTo>
                  <a:pt x="1404256" y="0"/>
                </a:lnTo>
                <a:cubicBezTo>
                  <a:pt x="1402669" y="465075"/>
                  <a:pt x="1401081" y="930149"/>
                  <a:pt x="1399494" y="1395224"/>
                </a:cubicBezTo>
                <a:lnTo>
                  <a:pt x="0" y="1395224"/>
                </a:lnTo>
                <a:lnTo>
                  <a:pt x="0" y="4763"/>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77" name="TextBox 76">
            <a:extLst>
              <a:ext uri="{FF2B5EF4-FFF2-40B4-BE49-F238E27FC236}">
                <a16:creationId xmlns:a16="http://schemas.microsoft.com/office/drawing/2014/main" id="{25EE1CA1-BBFC-4DC5-BA61-C0A69EFC84CD}"/>
              </a:ext>
            </a:extLst>
          </p:cNvPr>
          <p:cNvSpPr txBox="1"/>
          <p:nvPr/>
        </p:nvSpPr>
        <p:spPr>
          <a:xfrm>
            <a:off x="392560" y="817428"/>
            <a:ext cx="1808709" cy="369332"/>
          </a:xfrm>
          <a:prstGeom prst="rect">
            <a:avLst/>
          </a:prstGeom>
          <a:noFill/>
          <a:ln>
            <a:solidFill>
              <a:schemeClr val="tx1"/>
            </a:solidFill>
          </a:ln>
        </p:spPr>
        <p:txBody>
          <a:bodyPr wrap="square">
            <a:spAutoFit/>
          </a:bodyPr>
          <a:lstStyle/>
          <a:p>
            <a:pPr algn="ctr"/>
            <a:r>
              <a:rPr lang="en-US" dirty="0">
                <a:solidFill>
                  <a:srgbClr val="000000"/>
                </a:solidFill>
                <a:latin typeface="Consolas" panose="020B0609020204030204" pitchFamily="49" charset="0"/>
              </a:rPr>
              <a:t>hole(he = </a:t>
            </a:r>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r>
              <a:rPr lang="en-US" dirty="0">
                <a:solidFill>
                  <a:srgbClr val="000000"/>
                </a:solidFill>
                <a:latin typeface="Consolas" panose="020B0609020204030204" pitchFamily="49" charset="0"/>
              </a:rPr>
              <a:t>)</a:t>
            </a:r>
          </a:p>
        </p:txBody>
      </p:sp>
      <p:grpSp>
        <p:nvGrpSpPr>
          <p:cNvPr id="78" name="Group 77">
            <a:extLst>
              <a:ext uri="{FF2B5EF4-FFF2-40B4-BE49-F238E27FC236}">
                <a16:creationId xmlns:a16="http://schemas.microsoft.com/office/drawing/2014/main" id="{0EB7C4DC-0991-42B3-8E7F-3340312F32D8}"/>
              </a:ext>
            </a:extLst>
          </p:cNvPr>
          <p:cNvGrpSpPr/>
          <p:nvPr/>
        </p:nvGrpSpPr>
        <p:grpSpPr>
          <a:xfrm>
            <a:off x="279515" y="1728468"/>
            <a:ext cx="3864236" cy="3641835"/>
            <a:chOff x="171935" y="1181617"/>
            <a:chExt cx="3864236" cy="3641835"/>
          </a:xfrm>
        </p:grpSpPr>
        <p:grpSp>
          <p:nvGrpSpPr>
            <p:cNvPr id="79" name="Group 78">
              <a:extLst>
                <a:ext uri="{FF2B5EF4-FFF2-40B4-BE49-F238E27FC236}">
                  <a16:creationId xmlns:a16="http://schemas.microsoft.com/office/drawing/2014/main" id="{62AE2389-8194-42E0-A7D2-4BC3B4F0C1C4}"/>
                </a:ext>
              </a:extLst>
            </p:cNvPr>
            <p:cNvGrpSpPr/>
            <p:nvPr/>
          </p:nvGrpSpPr>
          <p:grpSpPr>
            <a:xfrm>
              <a:off x="183159" y="1181617"/>
              <a:ext cx="3853012" cy="1533967"/>
              <a:chOff x="238224" y="4636821"/>
              <a:chExt cx="3853012" cy="1533967"/>
            </a:xfrm>
          </p:grpSpPr>
          <p:sp>
            <p:nvSpPr>
              <p:cNvPr id="158" name="Rectangle 157">
                <a:extLst>
                  <a:ext uri="{FF2B5EF4-FFF2-40B4-BE49-F238E27FC236}">
                    <a16:creationId xmlns:a16="http://schemas.microsoft.com/office/drawing/2014/main" id="{5DAC460A-5383-4741-8210-91E847E7EC59}"/>
                  </a:ext>
                </a:extLst>
              </p:cNvPr>
              <p:cNvSpPr/>
              <p:nvPr/>
            </p:nvSpPr>
            <p:spPr>
              <a:xfrm rot="5400000">
                <a:off x="561566" y="4582929"/>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159" name="Rectangle 158">
                <a:extLst>
                  <a:ext uri="{FF2B5EF4-FFF2-40B4-BE49-F238E27FC236}">
                    <a16:creationId xmlns:a16="http://schemas.microsoft.com/office/drawing/2014/main" id="{5F734638-CD49-48F5-9606-A14F44E7EE55}"/>
                  </a:ext>
                </a:extLst>
              </p:cNvPr>
              <p:cNvSpPr/>
              <p:nvPr/>
            </p:nvSpPr>
            <p:spPr>
              <a:xfrm rot="5400000">
                <a:off x="2337293" y="4583096"/>
                <a:ext cx="1399148"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160" name="Oval 159">
                <a:extLst>
                  <a:ext uri="{FF2B5EF4-FFF2-40B4-BE49-F238E27FC236}">
                    <a16:creationId xmlns:a16="http://schemas.microsoft.com/office/drawing/2014/main" id="{84CDC1EA-775D-479D-91C4-C177AFA590B8}"/>
                  </a:ext>
                </a:extLst>
              </p:cNvPr>
              <p:cNvSpPr/>
              <p:nvPr/>
            </p:nvSpPr>
            <p:spPr>
              <a:xfrm>
                <a:off x="3822295" y="4640168"/>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sp>
            <p:nvSpPr>
              <p:cNvPr id="161" name="Oval 160">
                <a:extLst>
                  <a:ext uri="{FF2B5EF4-FFF2-40B4-BE49-F238E27FC236}">
                    <a16:creationId xmlns:a16="http://schemas.microsoft.com/office/drawing/2014/main" id="{D7094F6E-CEB2-4DBD-9934-E2B86A9C7E77}"/>
                  </a:ext>
                </a:extLst>
              </p:cNvPr>
              <p:cNvSpPr/>
              <p:nvPr/>
            </p:nvSpPr>
            <p:spPr>
              <a:xfrm>
                <a:off x="2014450" y="463682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162" name="Oval 161">
                <a:extLst>
                  <a:ext uri="{FF2B5EF4-FFF2-40B4-BE49-F238E27FC236}">
                    <a16:creationId xmlns:a16="http://schemas.microsoft.com/office/drawing/2014/main" id="{C0F841AE-1953-4BF8-93F4-FA7C236A24D6}"/>
                  </a:ext>
                </a:extLst>
              </p:cNvPr>
              <p:cNvSpPr/>
              <p:nvPr/>
            </p:nvSpPr>
            <p:spPr>
              <a:xfrm>
                <a:off x="238224" y="463682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cxnSp>
            <p:nvCxnSpPr>
              <p:cNvPr id="163" name="Straight Arrow Connector 162">
                <a:extLst>
                  <a:ext uri="{FF2B5EF4-FFF2-40B4-BE49-F238E27FC236}">
                    <a16:creationId xmlns:a16="http://schemas.microsoft.com/office/drawing/2014/main" id="{E757BA05-F25A-4301-9B95-65C94A4951AF}"/>
                  </a:ext>
                </a:extLst>
              </p:cNvPr>
              <p:cNvCxnSpPr>
                <a:cxnSpLocks/>
              </p:cNvCxnSpPr>
              <p:nvPr/>
            </p:nvCxnSpPr>
            <p:spPr>
              <a:xfrm rot="16200000" flipV="1">
                <a:off x="1832087" y="5412502"/>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4" name="Straight Arrow Connector 163">
                <a:extLst>
                  <a:ext uri="{FF2B5EF4-FFF2-40B4-BE49-F238E27FC236}">
                    <a16:creationId xmlns:a16="http://schemas.microsoft.com/office/drawing/2014/main" id="{91604191-B93B-41FF-8650-FF9148C5264A}"/>
                  </a:ext>
                </a:extLst>
              </p:cNvPr>
              <p:cNvCxnSpPr>
                <a:cxnSpLocks/>
              </p:cNvCxnSpPr>
              <p:nvPr/>
            </p:nvCxnSpPr>
            <p:spPr>
              <a:xfrm rot="5400000" flipV="1">
                <a:off x="2003522" y="544431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5" name="Straight Arrow Connector 164">
                <a:extLst>
                  <a:ext uri="{FF2B5EF4-FFF2-40B4-BE49-F238E27FC236}">
                    <a16:creationId xmlns:a16="http://schemas.microsoft.com/office/drawing/2014/main" id="{D61C9CEC-26A9-451B-A2F8-0AC461B11A66}"/>
                  </a:ext>
                </a:extLst>
              </p:cNvPr>
              <p:cNvCxnSpPr>
                <a:cxnSpLocks/>
              </p:cNvCxnSpPr>
              <p:nvPr/>
            </p:nvCxnSpPr>
            <p:spPr>
              <a:xfrm flipV="1">
                <a:off x="1045260" y="608585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6" name="Straight Arrow Connector 165">
                <a:extLst>
                  <a:ext uri="{FF2B5EF4-FFF2-40B4-BE49-F238E27FC236}">
                    <a16:creationId xmlns:a16="http://schemas.microsoft.com/office/drawing/2014/main" id="{A6A513BF-6850-4D3C-BB02-A37E1D5C5383}"/>
                  </a:ext>
                </a:extLst>
              </p:cNvPr>
              <p:cNvCxnSpPr>
                <a:cxnSpLocks/>
              </p:cNvCxnSpPr>
              <p:nvPr/>
            </p:nvCxnSpPr>
            <p:spPr>
              <a:xfrm rot="16200000" flipV="1">
                <a:off x="3624487" y="541250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7" name="Straight Arrow Connector 166">
                <a:extLst>
                  <a:ext uri="{FF2B5EF4-FFF2-40B4-BE49-F238E27FC236}">
                    <a16:creationId xmlns:a16="http://schemas.microsoft.com/office/drawing/2014/main" id="{4AC3D25F-0EB9-4B8D-8ADF-7F9F2AD48B01}"/>
                  </a:ext>
                </a:extLst>
              </p:cNvPr>
              <p:cNvCxnSpPr>
                <a:cxnSpLocks/>
              </p:cNvCxnSpPr>
              <p:nvPr/>
            </p:nvCxnSpPr>
            <p:spPr>
              <a:xfrm rot="5400000" flipV="1">
                <a:off x="249176" y="544431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8" name="TextBox 167">
                <a:extLst>
                  <a:ext uri="{FF2B5EF4-FFF2-40B4-BE49-F238E27FC236}">
                    <a16:creationId xmlns:a16="http://schemas.microsoft.com/office/drawing/2014/main" id="{A92782F2-6A74-4CD8-BB91-DA9F7BE41888}"/>
                  </a:ext>
                </a:extLst>
              </p:cNvPr>
              <p:cNvSpPr txBox="1"/>
              <p:nvPr/>
            </p:nvSpPr>
            <p:spPr>
              <a:xfrm>
                <a:off x="1086449" y="5232292"/>
                <a:ext cx="310896" cy="307777"/>
              </a:xfrm>
              <a:prstGeom prst="rect">
                <a:avLst/>
              </a:prstGeom>
              <a:noFill/>
              <a:ln w="19050">
                <a:solidFill>
                  <a:schemeClr val="bg1"/>
                </a:solidFill>
              </a:ln>
            </p:spPr>
            <p:txBody>
              <a:bodyPr wrap="square" rtlCol="0">
                <a:spAutoFit/>
              </a:bodyPr>
              <a:lstStyle/>
              <a:p>
                <a:r>
                  <a:rPr lang="pt-BR" sz="1400" dirty="0"/>
                  <a:t>C</a:t>
                </a:r>
                <a:endParaRPr lang="en-US" sz="1400" dirty="0"/>
              </a:p>
            </p:txBody>
          </p:sp>
          <p:sp>
            <p:nvSpPr>
              <p:cNvPr id="169" name="TextBox 168">
                <a:extLst>
                  <a:ext uri="{FF2B5EF4-FFF2-40B4-BE49-F238E27FC236}">
                    <a16:creationId xmlns:a16="http://schemas.microsoft.com/office/drawing/2014/main" id="{4C59B54E-9E7D-44BA-A0E0-E5775A74CDF2}"/>
                  </a:ext>
                </a:extLst>
              </p:cNvPr>
              <p:cNvSpPr txBox="1"/>
              <p:nvPr/>
            </p:nvSpPr>
            <p:spPr>
              <a:xfrm>
                <a:off x="2937355" y="5228535"/>
                <a:ext cx="310896" cy="307777"/>
              </a:xfrm>
              <a:prstGeom prst="rect">
                <a:avLst/>
              </a:prstGeom>
              <a:noFill/>
              <a:ln w="19050">
                <a:solidFill>
                  <a:schemeClr val="bg1"/>
                </a:solidFill>
              </a:ln>
            </p:spPr>
            <p:txBody>
              <a:bodyPr wrap="square" rtlCol="0">
                <a:spAutoFit/>
              </a:bodyPr>
              <a:lstStyle/>
              <a:p>
                <a:r>
                  <a:rPr lang="pt-BR" sz="1400" dirty="0"/>
                  <a:t>D</a:t>
                </a:r>
                <a:endParaRPr lang="en-US" sz="1400" dirty="0"/>
              </a:p>
            </p:txBody>
          </p:sp>
          <p:cxnSp>
            <p:nvCxnSpPr>
              <p:cNvPr id="170" name="Straight Arrow Connector 169">
                <a:extLst>
                  <a:ext uri="{FF2B5EF4-FFF2-40B4-BE49-F238E27FC236}">
                    <a16:creationId xmlns:a16="http://schemas.microsoft.com/office/drawing/2014/main" id="{0EFB868F-E3A1-4BB9-BBF1-67083B4BF0BC}"/>
                  </a:ext>
                </a:extLst>
              </p:cNvPr>
              <p:cNvCxnSpPr>
                <a:cxnSpLocks/>
              </p:cNvCxnSpPr>
              <p:nvPr/>
            </p:nvCxnSpPr>
            <p:spPr>
              <a:xfrm flipV="1">
                <a:off x="2837805" y="608434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1" name="Straight Arrow Connector 170">
                <a:extLst>
                  <a:ext uri="{FF2B5EF4-FFF2-40B4-BE49-F238E27FC236}">
                    <a16:creationId xmlns:a16="http://schemas.microsoft.com/office/drawing/2014/main" id="{F15AEA61-C1CF-4DD3-A05B-6578939B9E08}"/>
                  </a:ext>
                </a:extLst>
              </p:cNvPr>
              <p:cNvCxnSpPr>
                <a:cxnSpLocks/>
              </p:cNvCxnSpPr>
              <p:nvPr/>
            </p:nvCxnSpPr>
            <p:spPr>
              <a:xfrm rot="10800000" flipV="1">
                <a:off x="1045260" y="482739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2" name="Straight Arrow Connector 171">
                <a:extLst>
                  <a:ext uri="{FF2B5EF4-FFF2-40B4-BE49-F238E27FC236}">
                    <a16:creationId xmlns:a16="http://schemas.microsoft.com/office/drawing/2014/main" id="{F7EEA888-DE71-4941-ACFE-72CE5E83EC21}"/>
                  </a:ext>
                </a:extLst>
              </p:cNvPr>
              <p:cNvCxnSpPr>
                <a:cxnSpLocks/>
              </p:cNvCxnSpPr>
              <p:nvPr/>
            </p:nvCxnSpPr>
            <p:spPr>
              <a:xfrm rot="10800000" flipV="1">
                <a:off x="2823516" y="483424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80" name="Rectangle 79">
              <a:extLst>
                <a:ext uri="{FF2B5EF4-FFF2-40B4-BE49-F238E27FC236}">
                  <a16:creationId xmlns:a16="http://schemas.microsoft.com/office/drawing/2014/main" id="{56B9EA6E-1B1A-4A49-98DE-5A56F9608E0D}"/>
                </a:ext>
              </a:extLst>
            </p:cNvPr>
            <p:cNvSpPr/>
            <p:nvPr/>
          </p:nvSpPr>
          <p:spPr>
            <a:xfrm rot="5400000">
              <a:off x="908217" y="2099076"/>
              <a:ext cx="595051" cy="1776224"/>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81" name="Rectangle 80">
              <a:extLst>
                <a:ext uri="{FF2B5EF4-FFF2-40B4-BE49-F238E27FC236}">
                  <a16:creationId xmlns:a16="http://schemas.microsoft.com/office/drawing/2014/main" id="{17A23656-9827-4D54-9390-67A9CC5A7198}"/>
                </a:ext>
              </a:extLst>
            </p:cNvPr>
            <p:cNvSpPr/>
            <p:nvPr/>
          </p:nvSpPr>
          <p:spPr>
            <a:xfrm rot="5400000">
              <a:off x="2684441" y="2097277"/>
              <a:ext cx="595051" cy="1776224"/>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82" name="Rectangle 81">
              <a:extLst>
                <a:ext uri="{FF2B5EF4-FFF2-40B4-BE49-F238E27FC236}">
                  <a16:creationId xmlns:a16="http://schemas.microsoft.com/office/drawing/2014/main" id="{955D9595-9F8E-43E8-8734-22A7FEC994CB}"/>
                </a:ext>
              </a:extLst>
            </p:cNvPr>
            <p:cNvSpPr/>
            <p:nvPr/>
          </p:nvSpPr>
          <p:spPr>
            <a:xfrm rot="5400000">
              <a:off x="506501" y="3094552"/>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83" name="Rectangle 82">
              <a:extLst>
                <a:ext uri="{FF2B5EF4-FFF2-40B4-BE49-F238E27FC236}">
                  <a16:creationId xmlns:a16="http://schemas.microsoft.com/office/drawing/2014/main" id="{5AE97F70-5EEC-4657-A27A-06F6D3958219}"/>
                </a:ext>
              </a:extLst>
            </p:cNvPr>
            <p:cNvSpPr/>
            <p:nvPr/>
          </p:nvSpPr>
          <p:spPr>
            <a:xfrm rot="5400000">
              <a:off x="2282228" y="3094719"/>
              <a:ext cx="1399148"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84" name="Oval 83">
              <a:extLst>
                <a:ext uri="{FF2B5EF4-FFF2-40B4-BE49-F238E27FC236}">
                  <a16:creationId xmlns:a16="http://schemas.microsoft.com/office/drawing/2014/main" id="{BE2DBB45-3373-4761-BEBD-E5C58720B955}"/>
                </a:ext>
              </a:extLst>
            </p:cNvPr>
            <p:cNvSpPr/>
            <p:nvPr/>
          </p:nvSpPr>
          <p:spPr>
            <a:xfrm>
              <a:off x="3767230" y="315179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sp>
          <p:nvSpPr>
            <p:cNvPr id="85" name="Oval 84">
              <a:extLst>
                <a:ext uri="{FF2B5EF4-FFF2-40B4-BE49-F238E27FC236}">
                  <a16:creationId xmlns:a16="http://schemas.microsoft.com/office/drawing/2014/main" id="{02BEB3B7-33F2-4483-988F-39D87CCAA301}"/>
                </a:ext>
              </a:extLst>
            </p:cNvPr>
            <p:cNvSpPr/>
            <p:nvPr/>
          </p:nvSpPr>
          <p:spPr>
            <a:xfrm>
              <a:off x="1959385" y="3148444"/>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86" name="Oval 85">
              <a:extLst>
                <a:ext uri="{FF2B5EF4-FFF2-40B4-BE49-F238E27FC236}">
                  <a16:creationId xmlns:a16="http://schemas.microsoft.com/office/drawing/2014/main" id="{5B2D60C8-B945-4944-9F4D-D7E92B6E6948}"/>
                </a:ext>
              </a:extLst>
            </p:cNvPr>
            <p:cNvSpPr/>
            <p:nvPr/>
          </p:nvSpPr>
          <p:spPr>
            <a:xfrm>
              <a:off x="183159" y="3148444"/>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cxnSp>
          <p:nvCxnSpPr>
            <p:cNvPr id="87" name="Straight Arrow Connector 86">
              <a:extLst>
                <a:ext uri="{FF2B5EF4-FFF2-40B4-BE49-F238E27FC236}">
                  <a16:creationId xmlns:a16="http://schemas.microsoft.com/office/drawing/2014/main" id="{CF4F0F8D-E75A-4C05-AC65-82DFECE4050F}"/>
                </a:ext>
              </a:extLst>
            </p:cNvPr>
            <p:cNvCxnSpPr>
              <a:cxnSpLocks/>
            </p:cNvCxnSpPr>
            <p:nvPr/>
          </p:nvCxnSpPr>
          <p:spPr>
            <a:xfrm rot="16200000" flipV="1">
              <a:off x="1777022" y="392412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9" name="Straight Arrow Connector 128">
              <a:extLst>
                <a:ext uri="{FF2B5EF4-FFF2-40B4-BE49-F238E27FC236}">
                  <a16:creationId xmlns:a16="http://schemas.microsoft.com/office/drawing/2014/main" id="{E66D1F45-06BD-4409-8344-A3F6F60D0646}"/>
                </a:ext>
              </a:extLst>
            </p:cNvPr>
            <p:cNvCxnSpPr>
              <a:cxnSpLocks/>
            </p:cNvCxnSpPr>
            <p:nvPr/>
          </p:nvCxnSpPr>
          <p:spPr>
            <a:xfrm rot="5400000" flipV="1">
              <a:off x="1948457" y="395593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0" name="Straight Arrow Connector 129">
              <a:extLst>
                <a:ext uri="{FF2B5EF4-FFF2-40B4-BE49-F238E27FC236}">
                  <a16:creationId xmlns:a16="http://schemas.microsoft.com/office/drawing/2014/main" id="{80D028BB-A2DA-4B2A-87C0-CF2E537AD094}"/>
                </a:ext>
              </a:extLst>
            </p:cNvPr>
            <p:cNvCxnSpPr>
              <a:cxnSpLocks/>
            </p:cNvCxnSpPr>
            <p:nvPr/>
          </p:nvCxnSpPr>
          <p:spPr>
            <a:xfrm rot="5400000" flipH="1">
              <a:off x="3698354" y="2985388"/>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1" name="Straight Arrow Connector 130">
              <a:extLst>
                <a:ext uri="{FF2B5EF4-FFF2-40B4-BE49-F238E27FC236}">
                  <a16:creationId xmlns:a16="http://schemas.microsoft.com/office/drawing/2014/main" id="{959E2FAE-1532-4D35-B739-31DAFB7389B1}"/>
                </a:ext>
              </a:extLst>
            </p:cNvPr>
            <p:cNvCxnSpPr>
              <a:cxnSpLocks/>
            </p:cNvCxnSpPr>
            <p:nvPr/>
          </p:nvCxnSpPr>
          <p:spPr>
            <a:xfrm flipV="1">
              <a:off x="990195" y="4597477"/>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2" name="Straight Arrow Connector 131">
              <a:extLst>
                <a:ext uri="{FF2B5EF4-FFF2-40B4-BE49-F238E27FC236}">
                  <a16:creationId xmlns:a16="http://schemas.microsoft.com/office/drawing/2014/main" id="{E1CE942D-13C5-4E6F-921D-A3817739F3FC}"/>
                </a:ext>
              </a:extLst>
            </p:cNvPr>
            <p:cNvCxnSpPr>
              <a:cxnSpLocks/>
            </p:cNvCxnSpPr>
            <p:nvPr/>
          </p:nvCxnSpPr>
          <p:spPr>
            <a:xfrm rot="16200000" flipV="1">
              <a:off x="3569422" y="392412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3" name="TextBox 132">
              <a:extLst>
                <a:ext uri="{FF2B5EF4-FFF2-40B4-BE49-F238E27FC236}">
                  <a16:creationId xmlns:a16="http://schemas.microsoft.com/office/drawing/2014/main" id="{9B9A781B-2AF9-4560-B5A7-5A3B558DDF33}"/>
                </a:ext>
              </a:extLst>
            </p:cNvPr>
            <p:cNvSpPr txBox="1"/>
            <p:nvPr/>
          </p:nvSpPr>
          <p:spPr>
            <a:xfrm>
              <a:off x="1766514" y="4171813"/>
              <a:ext cx="403983" cy="369332"/>
            </a:xfrm>
            <a:prstGeom prst="rect">
              <a:avLst/>
            </a:prstGeom>
            <a:noFill/>
          </p:spPr>
          <p:txBody>
            <a:bodyPr wrap="square">
              <a:spAutoFit/>
            </a:bodyPr>
            <a:lstStyle/>
            <a:p>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p>
          </p:txBody>
        </p:sp>
        <p:sp>
          <p:nvSpPr>
            <p:cNvPr id="134" name="TextBox 133">
              <a:extLst>
                <a:ext uri="{FF2B5EF4-FFF2-40B4-BE49-F238E27FC236}">
                  <a16:creationId xmlns:a16="http://schemas.microsoft.com/office/drawing/2014/main" id="{EB49F8B4-2E34-4812-A4E1-3877800E700F}"/>
                </a:ext>
              </a:extLst>
            </p:cNvPr>
            <p:cNvSpPr txBox="1"/>
            <p:nvPr/>
          </p:nvSpPr>
          <p:spPr>
            <a:xfrm>
              <a:off x="2035614" y="3339300"/>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b</a:t>
              </a:r>
              <a:r>
                <a:rPr lang="en-US" baseline="-25000" dirty="0">
                  <a:solidFill>
                    <a:srgbClr val="FF0000"/>
                  </a:solidFill>
                  <a:latin typeface="Consolas" panose="020B0609020204030204" pitchFamily="49" charset="0"/>
                </a:rPr>
                <a:t>0</a:t>
              </a:r>
            </a:p>
          </p:txBody>
        </p:sp>
        <p:cxnSp>
          <p:nvCxnSpPr>
            <p:cNvPr id="135" name="Straight Arrow Connector 134">
              <a:extLst>
                <a:ext uri="{FF2B5EF4-FFF2-40B4-BE49-F238E27FC236}">
                  <a16:creationId xmlns:a16="http://schemas.microsoft.com/office/drawing/2014/main" id="{E08990D4-70E0-445F-B9B5-496E7C4C7102}"/>
                </a:ext>
              </a:extLst>
            </p:cNvPr>
            <p:cNvCxnSpPr>
              <a:cxnSpLocks/>
            </p:cNvCxnSpPr>
            <p:nvPr/>
          </p:nvCxnSpPr>
          <p:spPr>
            <a:xfrm rot="5400000" flipV="1">
              <a:off x="194111" y="3955937"/>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6" name="Oval 135">
              <a:extLst>
                <a:ext uri="{FF2B5EF4-FFF2-40B4-BE49-F238E27FC236}">
                  <a16:creationId xmlns:a16="http://schemas.microsoft.com/office/drawing/2014/main" id="{6DED419E-1328-4EF4-BC02-8BCBE197E047}"/>
                </a:ext>
              </a:extLst>
            </p:cNvPr>
            <p:cNvSpPr/>
            <p:nvPr/>
          </p:nvSpPr>
          <p:spPr>
            <a:xfrm>
              <a:off x="171935" y="4544599"/>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G</a:t>
              </a:r>
              <a:endParaRPr lang="en-US" dirty="0"/>
            </a:p>
          </p:txBody>
        </p:sp>
        <p:sp>
          <p:nvSpPr>
            <p:cNvPr id="137" name="Oval 136">
              <a:extLst>
                <a:ext uri="{FF2B5EF4-FFF2-40B4-BE49-F238E27FC236}">
                  <a16:creationId xmlns:a16="http://schemas.microsoft.com/office/drawing/2014/main" id="{5BA2551C-8AC9-47FC-9426-201EF60B6C0D}"/>
                </a:ext>
              </a:extLst>
            </p:cNvPr>
            <p:cNvSpPr/>
            <p:nvPr/>
          </p:nvSpPr>
          <p:spPr>
            <a:xfrm>
              <a:off x="1948313" y="453299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H</a:t>
              </a:r>
              <a:endParaRPr lang="en-US" dirty="0"/>
            </a:p>
          </p:txBody>
        </p:sp>
        <p:sp>
          <p:nvSpPr>
            <p:cNvPr id="138" name="Oval 137">
              <a:extLst>
                <a:ext uri="{FF2B5EF4-FFF2-40B4-BE49-F238E27FC236}">
                  <a16:creationId xmlns:a16="http://schemas.microsoft.com/office/drawing/2014/main" id="{B5766A33-295F-4C91-92F2-8BFD5895271B}"/>
                </a:ext>
              </a:extLst>
            </p:cNvPr>
            <p:cNvSpPr/>
            <p:nvPr/>
          </p:nvSpPr>
          <p:spPr>
            <a:xfrm>
              <a:off x="3723867" y="455451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I</a:t>
              </a:r>
              <a:endParaRPr lang="en-US" dirty="0"/>
            </a:p>
          </p:txBody>
        </p:sp>
        <p:sp>
          <p:nvSpPr>
            <p:cNvPr id="139" name="TextBox 138">
              <a:extLst>
                <a:ext uri="{FF2B5EF4-FFF2-40B4-BE49-F238E27FC236}">
                  <a16:creationId xmlns:a16="http://schemas.microsoft.com/office/drawing/2014/main" id="{0C7C3D37-06D7-49FE-98E4-7CF72AE62FA1}"/>
                </a:ext>
              </a:extLst>
            </p:cNvPr>
            <p:cNvSpPr txBox="1"/>
            <p:nvPr/>
          </p:nvSpPr>
          <p:spPr>
            <a:xfrm>
              <a:off x="1091770" y="2806908"/>
              <a:ext cx="310896" cy="307777"/>
            </a:xfrm>
            <a:prstGeom prst="rect">
              <a:avLst/>
            </a:prstGeom>
            <a:noFill/>
            <a:ln w="19050">
              <a:solidFill>
                <a:schemeClr val="bg1"/>
              </a:solidFill>
            </a:ln>
          </p:spPr>
          <p:txBody>
            <a:bodyPr wrap="square" rtlCol="0">
              <a:spAutoFit/>
            </a:bodyPr>
            <a:lstStyle/>
            <a:p>
              <a:pPr algn="ctr"/>
              <a:r>
                <a:rPr lang="pt-BR" sz="1400" dirty="0"/>
                <a:t>I</a:t>
              </a:r>
              <a:endParaRPr lang="en-US" sz="1400" dirty="0"/>
            </a:p>
          </p:txBody>
        </p:sp>
        <p:sp>
          <p:nvSpPr>
            <p:cNvPr id="140" name="TextBox 139">
              <a:extLst>
                <a:ext uri="{FF2B5EF4-FFF2-40B4-BE49-F238E27FC236}">
                  <a16:creationId xmlns:a16="http://schemas.microsoft.com/office/drawing/2014/main" id="{8F385BC0-DDE0-4550-A382-EAF8A6B68018}"/>
                </a:ext>
              </a:extLst>
            </p:cNvPr>
            <p:cNvSpPr txBox="1"/>
            <p:nvPr/>
          </p:nvSpPr>
          <p:spPr>
            <a:xfrm>
              <a:off x="2823109" y="2817356"/>
              <a:ext cx="310896" cy="307777"/>
            </a:xfrm>
            <a:prstGeom prst="rect">
              <a:avLst/>
            </a:prstGeom>
            <a:noFill/>
            <a:ln w="19050">
              <a:solidFill>
                <a:schemeClr val="bg1"/>
              </a:solidFill>
            </a:ln>
          </p:spPr>
          <p:txBody>
            <a:bodyPr wrap="square" rtlCol="0">
              <a:spAutoFit/>
            </a:bodyPr>
            <a:lstStyle/>
            <a:p>
              <a:pPr algn="ctr"/>
              <a:r>
                <a:rPr lang="pt-BR" sz="1400" dirty="0"/>
                <a:t>L</a:t>
              </a:r>
              <a:endParaRPr lang="en-US" sz="1400" dirty="0"/>
            </a:p>
          </p:txBody>
        </p:sp>
        <p:sp>
          <p:nvSpPr>
            <p:cNvPr id="141" name="TextBox 140">
              <a:extLst>
                <a:ext uri="{FF2B5EF4-FFF2-40B4-BE49-F238E27FC236}">
                  <a16:creationId xmlns:a16="http://schemas.microsoft.com/office/drawing/2014/main" id="{FEB2DC3E-A288-4E0D-B115-5A682FA89934}"/>
                </a:ext>
              </a:extLst>
            </p:cNvPr>
            <p:cNvSpPr txBox="1"/>
            <p:nvPr/>
          </p:nvSpPr>
          <p:spPr>
            <a:xfrm>
              <a:off x="1031384" y="3743915"/>
              <a:ext cx="310896" cy="307777"/>
            </a:xfrm>
            <a:prstGeom prst="rect">
              <a:avLst/>
            </a:prstGeom>
            <a:noFill/>
            <a:ln w="19050">
              <a:solidFill>
                <a:schemeClr val="bg1"/>
              </a:solidFill>
            </a:ln>
          </p:spPr>
          <p:txBody>
            <a:bodyPr wrap="square" rtlCol="0">
              <a:spAutoFit/>
            </a:bodyPr>
            <a:lstStyle/>
            <a:p>
              <a:r>
                <a:rPr lang="pt-BR" sz="1400" dirty="0"/>
                <a:t>A</a:t>
              </a:r>
              <a:endParaRPr lang="en-US" sz="1400" dirty="0"/>
            </a:p>
          </p:txBody>
        </p:sp>
        <p:sp>
          <p:nvSpPr>
            <p:cNvPr id="142" name="TextBox 141">
              <a:extLst>
                <a:ext uri="{FF2B5EF4-FFF2-40B4-BE49-F238E27FC236}">
                  <a16:creationId xmlns:a16="http://schemas.microsoft.com/office/drawing/2014/main" id="{B702C233-BCF6-468D-8E7E-DA7BA5FC9EE4}"/>
                </a:ext>
              </a:extLst>
            </p:cNvPr>
            <p:cNvSpPr txBox="1"/>
            <p:nvPr/>
          </p:nvSpPr>
          <p:spPr>
            <a:xfrm>
              <a:off x="2882290" y="3740158"/>
              <a:ext cx="310896" cy="307777"/>
            </a:xfrm>
            <a:prstGeom prst="rect">
              <a:avLst/>
            </a:prstGeom>
            <a:noFill/>
            <a:ln w="19050">
              <a:solidFill>
                <a:schemeClr val="bg1"/>
              </a:solidFill>
            </a:ln>
          </p:spPr>
          <p:txBody>
            <a:bodyPr wrap="square" rtlCol="0">
              <a:spAutoFit/>
            </a:bodyPr>
            <a:lstStyle/>
            <a:p>
              <a:r>
                <a:rPr lang="pt-BR" sz="1400" dirty="0"/>
                <a:t>B</a:t>
              </a:r>
              <a:endParaRPr lang="en-US" sz="1400" dirty="0"/>
            </a:p>
          </p:txBody>
        </p:sp>
        <p:cxnSp>
          <p:nvCxnSpPr>
            <p:cNvPr id="143" name="Straight Arrow Connector 142">
              <a:extLst>
                <a:ext uri="{FF2B5EF4-FFF2-40B4-BE49-F238E27FC236}">
                  <a16:creationId xmlns:a16="http://schemas.microsoft.com/office/drawing/2014/main" id="{5DA6DBDE-E7BF-4C74-9FCF-ADD2BC5D6229}"/>
                </a:ext>
              </a:extLst>
            </p:cNvPr>
            <p:cNvCxnSpPr>
              <a:cxnSpLocks/>
            </p:cNvCxnSpPr>
            <p:nvPr/>
          </p:nvCxnSpPr>
          <p:spPr>
            <a:xfrm flipV="1">
              <a:off x="2782740" y="459596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4" name="Straight Arrow Connector 143">
              <a:extLst>
                <a:ext uri="{FF2B5EF4-FFF2-40B4-BE49-F238E27FC236}">
                  <a16:creationId xmlns:a16="http://schemas.microsoft.com/office/drawing/2014/main" id="{3090D47F-86FA-485C-8926-C420E3024EAD}"/>
                </a:ext>
              </a:extLst>
            </p:cNvPr>
            <p:cNvCxnSpPr>
              <a:cxnSpLocks/>
            </p:cNvCxnSpPr>
            <p:nvPr/>
          </p:nvCxnSpPr>
          <p:spPr>
            <a:xfrm rot="10800000" flipV="1">
              <a:off x="990195" y="333901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5" name="Straight Arrow Connector 144">
              <a:extLst>
                <a:ext uri="{FF2B5EF4-FFF2-40B4-BE49-F238E27FC236}">
                  <a16:creationId xmlns:a16="http://schemas.microsoft.com/office/drawing/2014/main" id="{AC94CD85-876F-4265-AA94-575A54525BAE}"/>
                </a:ext>
              </a:extLst>
            </p:cNvPr>
            <p:cNvCxnSpPr>
              <a:cxnSpLocks/>
            </p:cNvCxnSpPr>
            <p:nvPr/>
          </p:nvCxnSpPr>
          <p:spPr>
            <a:xfrm rot="10800000" flipV="1">
              <a:off x="2768451" y="334586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6" name="Straight Arrow Connector 145">
              <a:extLst>
                <a:ext uri="{FF2B5EF4-FFF2-40B4-BE49-F238E27FC236}">
                  <a16:creationId xmlns:a16="http://schemas.microsoft.com/office/drawing/2014/main" id="{FF0D4E03-9580-43C2-B82A-9FB07691FD84}"/>
                </a:ext>
              </a:extLst>
            </p:cNvPr>
            <p:cNvCxnSpPr>
              <a:cxnSpLocks/>
            </p:cNvCxnSpPr>
            <p:nvPr/>
          </p:nvCxnSpPr>
          <p:spPr>
            <a:xfrm flipV="1">
              <a:off x="1031384" y="3197302"/>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7" name="Straight Arrow Connector 146">
              <a:extLst>
                <a:ext uri="{FF2B5EF4-FFF2-40B4-BE49-F238E27FC236}">
                  <a16:creationId xmlns:a16="http://schemas.microsoft.com/office/drawing/2014/main" id="{6C1C1199-D6E0-43B2-97AB-A344A7DA79BD}"/>
                </a:ext>
              </a:extLst>
            </p:cNvPr>
            <p:cNvCxnSpPr>
              <a:cxnSpLocks/>
            </p:cNvCxnSpPr>
            <p:nvPr/>
          </p:nvCxnSpPr>
          <p:spPr>
            <a:xfrm flipV="1">
              <a:off x="2768451" y="3197302"/>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8" name="Straight Arrow Connector 147">
              <a:extLst>
                <a:ext uri="{FF2B5EF4-FFF2-40B4-BE49-F238E27FC236}">
                  <a16:creationId xmlns:a16="http://schemas.microsoft.com/office/drawing/2014/main" id="{2E7073E4-C5DF-4332-B1C6-79F983BF8B55}"/>
                </a:ext>
              </a:extLst>
            </p:cNvPr>
            <p:cNvCxnSpPr>
              <a:cxnSpLocks/>
            </p:cNvCxnSpPr>
            <p:nvPr/>
          </p:nvCxnSpPr>
          <p:spPr>
            <a:xfrm rot="10800000" flipV="1">
              <a:off x="2724001" y="275260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9" name="Straight Arrow Connector 148">
              <a:extLst>
                <a:ext uri="{FF2B5EF4-FFF2-40B4-BE49-F238E27FC236}">
                  <a16:creationId xmlns:a16="http://schemas.microsoft.com/office/drawing/2014/main" id="{BA4375A1-73F2-4A0B-BC25-75F6D6BF82B0}"/>
                </a:ext>
              </a:extLst>
            </p:cNvPr>
            <p:cNvCxnSpPr>
              <a:cxnSpLocks/>
            </p:cNvCxnSpPr>
            <p:nvPr/>
          </p:nvCxnSpPr>
          <p:spPr>
            <a:xfrm rot="10800000" flipV="1">
              <a:off x="989964" y="273442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0" name="Straight Arrow Connector 149">
              <a:extLst>
                <a:ext uri="{FF2B5EF4-FFF2-40B4-BE49-F238E27FC236}">
                  <a16:creationId xmlns:a16="http://schemas.microsoft.com/office/drawing/2014/main" id="{3019CF9C-B83B-48B5-BDD0-534A83B01828}"/>
                </a:ext>
              </a:extLst>
            </p:cNvPr>
            <p:cNvCxnSpPr>
              <a:cxnSpLocks/>
            </p:cNvCxnSpPr>
            <p:nvPr/>
          </p:nvCxnSpPr>
          <p:spPr>
            <a:xfrm rot="5400000" flipH="1">
              <a:off x="1935381" y="2967938"/>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1" name="Straight Arrow Connector 150">
              <a:extLst>
                <a:ext uri="{FF2B5EF4-FFF2-40B4-BE49-F238E27FC236}">
                  <a16:creationId xmlns:a16="http://schemas.microsoft.com/office/drawing/2014/main" id="{43BD074A-B054-4EC8-B6B7-9D891580216D}"/>
                </a:ext>
              </a:extLst>
            </p:cNvPr>
            <p:cNvCxnSpPr>
              <a:cxnSpLocks/>
            </p:cNvCxnSpPr>
            <p:nvPr/>
          </p:nvCxnSpPr>
          <p:spPr>
            <a:xfrm rot="16200000" flipH="1">
              <a:off x="277749" y="2973800"/>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2" name="Straight Arrow Connector 151">
              <a:extLst>
                <a:ext uri="{FF2B5EF4-FFF2-40B4-BE49-F238E27FC236}">
                  <a16:creationId xmlns:a16="http://schemas.microsoft.com/office/drawing/2014/main" id="{8CD02F8F-0629-4F09-A1CE-6A568D7FC8E2}"/>
                </a:ext>
              </a:extLst>
            </p:cNvPr>
            <p:cNvCxnSpPr>
              <a:cxnSpLocks/>
            </p:cNvCxnSpPr>
            <p:nvPr/>
          </p:nvCxnSpPr>
          <p:spPr>
            <a:xfrm rot="16200000" flipH="1">
              <a:off x="2053974" y="2985388"/>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3" name="Oval 152">
              <a:extLst>
                <a:ext uri="{FF2B5EF4-FFF2-40B4-BE49-F238E27FC236}">
                  <a16:creationId xmlns:a16="http://schemas.microsoft.com/office/drawing/2014/main" id="{1C27093C-1184-404C-971A-040D6A29CA5E}"/>
                </a:ext>
              </a:extLst>
            </p:cNvPr>
            <p:cNvSpPr/>
            <p:nvPr/>
          </p:nvSpPr>
          <p:spPr>
            <a:xfrm>
              <a:off x="1971125" y="2548415"/>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a:t>
              </a:r>
              <a:endParaRPr lang="en-US" dirty="0"/>
            </a:p>
          </p:txBody>
        </p:sp>
        <p:sp>
          <p:nvSpPr>
            <p:cNvPr id="154" name="Oval 153">
              <a:extLst>
                <a:ext uri="{FF2B5EF4-FFF2-40B4-BE49-F238E27FC236}">
                  <a16:creationId xmlns:a16="http://schemas.microsoft.com/office/drawing/2014/main" id="{5B81EF6B-1EA2-4CFE-877F-77061E266ED5}"/>
                </a:ext>
              </a:extLst>
            </p:cNvPr>
            <p:cNvSpPr/>
            <p:nvPr/>
          </p:nvSpPr>
          <p:spPr>
            <a:xfrm>
              <a:off x="183159" y="2553392"/>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155" name="Oval 154">
              <a:extLst>
                <a:ext uri="{FF2B5EF4-FFF2-40B4-BE49-F238E27FC236}">
                  <a16:creationId xmlns:a16="http://schemas.microsoft.com/office/drawing/2014/main" id="{CF14CB52-4CBA-482A-B40B-DE51EBBF2BFA}"/>
                </a:ext>
              </a:extLst>
            </p:cNvPr>
            <p:cNvSpPr/>
            <p:nvPr/>
          </p:nvSpPr>
          <p:spPr>
            <a:xfrm>
              <a:off x="3723867" y="255519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F</a:t>
              </a:r>
              <a:endParaRPr lang="en-US" dirty="0"/>
            </a:p>
          </p:txBody>
        </p:sp>
        <p:sp>
          <p:nvSpPr>
            <p:cNvPr id="156" name="TextBox 155">
              <a:extLst>
                <a:ext uri="{FF2B5EF4-FFF2-40B4-BE49-F238E27FC236}">
                  <a16:creationId xmlns:a16="http://schemas.microsoft.com/office/drawing/2014/main" id="{A42B60C1-23F5-40FE-8599-48E7496D11A0}"/>
                </a:ext>
              </a:extLst>
            </p:cNvPr>
            <p:cNvSpPr txBox="1"/>
            <p:nvPr/>
          </p:nvSpPr>
          <p:spPr>
            <a:xfrm>
              <a:off x="1651255" y="2902970"/>
              <a:ext cx="407687" cy="369332"/>
            </a:xfrm>
            <a:prstGeom prst="rect">
              <a:avLst/>
            </a:prstGeom>
            <a:noFill/>
          </p:spPr>
          <p:txBody>
            <a:bodyPr wrap="square">
              <a:spAutoFit/>
            </a:bodyPr>
            <a:lstStyle/>
            <a:p>
              <a:r>
                <a:rPr lang="en-US" dirty="0">
                  <a:latin typeface="Consolas" panose="020B0609020204030204" pitchFamily="49" charset="0"/>
                </a:rPr>
                <a:t>i</a:t>
              </a:r>
              <a:r>
                <a:rPr lang="en-US" baseline="-25000" dirty="0">
                  <a:latin typeface="Consolas" panose="020B0609020204030204" pitchFamily="49" charset="0"/>
                </a:rPr>
                <a:t>0</a:t>
              </a:r>
            </a:p>
          </p:txBody>
        </p:sp>
        <p:sp>
          <p:nvSpPr>
            <p:cNvPr id="157" name="TextBox 156">
              <a:extLst>
                <a:ext uri="{FF2B5EF4-FFF2-40B4-BE49-F238E27FC236}">
                  <a16:creationId xmlns:a16="http://schemas.microsoft.com/office/drawing/2014/main" id="{240C0293-881F-4CE1-B9DA-CCC340355EFA}"/>
                </a:ext>
              </a:extLst>
            </p:cNvPr>
            <p:cNvSpPr txBox="1"/>
            <p:nvPr/>
          </p:nvSpPr>
          <p:spPr>
            <a:xfrm>
              <a:off x="2140758" y="2636216"/>
              <a:ext cx="407687" cy="369332"/>
            </a:xfrm>
            <a:prstGeom prst="rect">
              <a:avLst/>
            </a:prstGeom>
            <a:noFill/>
          </p:spPr>
          <p:txBody>
            <a:bodyPr wrap="square">
              <a:spAutoFit/>
            </a:bodyPr>
            <a:lstStyle/>
            <a:p>
              <a:r>
                <a:rPr lang="en-US" dirty="0">
                  <a:latin typeface="Consolas" panose="020B0609020204030204" pitchFamily="49" charset="0"/>
                </a:rPr>
                <a:t>l</a:t>
              </a:r>
              <a:r>
                <a:rPr lang="en-US" baseline="-25000" dirty="0">
                  <a:latin typeface="Consolas" panose="020B0609020204030204" pitchFamily="49" charset="0"/>
                </a:rPr>
                <a:t>0</a:t>
              </a:r>
            </a:p>
          </p:txBody>
        </p:sp>
      </p:grpSp>
      <p:grpSp>
        <p:nvGrpSpPr>
          <p:cNvPr id="3" name="Group 2">
            <a:extLst>
              <a:ext uri="{FF2B5EF4-FFF2-40B4-BE49-F238E27FC236}">
                <a16:creationId xmlns:a16="http://schemas.microsoft.com/office/drawing/2014/main" id="{E1B3D46D-ADD4-4C7C-81CD-B5D064938A13}"/>
              </a:ext>
            </a:extLst>
          </p:cNvPr>
          <p:cNvGrpSpPr/>
          <p:nvPr/>
        </p:nvGrpSpPr>
        <p:grpSpPr>
          <a:xfrm>
            <a:off x="5009388" y="1703879"/>
            <a:ext cx="3864236" cy="3674244"/>
            <a:chOff x="5009388" y="1703879"/>
            <a:chExt cx="3864236" cy="3674244"/>
          </a:xfrm>
        </p:grpSpPr>
        <p:sp>
          <p:nvSpPr>
            <p:cNvPr id="173" name="Rectangle 197">
              <a:extLst>
                <a:ext uri="{FF2B5EF4-FFF2-40B4-BE49-F238E27FC236}">
                  <a16:creationId xmlns:a16="http://schemas.microsoft.com/office/drawing/2014/main" id="{F4DA4819-9574-43CA-8674-638730E9DBAB}"/>
                </a:ext>
              </a:extLst>
            </p:cNvPr>
            <p:cNvSpPr/>
            <p:nvPr/>
          </p:nvSpPr>
          <p:spPr>
            <a:xfrm rot="5400000">
              <a:off x="6248515" y="4140950"/>
              <a:ext cx="1403952" cy="799505"/>
            </a:xfrm>
            <a:custGeom>
              <a:avLst/>
              <a:gdLst>
                <a:gd name="connsiteX0" fmla="*/ 0 w 1399494"/>
                <a:gd name="connsiteY0" fmla="*/ 0 h 1776224"/>
                <a:gd name="connsiteX1" fmla="*/ 1399494 w 1399494"/>
                <a:gd name="connsiteY1" fmla="*/ 0 h 1776224"/>
                <a:gd name="connsiteX2" fmla="*/ 1399494 w 1399494"/>
                <a:gd name="connsiteY2" fmla="*/ 1776224 h 1776224"/>
                <a:gd name="connsiteX3" fmla="*/ 0 w 1399494"/>
                <a:gd name="connsiteY3" fmla="*/ 1776224 h 1776224"/>
                <a:gd name="connsiteX4" fmla="*/ 0 w 1399494"/>
                <a:gd name="connsiteY4" fmla="*/ 0 h 1776224"/>
                <a:gd name="connsiteX0" fmla="*/ 0 w 1404256"/>
                <a:gd name="connsiteY0" fmla="*/ 0 h 1776224"/>
                <a:gd name="connsiteX1" fmla="*/ 1404256 w 1404256"/>
                <a:gd name="connsiteY1" fmla="*/ 381000 h 1776224"/>
                <a:gd name="connsiteX2" fmla="*/ 1399494 w 1404256"/>
                <a:gd name="connsiteY2" fmla="*/ 1776224 h 1776224"/>
                <a:gd name="connsiteX3" fmla="*/ 0 w 1404256"/>
                <a:gd name="connsiteY3" fmla="*/ 1776224 h 1776224"/>
                <a:gd name="connsiteX4" fmla="*/ 0 w 1404256"/>
                <a:gd name="connsiteY4" fmla="*/ 0 h 1776224"/>
                <a:gd name="connsiteX0" fmla="*/ 0 w 1404256"/>
                <a:gd name="connsiteY0" fmla="*/ 4763 h 1395224"/>
                <a:gd name="connsiteX1" fmla="*/ 1404256 w 1404256"/>
                <a:gd name="connsiteY1" fmla="*/ 0 h 1395224"/>
                <a:gd name="connsiteX2" fmla="*/ 1399494 w 1404256"/>
                <a:gd name="connsiteY2" fmla="*/ 1395224 h 1395224"/>
                <a:gd name="connsiteX3" fmla="*/ 0 w 1404256"/>
                <a:gd name="connsiteY3" fmla="*/ 1395224 h 1395224"/>
                <a:gd name="connsiteX4" fmla="*/ 0 w 1404256"/>
                <a:gd name="connsiteY4" fmla="*/ 4763 h 1395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256" h="1395224">
                  <a:moveTo>
                    <a:pt x="0" y="4763"/>
                  </a:moveTo>
                  <a:lnTo>
                    <a:pt x="1404256" y="0"/>
                  </a:lnTo>
                  <a:cubicBezTo>
                    <a:pt x="1402669" y="465075"/>
                    <a:pt x="1401081" y="930149"/>
                    <a:pt x="1399494" y="1395224"/>
                  </a:cubicBezTo>
                  <a:lnTo>
                    <a:pt x="0" y="1395224"/>
                  </a:lnTo>
                  <a:lnTo>
                    <a:pt x="0" y="4763"/>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grpSp>
          <p:nvGrpSpPr>
            <p:cNvPr id="174" name="Group 173">
              <a:extLst>
                <a:ext uri="{FF2B5EF4-FFF2-40B4-BE49-F238E27FC236}">
                  <a16:creationId xmlns:a16="http://schemas.microsoft.com/office/drawing/2014/main" id="{8A21E36B-3D0E-4CFB-AD68-48017DBD6F15}"/>
                </a:ext>
              </a:extLst>
            </p:cNvPr>
            <p:cNvGrpSpPr/>
            <p:nvPr/>
          </p:nvGrpSpPr>
          <p:grpSpPr>
            <a:xfrm>
              <a:off x="5020612" y="1703879"/>
              <a:ext cx="3853012" cy="1533967"/>
              <a:chOff x="238224" y="4636821"/>
              <a:chExt cx="3853012" cy="1533967"/>
            </a:xfrm>
          </p:grpSpPr>
          <p:sp>
            <p:nvSpPr>
              <p:cNvPr id="175" name="Rectangle 174">
                <a:extLst>
                  <a:ext uri="{FF2B5EF4-FFF2-40B4-BE49-F238E27FC236}">
                    <a16:creationId xmlns:a16="http://schemas.microsoft.com/office/drawing/2014/main" id="{2637FC74-6D8B-4D28-8D55-86A4D93A7035}"/>
                  </a:ext>
                </a:extLst>
              </p:cNvPr>
              <p:cNvSpPr/>
              <p:nvPr/>
            </p:nvSpPr>
            <p:spPr>
              <a:xfrm rot="5400000">
                <a:off x="561566" y="4582929"/>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176" name="Rectangle 175">
                <a:extLst>
                  <a:ext uri="{FF2B5EF4-FFF2-40B4-BE49-F238E27FC236}">
                    <a16:creationId xmlns:a16="http://schemas.microsoft.com/office/drawing/2014/main" id="{36F35454-6220-4DEF-86EB-0602F14E5BBA}"/>
                  </a:ext>
                </a:extLst>
              </p:cNvPr>
              <p:cNvSpPr/>
              <p:nvPr/>
            </p:nvSpPr>
            <p:spPr>
              <a:xfrm rot="5400000">
                <a:off x="2337293" y="4583096"/>
                <a:ext cx="1399148"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177" name="Oval 176">
                <a:extLst>
                  <a:ext uri="{FF2B5EF4-FFF2-40B4-BE49-F238E27FC236}">
                    <a16:creationId xmlns:a16="http://schemas.microsoft.com/office/drawing/2014/main" id="{EBE20B49-35DC-484B-B57F-7C040AE11312}"/>
                  </a:ext>
                </a:extLst>
              </p:cNvPr>
              <p:cNvSpPr/>
              <p:nvPr/>
            </p:nvSpPr>
            <p:spPr>
              <a:xfrm>
                <a:off x="3822295" y="4640168"/>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sp>
            <p:nvSpPr>
              <p:cNvPr id="178" name="Oval 177">
                <a:extLst>
                  <a:ext uri="{FF2B5EF4-FFF2-40B4-BE49-F238E27FC236}">
                    <a16:creationId xmlns:a16="http://schemas.microsoft.com/office/drawing/2014/main" id="{306ADB33-8275-4408-90DF-D2B6F014471D}"/>
                  </a:ext>
                </a:extLst>
              </p:cNvPr>
              <p:cNvSpPr/>
              <p:nvPr/>
            </p:nvSpPr>
            <p:spPr>
              <a:xfrm>
                <a:off x="2014450" y="463682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179" name="Oval 178">
                <a:extLst>
                  <a:ext uri="{FF2B5EF4-FFF2-40B4-BE49-F238E27FC236}">
                    <a16:creationId xmlns:a16="http://schemas.microsoft.com/office/drawing/2014/main" id="{ED91EA4E-D49B-4CCA-A38D-1DBE53F1F563}"/>
                  </a:ext>
                </a:extLst>
              </p:cNvPr>
              <p:cNvSpPr/>
              <p:nvPr/>
            </p:nvSpPr>
            <p:spPr>
              <a:xfrm>
                <a:off x="238224" y="463682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cxnSp>
            <p:nvCxnSpPr>
              <p:cNvPr id="180" name="Straight Arrow Connector 179">
                <a:extLst>
                  <a:ext uri="{FF2B5EF4-FFF2-40B4-BE49-F238E27FC236}">
                    <a16:creationId xmlns:a16="http://schemas.microsoft.com/office/drawing/2014/main" id="{0B40EA68-B11A-47B4-8E0A-27FA11284438}"/>
                  </a:ext>
                </a:extLst>
              </p:cNvPr>
              <p:cNvCxnSpPr>
                <a:cxnSpLocks/>
              </p:cNvCxnSpPr>
              <p:nvPr/>
            </p:nvCxnSpPr>
            <p:spPr>
              <a:xfrm rot="16200000" flipV="1">
                <a:off x="1832087" y="5412502"/>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1" name="Straight Arrow Connector 180">
                <a:extLst>
                  <a:ext uri="{FF2B5EF4-FFF2-40B4-BE49-F238E27FC236}">
                    <a16:creationId xmlns:a16="http://schemas.microsoft.com/office/drawing/2014/main" id="{980D3CF6-112A-4F92-8CB4-25DE348B30FC}"/>
                  </a:ext>
                </a:extLst>
              </p:cNvPr>
              <p:cNvCxnSpPr>
                <a:cxnSpLocks/>
              </p:cNvCxnSpPr>
              <p:nvPr/>
            </p:nvCxnSpPr>
            <p:spPr>
              <a:xfrm rot="5400000" flipV="1">
                <a:off x="2003522" y="544431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2" name="Straight Arrow Connector 181">
                <a:extLst>
                  <a:ext uri="{FF2B5EF4-FFF2-40B4-BE49-F238E27FC236}">
                    <a16:creationId xmlns:a16="http://schemas.microsoft.com/office/drawing/2014/main" id="{D38526CC-7C2E-47E8-85FE-D00636BD6551}"/>
                  </a:ext>
                </a:extLst>
              </p:cNvPr>
              <p:cNvCxnSpPr>
                <a:cxnSpLocks/>
              </p:cNvCxnSpPr>
              <p:nvPr/>
            </p:nvCxnSpPr>
            <p:spPr>
              <a:xfrm flipV="1">
                <a:off x="1045260" y="608585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3" name="Straight Arrow Connector 182">
                <a:extLst>
                  <a:ext uri="{FF2B5EF4-FFF2-40B4-BE49-F238E27FC236}">
                    <a16:creationId xmlns:a16="http://schemas.microsoft.com/office/drawing/2014/main" id="{19E41DBF-DE67-4D98-A678-52ABBD5E86D4}"/>
                  </a:ext>
                </a:extLst>
              </p:cNvPr>
              <p:cNvCxnSpPr>
                <a:cxnSpLocks/>
              </p:cNvCxnSpPr>
              <p:nvPr/>
            </p:nvCxnSpPr>
            <p:spPr>
              <a:xfrm rot="16200000" flipV="1">
                <a:off x="3624487" y="541250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4" name="Straight Arrow Connector 183">
                <a:extLst>
                  <a:ext uri="{FF2B5EF4-FFF2-40B4-BE49-F238E27FC236}">
                    <a16:creationId xmlns:a16="http://schemas.microsoft.com/office/drawing/2014/main" id="{C14E11B7-442E-4CBB-B7D3-860439CF132D}"/>
                  </a:ext>
                </a:extLst>
              </p:cNvPr>
              <p:cNvCxnSpPr>
                <a:cxnSpLocks/>
              </p:cNvCxnSpPr>
              <p:nvPr/>
            </p:nvCxnSpPr>
            <p:spPr>
              <a:xfrm rot="5400000" flipV="1">
                <a:off x="249176" y="544431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5" name="TextBox 184">
                <a:extLst>
                  <a:ext uri="{FF2B5EF4-FFF2-40B4-BE49-F238E27FC236}">
                    <a16:creationId xmlns:a16="http://schemas.microsoft.com/office/drawing/2014/main" id="{BD4EB2B1-C3B5-4B86-8DC4-4CB35214407B}"/>
                  </a:ext>
                </a:extLst>
              </p:cNvPr>
              <p:cNvSpPr txBox="1"/>
              <p:nvPr/>
            </p:nvSpPr>
            <p:spPr>
              <a:xfrm>
                <a:off x="1086449" y="5232292"/>
                <a:ext cx="310896" cy="307777"/>
              </a:xfrm>
              <a:prstGeom prst="rect">
                <a:avLst/>
              </a:prstGeom>
              <a:noFill/>
              <a:ln w="19050">
                <a:solidFill>
                  <a:schemeClr val="bg1"/>
                </a:solidFill>
              </a:ln>
            </p:spPr>
            <p:txBody>
              <a:bodyPr wrap="square" rtlCol="0">
                <a:spAutoFit/>
              </a:bodyPr>
              <a:lstStyle/>
              <a:p>
                <a:r>
                  <a:rPr lang="pt-BR" sz="1400" dirty="0"/>
                  <a:t>C</a:t>
                </a:r>
                <a:endParaRPr lang="en-US" sz="1400" dirty="0"/>
              </a:p>
            </p:txBody>
          </p:sp>
          <p:sp>
            <p:nvSpPr>
              <p:cNvPr id="186" name="TextBox 185">
                <a:extLst>
                  <a:ext uri="{FF2B5EF4-FFF2-40B4-BE49-F238E27FC236}">
                    <a16:creationId xmlns:a16="http://schemas.microsoft.com/office/drawing/2014/main" id="{898C651E-3B81-4F76-84A9-2C35EE663803}"/>
                  </a:ext>
                </a:extLst>
              </p:cNvPr>
              <p:cNvSpPr txBox="1"/>
              <p:nvPr/>
            </p:nvSpPr>
            <p:spPr>
              <a:xfrm>
                <a:off x="2937355" y="5228535"/>
                <a:ext cx="310896" cy="307777"/>
              </a:xfrm>
              <a:prstGeom prst="rect">
                <a:avLst/>
              </a:prstGeom>
              <a:noFill/>
              <a:ln w="19050">
                <a:solidFill>
                  <a:schemeClr val="bg1"/>
                </a:solidFill>
              </a:ln>
            </p:spPr>
            <p:txBody>
              <a:bodyPr wrap="square" rtlCol="0">
                <a:spAutoFit/>
              </a:bodyPr>
              <a:lstStyle/>
              <a:p>
                <a:r>
                  <a:rPr lang="pt-BR" sz="1400" dirty="0"/>
                  <a:t>D</a:t>
                </a:r>
                <a:endParaRPr lang="en-US" sz="1400" dirty="0"/>
              </a:p>
            </p:txBody>
          </p:sp>
          <p:cxnSp>
            <p:nvCxnSpPr>
              <p:cNvPr id="187" name="Straight Arrow Connector 186">
                <a:extLst>
                  <a:ext uri="{FF2B5EF4-FFF2-40B4-BE49-F238E27FC236}">
                    <a16:creationId xmlns:a16="http://schemas.microsoft.com/office/drawing/2014/main" id="{02911032-C960-433F-A69D-901ED85F5213}"/>
                  </a:ext>
                </a:extLst>
              </p:cNvPr>
              <p:cNvCxnSpPr>
                <a:cxnSpLocks/>
              </p:cNvCxnSpPr>
              <p:nvPr/>
            </p:nvCxnSpPr>
            <p:spPr>
              <a:xfrm flipV="1">
                <a:off x="2837805" y="608434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8" name="Straight Arrow Connector 187">
                <a:extLst>
                  <a:ext uri="{FF2B5EF4-FFF2-40B4-BE49-F238E27FC236}">
                    <a16:creationId xmlns:a16="http://schemas.microsoft.com/office/drawing/2014/main" id="{2D6BDC00-7A10-42B8-BC47-4BE429B5AE8C}"/>
                  </a:ext>
                </a:extLst>
              </p:cNvPr>
              <p:cNvCxnSpPr>
                <a:cxnSpLocks/>
              </p:cNvCxnSpPr>
              <p:nvPr/>
            </p:nvCxnSpPr>
            <p:spPr>
              <a:xfrm rot="10800000" flipV="1">
                <a:off x="1045260" y="482739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9" name="Straight Arrow Connector 188">
                <a:extLst>
                  <a:ext uri="{FF2B5EF4-FFF2-40B4-BE49-F238E27FC236}">
                    <a16:creationId xmlns:a16="http://schemas.microsoft.com/office/drawing/2014/main" id="{4878D7DC-ECA7-402E-926C-C1E1A3D1102D}"/>
                  </a:ext>
                </a:extLst>
              </p:cNvPr>
              <p:cNvCxnSpPr>
                <a:cxnSpLocks/>
              </p:cNvCxnSpPr>
              <p:nvPr/>
            </p:nvCxnSpPr>
            <p:spPr>
              <a:xfrm rot="10800000" flipV="1">
                <a:off x="2823516" y="483424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190" name="Rectangle 192">
              <a:extLst>
                <a:ext uri="{FF2B5EF4-FFF2-40B4-BE49-F238E27FC236}">
                  <a16:creationId xmlns:a16="http://schemas.microsoft.com/office/drawing/2014/main" id="{BF226249-6C20-4351-8CF9-69A5A8A4C23E}"/>
                </a:ext>
              </a:extLst>
            </p:cNvPr>
            <p:cNvSpPr/>
            <p:nvPr/>
          </p:nvSpPr>
          <p:spPr>
            <a:xfrm rot="5400000">
              <a:off x="5745670" y="2649913"/>
              <a:ext cx="595051" cy="1776224"/>
            </a:xfrm>
            <a:custGeom>
              <a:avLst/>
              <a:gdLst>
                <a:gd name="connsiteX0" fmla="*/ 0 w 595051"/>
                <a:gd name="connsiteY0" fmla="*/ 0 h 1776224"/>
                <a:gd name="connsiteX1" fmla="*/ 595051 w 595051"/>
                <a:gd name="connsiteY1" fmla="*/ 0 h 1776224"/>
                <a:gd name="connsiteX2" fmla="*/ 595051 w 595051"/>
                <a:gd name="connsiteY2" fmla="*/ 1776224 h 1776224"/>
                <a:gd name="connsiteX3" fmla="*/ 0 w 595051"/>
                <a:gd name="connsiteY3" fmla="*/ 1776224 h 1776224"/>
                <a:gd name="connsiteX4" fmla="*/ 0 w 595051"/>
                <a:gd name="connsiteY4" fmla="*/ 0 h 1776224"/>
                <a:gd name="connsiteX0" fmla="*/ 0 w 604579"/>
                <a:gd name="connsiteY0" fmla="*/ 0 h 1776224"/>
                <a:gd name="connsiteX1" fmla="*/ 604579 w 604579"/>
                <a:gd name="connsiteY1" fmla="*/ 381000 h 1776224"/>
                <a:gd name="connsiteX2" fmla="*/ 595051 w 604579"/>
                <a:gd name="connsiteY2" fmla="*/ 1776224 h 1776224"/>
                <a:gd name="connsiteX3" fmla="*/ 0 w 604579"/>
                <a:gd name="connsiteY3" fmla="*/ 1776224 h 1776224"/>
                <a:gd name="connsiteX4" fmla="*/ 0 w 604579"/>
                <a:gd name="connsiteY4" fmla="*/ 0 h 1776224"/>
                <a:gd name="connsiteX0" fmla="*/ 0 w 595051"/>
                <a:gd name="connsiteY0" fmla="*/ 0 h 1776224"/>
                <a:gd name="connsiteX1" fmla="*/ 590294 w 595051"/>
                <a:gd name="connsiteY1" fmla="*/ 381000 h 1776224"/>
                <a:gd name="connsiteX2" fmla="*/ 595051 w 595051"/>
                <a:gd name="connsiteY2" fmla="*/ 1776224 h 1776224"/>
                <a:gd name="connsiteX3" fmla="*/ 0 w 595051"/>
                <a:gd name="connsiteY3" fmla="*/ 1776224 h 1776224"/>
                <a:gd name="connsiteX4" fmla="*/ 0 w 595051"/>
                <a:gd name="connsiteY4" fmla="*/ 0 h 1776224"/>
                <a:gd name="connsiteX0" fmla="*/ 0 w 595516"/>
                <a:gd name="connsiteY0" fmla="*/ 0 h 1776224"/>
                <a:gd name="connsiteX1" fmla="*/ 595060 w 595516"/>
                <a:gd name="connsiteY1" fmla="*/ 376237 h 1776224"/>
                <a:gd name="connsiteX2" fmla="*/ 595051 w 595516"/>
                <a:gd name="connsiteY2" fmla="*/ 1776224 h 1776224"/>
                <a:gd name="connsiteX3" fmla="*/ 0 w 595516"/>
                <a:gd name="connsiteY3" fmla="*/ 1776224 h 1776224"/>
                <a:gd name="connsiteX4" fmla="*/ 0 w 595516"/>
                <a:gd name="connsiteY4" fmla="*/ 0 h 1776224"/>
                <a:gd name="connsiteX0" fmla="*/ 0 w 595516"/>
                <a:gd name="connsiteY0" fmla="*/ 0 h 1776224"/>
                <a:gd name="connsiteX1" fmla="*/ 595060 w 595516"/>
                <a:gd name="connsiteY1" fmla="*/ 383381 h 1776224"/>
                <a:gd name="connsiteX2" fmla="*/ 595051 w 595516"/>
                <a:gd name="connsiteY2" fmla="*/ 1776224 h 1776224"/>
                <a:gd name="connsiteX3" fmla="*/ 0 w 595516"/>
                <a:gd name="connsiteY3" fmla="*/ 1776224 h 1776224"/>
                <a:gd name="connsiteX4" fmla="*/ 0 w 595516"/>
                <a:gd name="connsiteY4" fmla="*/ 0 h 1776224"/>
                <a:gd name="connsiteX0" fmla="*/ 0 w 595051"/>
                <a:gd name="connsiteY0" fmla="*/ 0 h 1776224"/>
                <a:gd name="connsiteX1" fmla="*/ 590298 w 595051"/>
                <a:gd name="connsiteY1" fmla="*/ 395287 h 1776224"/>
                <a:gd name="connsiteX2" fmla="*/ 595051 w 595051"/>
                <a:gd name="connsiteY2" fmla="*/ 1776224 h 1776224"/>
                <a:gd name="connsiteX3" fmla="*/ 0 w 595051"/>
                <a:gd name="connsiteY3" fmla="*/ 1776224 h 1776224"/>
                <a:gd name="connsiteX4" fmla="*/ 0 w 595051"/>
                <a:gd name="connsiteY4" fmla="*/ 0 h 1776224"/>
                <a:gd name="connsiteX0" fmla="*/ 0 w 595051"/>
                <a:gd name="connsiteY0" fmla="*/ 0 h 1776224"/>
                <a:gd name="connsiteX1" fmla="*/ 590301 w 595051"/>
                <a:gd name="connsiteY1" fmla="*/ 385762 h 1776224"/>
                <a:gd name="connsiteX2" fmla="*/ 595051 w 595051"/>
                <a:gd name="connsiteY2" fmla="*/ 1776224 h 1776224"/>
                <a:gd name="connsiteX3" fmla="*/ 0 w 595051"/>
                <a:gd name="connsiteY3" fmla="*/ 1776224 h 1776224"/>
                <a:gd name="connsiteX4" fmla="*/ 0 w 595051"/>
                <a:gd name="connsiteY4" fmla="*/ 0 h 1776224"/>
                <a:gd name="connsiteX0" fmla="*/ 0 w 595051"/>
                <a:gd name="connsiteY0" fmla="*/ 0 h 1776224"/>
                <a:gd name="connsiteX1" fmla="*/ 590304 w 595051"/>
                <a:gd name="connsiteY1" fmla="*/ 380999 h 1776224"/>
                <a:gd name="connsiteX2" fmla="*/ 595051 w 595051"/>
                <a:gd name="connsiteY2" fmla="*/ 1776224 h 1776224"/>
                <a:gd name="connsiteX3" fmla="*/ 0 w 595051"/>
                <a:gd name="connsiteY3" fmla="*/ 1776224 h 1776224"/>
                <a:gd name="connsiteX4" fmla="*/ 0 w 595051"/>
                <a:gd name="connsiteY4" fmla="*/ 0 h 1776224"/>
                <a:gd name="connsiteX0" fmla="*/ 0 w 595051"/>
                <a:gd name="connsiteY0" fmla="*/ 0 h 1776224"/>
                <a:gd name="connsiteX1" fmla="*/ 592689 w 595051"/>
                <a:gd name="connsiteY1" fmla="*/ 378618 h 1776224"/>
                <a:gd name="connsiteX2" fmla="*/ 595051 w 595051"/>
                <a:gd name="connsiteY2" fmla="*/ 1776224 h 1776224"/>
                <a:gd name="connsiteX3" fmla="*/ 0 w 595051"/>
                <a:gd name="connsiteY3" fmla="*/ 1776224 h 1776224"/>
                <a:gd name="connsiteX4" fmla="*/ 0 w 595051"/>
                <a:gd name="connsiteY4" fmla="*/ 0 h 1776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051" h="1776224">
                  <a:moveTo>
                    <a:pt x="0" y="0"/>
                  </a:moveTo>
                  <a:lnTo>
                    <a:pt x="592689" y="378618"/>
                  </a:lnTo>
                  <a:cubicBezTo>
                    <a:pt x="594275" y="843693"/>
                    <a:pt x="593465" y="1311149"/>
                    <a:pt x="595051" y="1776224"/>
                  </a:cubicBezTo>
                  <a:lnTo>
                    <a:pt x="0" y="1776224"/>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91" name="Rectangle 193">
              <a:extLst>
                <a:ext uri="{FF2B5EF4-FFF2-40B4-BE49-F238E27FC236}">
                  <a16:creationId xmlns:a16="http://schemas.microsoft.com/office/drawing/2014/main" id="{31E67E67-B9F9-4680-B884-103FE89AF5B1}"/>
                </a:ext>
              </a:extLst>
            </p:cNvPr>
            <p:cNvSpPr/>
            <p:nvPr/>
          </p:nvSpPr>
          <p:spPr>
            <a:xfrm rot="5400000">
              <a:off x="7521893" y="2648116"/>
              <a:ext cx="595054" cy="1776224"/>
            </a:xfrm>
            <a:custGeom>
              <a:avLst/>
              <a:gdLst>
                <a:gd name="connsiteX0" fmla="*/ 0 w 595051"/>
                <a:gd name="connsiteY0" fmla="*/ 0 h 1776224"/>
                <a:gd name="connsiteX1" fmla="*/ 595051 w 595051"/>
                <a:gd name="connsiteY1" fmla="*/ 0 h 1776224"/>
                <a:gd name="connsiteX2" fmla="*/ 595051 w 595051"/>
                <a:gd name="connsiteY2" fmla="*/ 1776224 h 1776224"/>
                <a:gd name="connsiteX3" fmla="*/ 0 w 595051"/>
                <a:gd name="connsiteY3" fmla="*/ 1776224 h 1776224"/>
                <a:gd name="connsiteX4" fmla="*/ 0 w 595051"/>
                <a:gd name="connsiteY4" fmla="*/ 0 h 1776224"/>
                <a:gd name="connsiteX0" fmla="*/ 0 w 595054"/>
                <a:gd name="connsiteY0" fmla="*/ 0 h 1776224"/>
                <a:gd name="connsiteX1" fmla="*/ 595051 w 595054"/>
                <a:gd name="connsiteY1" fmla="*/ 0 h 1776224"/>
                <a:gd name="connsiteX2" fmla="*/ 595054 w 595054"/>
                <a:gd name="connsiteY2" fmla="*/ 1360299 h 1776224"/>
                <a:gd name="connsiteX3" fmla="*/ 0 w 595054"/>
                <a:gd name="connsiteY3" fmla="*/ 1776224 h 1776224"/>
                <a:gd name="connsiteX4" fmla="*/ 0 w 595054"/>
                <a:gd name="connsiteY4" fmla="*/ 0 h 1776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054" h="1776224">
                  <a:moveTo>
                    <a:pt x="0" y="0"/>
                  </a:moveTo>
                  <a:lnTo>
                    <a:pt x="595051" y="0"/>
                  </a:lnTo>
                  <a:lnTo>
                    <a:pt x="595054" y="1360299"/>
                  </a:lnTo>
                  <a:lnTo>
                    <a:pt x="0" y="1776224"/>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92" name="Rectangle 197">
              <a:extLst>
                <a:ext uri="{FF2B5EF4-FFF2-40B4-BE49-F238E27FC236}">
                  <a16:creationId xmlns:a16="http://schemas.microsoft.com/office/drawing/2014/main" id="{60258574-4C4B-4CAC-824D-BD5837235923}"/>
                </a:ext>
              </a:extLst>
            </p:cNvPr>
            <p:cNvSpPr/>
            <p:nvPr/>
          </p:nvSpPr>
          <p:spPr>
            <a:xfrm rot="5400000">
              <a:off x="5151073" y="3838270"/>
              <a:ext cx="1404256" cy="1395224"/>
            </a:xfrm>
            <a:custGeom>
              <a:avLst/>
              <a:gdLst>
                <a:gd name="connsiteX0" fmla="*/ 0 w 1399494"/>
                <a:gd name="connsiteY0" fmla="*/ 0 h 1776224"/>
                <a:gd name="connsiteX1" fmla="*/ 1399494 w 1399494"/>
                <a:gd name="connsiteY1" fmla="*/ 0 h 1776224"/>
                <a:gd name="connsiteX2" fmla="*/ 1399494 w 1399494"/>
                <a:gd name="connsiteY2" fmla="*/ 1776224 h 1776224"/>
                <a:gd name="connsiteX3" fmla="*/ 0 w 1399494"/>
                <a:gd name="connsiteY3" fmla="*/ 1776224 h 1776224"/>
                <a:gd name="connsiteX4" fmla="*/ 0 w 1399494"/>
                <a:gd name="connsiteY4" fmla="*/ 0 h 1776224"/>
                <a:gd name="connsiteX0" fmla="*/ 0 w 1404256"/>
                <a:gd name="connsiteY0" fmla="*/ 0 h 1776224"/>
                <a:gd name="connsiteX1" fmla="*/ 1404256 w 1404256"/>
                <a:gd name="connsiteY1" fmla="*/ 381000 h 1776224"/>
                <a:gd name="connsiteX2" fmla="*/ 1399494 w 1404256"/>
                <a:gd name="connsiteY2" fmla="*/ 1776224 h 1776224"/>
                <a:gd name="connsiteX3" fmla="*/ 0 w 1404256"/>
                <a:gd name="connsiteY3" fmla="*/ 1776224 h 1776224"/>
                <a:gd name="connsiteX4" fmla="*/ 0 w 1404256"/>
                <a:gd name="connsiteY4" fmla="*/ 0 h 1776224"/>
                <a:gd name="connsiteX0" fmla="*/ 0 w 1404256"/>
                <a:gd name="connsiteY0" fmla="*/ 4763 h 1395224"/>
                <a:gd name="connsiteX1" fmla="*/ 1404256 w 1404256"/>
                <a:gd name="connsiteY1" fmla="*/ 0 h 1395224"/>
                <a:gd name="connsiteX2" fmla="*/ 1399494 w 1404256"/>
                <a:gd name="connsiteY2" fmla="*/ 1395224 h 1395224"/>
                <a:gd name="connsiteX3" fmla="*/ 0 w 1404256"/>
                <a:gd name="connsiteY3" fmla="*/ 1395224 h 1395224"/>
                <a:gd name="connsiteX4" fmla="*/ 0 w 1404256"/>
                <a:gd name="connsiteY4" fmla="*/ 4763 h 1395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256" h="1395224">
                  <a:moveTo>
                    <a:pt x="0" y="4763"/>
                  </a:moveTo>
                  <a:lnTo>
                    <a:pt x="1404256" y="0"/>
                  </a:lnTo>
                  <a:cubicBezTo>
                    <a:pt x="1402669" y="465075"/>
                    <a:pt x="1401081" y="930149"/>
                    <a:pt x="1399494" y="1395224"/>
                  </a:cubicBezTo>
                  <a:lnTo>
                    <a:pt x="0" y="1395224"/>
                  </a:lnTo>
                  <a:lnTo>
                    <a:pt x="0" y="4763"/>
                  </a:lnTo>
                  <a:close/>
                </a:path>
              </a:pathLst>
            </a:cu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193" name="Rectangle 198">
              <a:extLst>
                <a:ext uri="{FF2B5EF4-FFF2-40B4-BE49-F238E27FC236}">
                  <a16:creationId xmlns:a16="http://schemas.microsoft.com/office/drawing/2014/main" id="{F5131527-B387-4D1C-869D-D73DAEF686BB}"/>
                </a:ext>
              </a:extLst>
            </p:cNvPr>
            <p:cNvSpPr/>
            <p:nvPr/>
          </p:nvSpPr>
          <p:spPr>
            <a:xfrm rot="5400000">
              <a:off x="7323324" y="3858639"/>
              <a:ext cx="1410961" cy="1357124"/>
            </a:xfrm>
            <a:custGeom>
              <a:avLst/>
              <a:gdLst>
                <a:gd name="connsiteX0" fmla="*/ 0 w 1399148"/>
                <a:gd name="connsiteY0" fmla="*/ 0 h 1776224"/>
                <a:gd name="connsiteX1" fmla="*/ 1399148 w 1399148"/>
                <a:gd name="connsiteY1" fmla="*/ 0 h 1776224"/>
                <a:gd name="connsiteX2" fmla="*/ 1399148 w 1399148"/>
                <a:gd name="connsiteY2" fmla="*/ 1776224 h 1776224"/>
                <a:gd name="connsiteX3" fmla="*/ 0 w 1399148"/>
                <a:gd name="connsiteY3" fmla="*/ 1776224 h 1776224"/>
                <a:gd name="connsiteX4" fmla="*/ 0 w 1399148"/>
                <a:gd name="connsiteY4" fmla="*/ 0 h 1776224"/>
                <a:gd name="connsiteX0" fmla="*/ 0 w 1403910"/>
                <a:gd name="connsiteY0" fmla="*/ 0 h 1776224"/>
                <a:gd name="connsiteX1" fmla="*/ 1399148 w 1403910"/>
                <a:gd name="connsiteY1" fmla="*/ 0 h 1776224"/>
                <a:gd name="connsiteX2" fmla="*/ 1403910 w 1403910"/>
                <a:gd name="connsiteY2" fmla="*/ 1357124 h 1776224"/>
                <a:gd name="connsiteX3" fmla="*/ 0 w 1403910"/>
                <a:gd name="connsiteY3" fmla="*/ 1776224 h 1776224"/>
                <a:gd name="connsiteX4" fmla="*/ 0 w 1403910"/>
                <a:gd name="connsiteY4" fmla="*/ 0 h 1776224"/>
                <a:gd name="connsiteX0" fmla="*/ 4763 w 1408673"/>
                <a:gd name="connsiteY0" fmla="*/ 0 h 1357124"/>
                <a:gd name="connsiteX1" fmla="*/ 1403911 w 1408673"/>
                <a:gd name="connsiteY1" fmla="*/ 0 h 1357124"/>
                <a:gd name="connsiteX2" fmla="*/ 1408673 w 1408673"/>
                <a:gd name="connsiteY2" fmla="*/ 1357124 h 1357124"/>
                <a:gd name="connsiteX3" fmla="*/ 0 w 1408673"/>
                <a:gd name="connsiteY3" fmla="*/ 1347599 h 1357124"/>
                <a:gd name="connsiteX4" fmla="*/ 4763 w 1408673"/>
                <a:gd name="connsiteY4" fmla="*/ 0 h 1357124"/>
                <a:gd name="connsiteX0" fmla="*/ 212 w 1404122"/>
                <a:gd name="connsiteY0" fmla="*/ 0 h 1366649"/>
                <a:gd name="connsiteX1" fmla="*/ 1399360 w 1404122"/>
                <a:gd name="connsiteY1" fmla="*/ 0 h 1366649"/>
                <a:gd name="connsiteX2" fmla="*/ 1404122 w 1404122"/>
                <a:gd name="connsiteY2" fmla="*/ 1357124 h 1366649"/>
                <a:gd name="connsiteX3" fmla="*/ 4977 w 1404122"/>
                <a:gd name="connsiteY3" fmla="*/ 1366649 h 1366649"/>
                <a:gd name="connsiteX4" fmla="*/ 212 w 1404122"/>
                <a:gd name="connsiteY4" fmla="*/ 0 h 1366649"/>
                <a:gd name="connsiteX0" fmla="*/ 2377 w 1406287"/>
                <a:gd name="connsiteY0" fmla="*/ 0 h 1371411"/>
                <a:gd name="connsiteX1" fmla="*/ 1401525 w 1406287"/>
                <a:gd name="connsiteY1" fmla="*/ 0 h 1371411"/>
                <a:gd name="connsiteX2" fmla="*/ 1406287 w 1406287"/>
                <a:gd name="connsiteY2" fmla="*/ 1357124 h 1371411"/>
                <a:gd name="connsiteX3" fmla="*/ 0 w 1406287"/>
                <a:gd name="connsiteY3" fmla="*/ 1371411 h 1371411"/>
                <a:gd name="connsiteX4" fmla="*/ 2377 w 1406287"/>
                <a:gd name="connsiteY4" fmla="*/ 0 h 1371411"/>
                <a:gd name="connsiteX0" fmla="*/ 2377 w 1406287"/>
                <a:gd name="connsiteY0" fmla="*/ 0 h 1369029"/>
                <a:gd name="connsiteX1" fmla="*/ 1401525 w 1406287"/>
                <a:gd name="connsiteY1" fmla="*/ 0 h 1369029"/>
                <a:gd name="connsiteX2" fmla="*/ 1406287 w 1406287"/>
                <a:gd name="connsiteY2" fmla="*/ 1357124 h 1369029"/>
                <a:gd name="connsiteX3" fmla="*/ 0 w 1406287"/>
                <a:gd name="connsiteY3" fmla="*/ 1369029 h 1369029"/>
                <a:gd name="connsiteX4" fmla="*/ 2377 w 1406287"/>
                <a:gd name="connsiteY4" fmla="*/ 0 h 1369029"/>
                <a:gd name="connsiteX0" fmla="*/ 2377 w 1406287"/>
                <a:gd name="connsiteY0" fmla="*/ 0 h 1357124"/>
                <a:gd name="connsiteX1" fmla="*/ 1401525 w 1406287"/>
                <a:gd name="connsiteY1" fmla="*/ 0 h 1357124"/>
                <a:gd name="connsiteX2" fmla="*/ 1406287 w 1406287"/>
                <a:gd name="connsiteY2" fmla="*/ 1357124 h 1357124"/>
                <a:gd name="connsiteX3" fmla="*/ 0 w 1406287"/>
                <a:gd name="connsiteY3" fmla="*/ 1347598 h 1357124"/>
                <a:gd name="connsiteX4" fmla="*/ 2377 w 1406287"/>
                <a:gd name="connsiteY4" fmla="*/ 0 h 1357124"/>
                <a:gd name="connsiteX0" fmla="*/ 2374 w 1406284"/>
                <a:gd name="connsiteY0" fmla="*/ 0 h 1357124"/>
                <a:gd name="connsiteX1" fmla="*/ 1401522 w 1406284"/>
                <a:gd name="connsiteY1" fmla="*/ 0 h 1357124"/>
                <a:gd name="connsiteX2" fmla="*/ 1406284 w 1406284"/>
                <a:gd name="connsiteY2" fmla="*/ 1357124 h 1357124"/>
                <a:gd name="connsiteX3" fmla="*/ 0 w 1406284"/>
                <a:gd name="connsiteY3" fmla="*/ 1354742 h 1357124"/>
                <a:gd name="connsiteX4" fmla="*/ 2374 w 1406284"/>
                <a:gd name="connsiteY4" fmla="*/ 0 h 13571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6284" h="1357124">
                  <a:moveTo>
                    <a:pt x="2374" y="0"/>
                  </a:moveTo>
                  <a:lnTo>
                    <a:pt x="1401522" y="0"/>
                  </a:lnTo>
                  <a:cubicBezTo>
                    <a:pt x="1403109" y="452375"/>
                    <a:pt x="1404697" y="904749"/>
                    <a:pt x="1406284" y="1357124"/>
                  </a:cubicBezTo>
                  <a:lnTo>
                    <a:pt x="0" y="1354742"/>
                  </a:lnTo>
                  <a:cubicBezTo>
                    <a:pt x="1588" y="905542"/>
                    <a:pt x="786" y="449200"/>
                    <a:pt x="2374" y="0"/>
                  </a:cubicBezTo>
                  <a:close/>
                </a:path>
              </a:pathLst>
            </a:cu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194" name="Oval 193">
              <a:extLst>
                <a:ext uri="{FF2B5EF4-FFF2-40B4-BE49-F238E27FC236}">
                  <a16:creationId xmlns:a16="http://schemas.microsoft.com/office/drawing/2014/main" id="{44040FE3-ED33-4D01-947E-C94591D9A67B}"/>
                </a:ext>
              </a:extLst>
            </p:cNvPr>
            <p:cNvSpPr/>
            <p:nvPr/>
          </p:nvSpPr>
          <p:spPr>
            <a:xfrm>
              <a:off x="8604683" y="3702628"/>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sp>
          <p:nvSpPr>
            <p:cNvPr id="195" name="Oval 194">
              <a:extLst>
                <a:ext uri="{FF2B5EF4-FFF2-40B4-BE49-F238E27FC236}">
                  <a16:creationId xmlns:a16="http://schemas.microsoft.com/office/drawing/2014/main" id="{BCCF7073-D90D-4EF7-880C-A1D6097A0F62}"/>
                </a:ext>
              </a:extLst>
            </p:cNvPr>
            <p:cNvSpPr/>
            <p:nvPr/>
          </p:nvSpPr>
          <p:spPr>
            <a:xfrm>
              <a:off x="6412076" y="3701080"/>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196" name="Oval 195">
              <a:extLst>
                <a:ext uri="{FF2B5EF4-FFF2-40B4-BE49-F238E27FC236}">
                  <a16:creationId xmlns:a16="http://schemas.microsoft.com/office/drawing/2014/main" id="{AE0F5A18-33CE-4EDA-8708-7F89757CA1AA}"/>
                </a:ext>
              </a:extLst>
            </p:cNvPr>
            <p:cNvSpPr/>
            <p:nvPr/>
          </p:nvSpPr>
          <p:spPr>
            <a:xfrm>
              <a:off x="5020612" y="369928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cxnSp>
          <p:nvCxnSpPr>
            <p:cNvPr id="197" name="Straight Arrow Connector 196">
              <a:extLst>
                <a:ext uri="{FF2B5EF4-FFF2-40B4-BE49-F238E27FC236}">
                  <a16:creationId xmlns:a16="http://schemas.microsoft.com/office/drawing/2014/main" id="{0376C5B3-3436-4368-9FBC-75BA087BBCDC}"/>
                </a:ext>
              </a:extLst>
            </p:cNvPr>
            <p:cNvCxnSpPr>
              <a:cxnSpLocks/>
            </p:cNvCxnSpPr>
            <p:nvPr/>
          </p:nvCxnSpPr>
          <p:spPr>
            <a:xfrm rot="16200000" flipV="1">
              <a:off x="6241095" y="4519412"/>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8" name="Straight Arrow Connector 197">
              <a:extLst>
                <a:ext uri="{FF2B5EF4-FFF2-40B4-BE49-F238E27FC236}">
                  <a16:creationId xmlns:a16="http://schemas.microsoft.com/office/drawing/2014/main" id="{DBF03DB6-2330-400F-AA1B-406D3C86122A}"/>
                </a:ext>
              </a:extLst>
            </p:cNvPr>
            <p:cNvCxnSpPr>
              <a:cxnSpLocks/>
            </p:cNvCxnSpPr>
            <p:nvPr/>
          </p:nvCxnSpPr>
          <p:spPr>
            <a:xfrm rot="5400000" flipV="1">
              <a:off x="7205010" y="455122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9" name="Straight Arrow Connector 198">
              <a:extLst>
                <a:ext uri="{FF2B5EF4-FFF2-40B4-BE49-F238E27FC236}">
                  <a16:creationId xmlns:a16="http://schemas.microsoft.com/office/drawing/2014/main" id="{6558B59F-AD3F-49CE-A0B5-BCCC240683BA}"/>
                </a:ext>
              </a:extLst>
            </p:cNvPr>
            <p:cNvCxnSpPr>
              <a:cxnSpLocks/>
            </p:cNvCxnSpPr>
            <p:nvPr/>
          </p:nvCxnSpPr>
          <p:spPr>
            <a:xfrm rot="5400000" flipH="1">
              <a:off x="8535807" y="3536225"/>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0" name="Straight Arrow Connector 199">
              <a:extLst>
                <a:ext uri="{FF2B5EF4-FFF2-40B4-BE49-F238E27FC236}">
                  <a16:creationId xmlns:a16="http://schemas.microsoft.com/office/drawing/2014/main" id="{52801617-EAC0-4A6F-B8E5-FD8D1A1E9307}"/>
                </a:ext>
              </a:extLst>
            </p:cNvPr>
            <p:cNvCxnSpPr>
              <a:cxnSpLocks/>
            </p:cNvCxnSpPr>
            <p:nvPr/>
          </p:nvCxnSpPr>
          <p:spPr>
            <a:xfrm flipV="1">
              <a:off x="5632381" y="514831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1" name="Straight Arrow Connector 200">
              <a:extLst>
                <a:ext uri="{FF2B5EF4-FFF2-40B4-BE49-F238E27FC236}">
                  <a16:creationId xmlns:a16="http://schemas.microsoft.com/office/drawing/2014/main" id="{715BB66C-280F-49C8-9E84-458535D301FB}"/>
                </a:ext>
              </a:extLst>
            </p:cNvPr>
            <p:cNvCxnSpPr>
              <a:cxnSpLocks/>
            </p:cNvCxnSpPr>
            <p:nvPr/>
          </p:nvCxnSpPr>
          <p:spPr>
            <a:xfrm rot="16200000" flipV="1">
              <a:off x="8406875" y="451941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2" name="TextBox 201">
              <a:extLst>
                <a:ext uri="{FF2B5EF4-FFF2-40B4-BE49-F238E27FC236}">
                  <a16:creationId xmlns:a16="http://schemas.microsoft.com/office/drawing/2014/main" id="{D8770C1A-1FE0-475B-9CB0-5ACCB89622BA}"/>
                </a:ext>
              </a:extLst>
            </p:cNvPr>
            <p:cNvSpPr txBox="1"/>
            <p:nvPr/>
          </p:nvSpPr>
          <p:spPr>
            <a:xfrm>
              <a:off x="6162227" y="4781690"/>
              <a:ext cx="403983" cy="369332"/>
            </a:xfrm>
            <a:prstGeom prst="rect">
              <a:avLst/>
            </a:prstGeom>
            <a:noFill/>
          </p:spPr>
          <p:txBody>
            <a:bodyPr wrap="square">
              <a:spAutoFit/>
            </a:bodyPr>
            <a:lstStyle/>
            <a:p>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p>
          </p:txBody>
        </p:sp>
        <p:sp>
          <p:nvSpPr>
            <p:cNvPr id="203" name="TextBox 202">
              <a:extLst>
                <a:ext uri="{FF2B5EF4-FFF2-40B4-BE49-F238E27FC236}">
                  <a16:creationId xmlns:a16="http://schemas.microsoft.com/office/drawing/2014/main" id="{44E3086C-9C24-49A0-8A98-F33E0280DC0E}"/>
                </a:ext>
              </a:extLst>
            </p:cNvPr>
            <p:cNvSpPr txBox="1"/>
            <p:nvPr/>
          </p:nvSpPr>
          <p:spPr>
            <a:xfrm>
              <a:off x="7287902" y="3889589"/>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b</a:t>
              </a:r>
              <a:r>
                <a:rPr lang="en-US" baseline="-25000" dirty="0">
                  <a:solidFill>
                    <a:srgbClr val="FF0000"/>
                  </a:solidFill>
                  <a:latin typeface="Consolas" panose="020B0609020204030204" pitchFamily="49" charset="0"/>
                </a:rPr>
                <a:t>0</a:t>
              </a:r>
            </a:p>
          </p:txBody>
        </p:sp>
        <p:cxnSp>
          <p:nvCxnSpPr>
            <p:cNvPr id="204" name="Straight Arrow Connector 203">
              <a:extLst>
                <a:ext uri="{FF2B5EF4-FFF2-40B4-BE49-F238E27FC236}">
                  <a16:creationId xmlns:a16="http://schemas.microsoft.com/office/drawing/2014/main" id="{399A05BE-CFF2-4792-9DBC-6350D047E6F8}"/>
                </a:ext>
              </a:extLst>
            </p:cNvPr>
            <p:cNvCxnSpPr>
              <a:cxnSpLocks/>
            </p:cNvCxnSpPr>
            <p:nvPr/>
          </p:nvCxnSpPr>
          <p:spPr>
            <a:xfrm rot="5400000" flipV="1">
              <a:off x="5031564" y="450677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5" name="Oval 204">
              <a:extLst>
                <a:ext uri="{FF2B5EF4-FFF2-40B4-BE49-F238E27FC236}">
                  <a16:creationId xmlns:a16="http://schemas.microsoft.com/office/drawing/2014/main" id="{64B35D2C-025F-46ED-B595-831D01C3CE81}"/>
                </a:ext>
              </a:extLst>
            </p:cNvPr>
            <p:cNvSpPr/>
            <p:nvPr/>
          </p:nvSpPr>
          <p:spPr>
            <a:xfrm>
              <a:off x="5009388" y="5095436"/>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G</a:t>
              </a:r>
              <a:endParaRPr lang="en-US" dirty="0"/>
            </a:p>
          </p:txBody>
        </p:sp>
        <p:sp>
          <p:nvSpPr>
            <p:cNvPr id="206" name="Oval 205">
              <a:extLst>
                <a:ext uri="{FF2B5EF4-FFF2-40B4-BE49-F238E27FC236}">
                  <a16:creationId xmlns:a16="http://schemas.microsoft.com/office/drawing/2014/main" id="{6E437B0F-3E48-4C73-A1E2-AF561BCAC7EE}"/>
                </a:ext>
              </a:extLst>
            </p:cNvPr>
            <p:cNvSpPr/>
            <p:nvPr/>
          </p:nvSpPr>
          <p:spPr>
            <a:xfrm>
              <a:off x="6428073" y="5095436"/>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H</a:t>
              </a:r>
              <a:endParaRPr lang="en-US" dirty="0"/>
            </a:p>
          </p:txBody>
        </p:sp>
        <p:sp>
          <p:nvSpPr>
            <p:cNvPr id="207" name="Oval 206">
              <a:extLst>
                <a:ext uri="{FF2B5EF4-FFF2-40B4-BE49-F238E27FC236}">
                  <a16:creationId xmlns:a16="http://schemas.microsoft.com/office/drawing/2014/main" id="{F774BAB1-11CD-415D-A4F4-5915904CE453}"/>
                </a:ext>
              </a:extLst>
            </p:cNvPr>
            <p:cNvSpPr/>
            <p:nvPr/>
          </p:nvSpPr>
          <p:spPr>
            <a:xfrm>
              <a:off x="8561320" y="5105348"/>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I</a:t>
              </a:r>
              <a:endParaRPr lang="en-US" dirty="0"/>
            </a:p>
          </p:txBody>
        </p:sp>
        <p:sp>
          <p:nvSpPr>
            <p:cNvPr id="208" name="TextBox 207">
              <a:extLst>
                <a:ext uri="{FF2B5EF4-FFF2-40B4-BE49-F238E27FC236}">
                  <a16:creationId xmlns:a16="http://schemas.microsoft.com/office/drawing/2014/main" id="{3B6B9BE9-969C-470C-A4B9-F16B1B3F2DE5}"/>
                </a:ext>
              </a:extLst>
            </p:cNvPr>
            <p:cNvSpPr txBox="1"/>
            <p:nvPr/>
          </p:nvSpPr>
          <p:spPr>
            <a:xfrm>
              <a:off x="5751423" y="3357745"/>
              <a:ext cx="310896" cy="307777"/>
            </a:xfrm>
            <a:prstGeom prst="rect">
              <a:avLst/>
            </a:prstGeom>
            <a:noFill/>
            <a:ln w="19050">
              <a:solidFill>
                <a:schemeClr val="bg1"/>
              </a:solidFill>
            </a:ln>
          </p:spPr>
          <p:txBody>
            <a:bodyPr wrap="square" rtlCol="0">
              <a:spAutoFit/>
            </a:bodyPr>
            <a:lstStyle/>
            <a:p>
              <a:pPr algn="ctr"/>
              <a:r>
                <a:rPr lang="pt-BR" sz="1400" dirty="0"/>
                <a:t>I</a:t>
              </a:r>
              <a:endParaRPr lang="en-US" sz="1400" dirty="0"/>
            </a:p>
          </p:txBody>
        </p:sp>
        <p:sp>
          <p:nvSpPr>
            <p:cNvPr id="209" name="TextBox 208">
              <a:extLst>
                <a:ext uri="{FF2B5EF4-FFF2-40B4-BE49-F238E27FC236}">
                  <a16:creationId xmlns:a16="http://schemas.microsoft.com/office/drawing/2014/main" id="{11F07261-2A3B-400B-9E12-346A37E9C6DA}"/>
                </a:ext>
              </a:extLst>
            </p:cNvPr>
            <p:cNvSpPr txBox="1"/>
            <p:nvPr/>
          </p:nvSpPr>
          <p:spPr>
            <a:xfrm>
              <a:off x="7889162" y="3368193"/>
              <a:ext cx="310896" cy="307777"/>
            </a:xfrm>
            <a:prstGeom prst="rect">
              <a:avLst/>
            </a:prstGeom>
            <a:noFill/>
            <a:ln w="19050">
              <a:solidFill>
                <a:schemeClr val="bg1"/>
              </a:solidFill>
            </a:ln>
          </p:spPr>
          <p:txBody>
            <a:bodyPr wrap="square" rtlCol="0">
              <a:spAutoFit/>
            </a:bodyPr>
            <a:lstStyle/>
            <a:p>
              <a:pPr algn="ctr"/>
              <a:r>
                <a:rPr lang="pt-BR" sz="1400" dirty="0"/>
                <a:t>L</a:t>
              </a:r>
              <a:endParaRPr lang="en-US" sz="1400" dirty="0"/>
            </a:p>
          </p:txBody>
        </p:sp>
        <p:sp>
          <p:nvSpPr>
            <p:cNvPr id="210" name="TextBox 209">
              <a:extLst>
                <a:ext uri="{FF2B5EF4-FFF2-40B4-BE49-F238E27FC236}">
                  <a16:creationId xmlns:a16="http://schemas.microsoft.com/office/drawing/2014/main" id="{EE490180-8F9E-4D47-AC7A-DC2AFB0B1EAF}"/>
                </a:ext>
              </a:extLst>
            </p:cNvPr>
            <p:cNvSpPr txBox="1"/>
            <p:nvPr/>
          </p:nvSpPr>
          <p:spPr>
            <a:xfrm>
              <a:off x="5712377" y="4310893"/>
              <a:ext cx="310896" cy="307777"/>
            </a:xfrm>
            <a:prstGeom prst="rect">
              <a:avLst/>
            </a:prstGeom>
            <a:noFill/>
            <a:ln w="19050">
              <a:solidFill>
                <a:schemeClr val="bg1"/>
              </a:solidFill>
            </a:ln>
          </p:spPr>
          <p:txBody>
            <a:bodyPr wrap="square" rtlCol="0">
              <a:spAutoFit/>
            </a:bodyPr>
            <a:lstStyle/>
            <a:p>
              <a:r>
                <a:rPr lang="pt-BR" sz="1400" dirty="0"/>
                <a:t>A</a:t>
              </a:r>
              <a:endParaRPr lang="en-US" sz="1400" dirty="0"/>
            </a:p>
          </p:txBody>
        </p:sp>
        <p:sp>
          <p:nvSpPr>
            <p:cNvPr id="211" name="TextBox 210">
              <a:extLst>
                <a:ext uri="{FF2B5EF4-FFF2-40B4-BE49-F238E27FC236}">
                  <a16:creationId xmlns:a16="http://schemas.microsoft.com/office/drawing/2014/main" id="{9D642D46-9FB1-47E7-A690-4BFA6F1EE193}"/>
                </a:ext>
              </a:extLst>
            </p:cNvPr>
            <p:cNvSpPr txBox="1"/>
            <p:nvPr/>
          </p:nvSpPr>
          <p:spPr>
            <a:xfrm>
              <a:off x="7909796" y="4317086"/>
              <a:ext cx="310896" cy="307777"/>
            </a:xfrm>
            <a:prstGeom prst="rect">
              <a:avLst/>
            </a:prstGeom>
            <a:noFill/>
            <a:ln w="19050">
              <a:solidFill>
                <a:schemeClr val="bg1"/>
              </a:solidFill>
            </a:ln>
          </p:spPr>
          <p:txBody>
            <a:bodyPr wrap="square" rtlCol="0">
              <a:spAutoFit/>
            </a:bodyPr>
            <a:lstStyle/>
            <a:p>
              <a:r>
                <a:rPr lang="pt-BR" sz="1400" dirty="0"/>
                <a:t>B</a:t>
              </a:r>
              <a:endParaRPr lang="en-US" sz="1400" dirty="0"/>
            </a:p>
          </p:txBody>
        </p:sp>
        <p:cxnSp>
          <p:nvCxnSpPr>
            <p:cNvPr id="212" name="Straight Arrow Connector 211">
              <a:extLst>
                <a:ext uri="{FF2B5EF4-FFF2-40B4-BE49-F238E27FC236}">
                  <a16:creationId xmlns:a16="http://schemas.microsoft.com/office/drawing/2014/main" id="{C89C44F3-917B-4778-BAB1-30FA122800D0}"/>
                </a:ext>
              </a:extLst>
            </p:cNvPr>
            <p:cNvCxnSpPr>
              <a:cxnSpLocks/>
            </p:cNvCxnSpPr>
            <p:nvPr/>
          </p:nvCxnSpPr>
          <p:spPr>
            <a:xfrm flipV="1">
              <a:off x="7817043" y="514680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3" name="Straight Arrow Connector 212">
              <a:extLst>
                <a:ext uri="{FF2B5EF4-FFF2-40B4-BE49-F238E27FC236}">
                  <a16:creationId xmlns:a16="http://schemas.microsoft.com/office/drawing/2014/main" id="{268B1E86-8E7D-45C4-A7F7-E2477CEE02BE}"/>
                </a:ext>
              </a:extLst>
            </p:cNvPr>
            <p:cNvCxnSpPr>
              <a:cxnSpLocks/>
            </p:cNvCxnSpPr>
            <p:nvPr/>
          </p:nvCxnSpPr>
          <p:spPr>
            <a:xfrm rot="10800000" flipV="1">
              <a:off x="5622852" y="388985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6" name="Straight Arrow Connector 245">
              <a:extLst>
                <a:ext uri="{FF2B5EF4-FFF2-40B4-BE49-F238E27FC236}">
                  <a16:creationId xmlns:a16="http://schemas.microsoft.com/office/drawing/2014/main" id="{B77EC145-0E2A-4FF1-861E-B976B6D2EE32}"/>
                </a:ext>
              </a:extLst>
            </p:cNvPr>
            <p:cNvCxnSpPr>
              <a:cxnSpLocks/>
            </p:cNvCxnSpPr>
            <p:nvPr/>
          </p:nvCxnSpPr>
          <p:spPr>
            <a:xfrm rot="10800000" flipV="1">
              <a:off x="7802754" y="389670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7" name="Straight Arrow Connector 246">
              <a:extLst>
                <a:ext uri="{FF2B5EF4-FFF2-40B4-BE49-F238E27FC236}">
                  <a16:creationId xmlns:a16="http://schemas.microsoft.com/office/drawing/2014/main" id="{C764649E-F111-4225-A879-9ADDCEA0381B}"/>
                </a:ext>
              </a:extLst>
            </p:cNvPr>
            <p:cNvCxnSpPr>
              <a:cxnSpLocks/>
            </p:cNvCxnSpPr>
            <p:nvPr/>
          </p:nvCxnSpPr>
          <p:spPr>
            <a:xfrm flipV="1">
              <a:off x="5691037" y="374813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8" name="Straight Arrow Connector 247">
              <a:extLst>
                <a:ext uri="{FF2B5EF4-FFF2-40B4-BE49-F238E27FC236}">
                  <a16:creationId xmlns:a16="http://schemas.microsoft.com/office/drawing/2014/main" id="{CBB1ABFF-78C6-480C-9D7F-08B7D81D5FE3}"/>
                </a:ext>
              </a:extLst>
            </p:cNvPr>
            <p:cNvCxnSpPr>
              <a:cxnSpLocks/>
            </p:cNvCxnSpPr>
            <p:nvPr/>
          </p:nvCxnSpPr>
          <p:spPr>
            <a:xfrm flipV="1">
              <a:off x="7834504" y="374813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9" name="Straight Arrow Connector 248">
              <a:extLst>
                <a:ext uri="{FF2B5EF4-FFF2-40B4-BE49-F238E27FC236}">
                  <a16:creationId xmlns:a16="http://schemas.microsoft.com/office/drawing/2014/main" id="{3A5CE0F2-3873-4CAA-9A62-D6B93BE191AE}"/>
                </a:ext>
              </a:extLst>
            </p:cNvPr>
            <p:cNvCxnSpPr>
              <a:cxnSpLocks/>
            </p:cNvCxnSpPr>
            <p:nvPr/>
          </p:nvCxnSpPr>
          <p:spPr>
            <a:xfrm rot="10800000" flipV="1">
              <a:off x="7790054" y="330344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0" name="Straight Arrow Connector 249">
              <a:extLst>
                <a:ext uri="{FF2B5EF4-FFF2-40B4-BE49-F238E27FC236}">
                  <a16:creationId xmlns:a16="http://schemas.microsoft.com/office/drawing/2014/main" id="{E1D6AB71-9DEC-4C70-A367-9AEC29694279}"/>
                </a:ext>
              </a:extLst>
            </p:cNvPr>
            <p:cNvCxnSpPr>
              <a:cxnSpLocks/>
            </p:cNvCxnSpPr>
            <p:nvPr/>
          </p:nvCxnSpPr>
          <p:spPr>
            <a:xfrm rot="10800000" flipV="1">
              <a:off x="5649617" y="328526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1" name="Straight Arrow Connector 250">
              <a:extLst>
                <a:ext uri="{FF2B5EF4-FFF2-40B4-BE49-F238E27FC236}">
                  <a16:creationId xmlns:a16="http://schemas.microsoft.com/office/drawing/2014/main" id="{507EF3C3-0F63-4D70-B505-E776B535BA48}"/>
                </a:ext>
              </a:extLst>
            </p:cNvPr>
            <p:cNvCxnSpPr>
              <a:cxnSpLocks/>
            </p:cNvCxnSpPr>
            <p:nvPr/>
          </p:nvCxnSpPr>
          <p:spPr>
            <a:xfrm rot="7440000" flipH="1">
              <a:off x="6578834" y="3519317"/>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2" name="Straight Arrow Connector 251">
              <a:extLst>
                <a:ext uri="{FF2B5EF4-FFF2-40B4-BE49-F238E27FC236}">
                  <a16:creationId xmlns:a16="http://schemas.microsoft.com/office/drawing/2014/main" id="{5176C4D0-0910-44F3-B821-70ECEC31AE87}"/>
                </a:ext>
              </a:extLst>
            </p:cNvPr>
            <p:cNvCxnSpPr>
              <a:cxnSpLocks/>
            </p:cNvCxnSpPr>
            <p:nvPr/>
          </p:nvCxnSpPr>
          <p:spPr>
            <a:xfrm rot="16200000" flipH="1">
              <a:off x="5115202" y="3524637"/>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3" name="Straight Arrow Connector 252">
              <a:extLst>
                <a:ext uri="{FF2B5EF4-FFF2-40B4-BE49-F238E27FC236}">
                  <a16:creationId xmlns:a16="http://schemas.microsoft.com/office/drawing/2014/main" id="{B12AB467-2805-486F-A7E4-95B21055AC0B}"/>
                </a:ext>
              </a:extLst>
            </p:cNvPr>
            <p:cNvCxnSpPr>
              <a:cxnSpLocks/>
            </p:cNvCxnSpPr>
            <p:nvPr/>
          </p:nvCxnSpPr>
          <p:spPr>
            <a:xfrm rot="14100000" flipH="1">
              <a:off x="7092082" y="3507647"/>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4" name="Oval 253">
              <a:extLst>
                <a:ext uri="{FF2B5EF4-FFF2-40B4-BE49-F238E27FC236}">
                  <a16:creationId xmlns:a16="http://schemas.microsoft.com/office/drawing/2014/main" id="{25756D20-DBF8-4F66-B53D-BFAF53870605}"/>
                </a:ext>
              </a:extLst>
            </p:cNvPr>
            <p:cNvSpPr/>
            <p:nvPr/>
          </p:nvSpPr>
          <p:spPr>
            <a:xfrm>
              <a:off x="6800148" y="3109609"/>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a:t>
              </a:r>
              <a:endParaRPr lang="en-US" dirty="0"/>
            </a:p>
          </p:txBody>
        </p:sp>
        <p:sp>
          <p:nvSpPr>
            <p:cNvPr id="255" name="Oval 254">
              <a:extLst>
                <a:ext uri="{FF2B5EF4-FFF2-40B4-BE49-F238E27FC236}">
                  <a16:creationId xmlns:a16="http://schemas.microsoft.com/office/drawing/2014/main" id="{AEAB30FD-5E70-46B2-B199-5013496CAD99}"/>
                </a:ext>
              </a:extLst>
            </p:cNvPr>
            <p:cNvSpPr/>
            <p:nvPr/>
          </p:nvSpPr>
          <p:spPr>
            <a:xfrm>
              <a:off x="5020612" y="3104229"/>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256" name="Oval 255">
              <a:extLst>
                <a:ext uri="{FF2B5EF4-FFF2-40B4-BE49-F238E27FC236}">
                  <a16:creationId xmlns:a16="http://schemas.microsoft.com/office/drawing/2014/main" id="{EECDE582-8EDD-4FFC-BC4A-3697D3D78F98}"/>
                </a:ext>
              </a:extLst>
            </p:cNvPr>
            <p:cNvSpPr/>
            <p:nvPr/>
          </p:nvSpPr>
          <p:spPr>
            <a:xfrm>
              <a:off x="8561320" y="3106028"/>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F</a:t>
              </a:r>
              <a:endParaRPr lang="en-US" dirty="0"/>
            </a:p>
          </p:txBody>
        </p:sp>
        <p:sp>
          <p:nvSpPr>
            <p:cNvPr id="257" name="TextBox 256">
              <a:extLst>
                <a:ext uri="{FF2B5EF4-FFF2-40B4-BE49-F238E27FC236}">
                  <a16:creationId xmlns:a16="http://schemas.microsoft.com/office/drawing/2014/main" id="{5BDD62B6-C664-4269-8A96-64B4FFB0F037}"/>
                </a:ext>
              </a:extLst>
            </p:cNvPr>
            <p:cNvSpPr txBox="1"/>
            <p:nvPr/>
          </p:nvSpPr>
          <p:spPr>
            <a:xfrm>
              <a:off x="6799135" y="4325600"/>
              <a:ext cx="310896" cy="307777"/>
            </a:xfrm>
            <a:prstGeom prst="rect">
              <a:avLst/>
            </a:prstGeom>
            <a:noFill/>
            <a:ln w="19050">
              <a:solidFill>
                <a:schemeClr val="bg1"/>
              </a:solidFill>
            </a:ln>
          </p:spPr>
          <p:txBody>
            <a:bodyPr wrap="square" rtlCol="0">
              <a:spAutoFit/>
            </a:bodyPr>
            <a:lstStyle/>
            <a:p>
              <a:pPr algn="ctr"/>
              <a:r>
                <a:rPr lang="pt-BR" sz="1400" dirty="0"/>
                <a:t>N</a:t>
              </a:r>
              <a:endParaRPr lang="en-US" sz="1400" dirty="0"/>
            </a:p>
          </p:txBody>
        </p:sp>
        <p:sp>
          <p:nvSpPr>
            <p:cNvPr id="258" name="Oval 257">
              <a:extLst>
                <a:ext uri="{FF2B5EF4-FFF2-40B4-BE49-F238E27FC236}">
                  <a16:creationId xmlns:a16="http://schemas.microsoft.com/office/drawing/2014/main" id="{40A098BF-A93D-49E2-9C56-A9AAC1C6CA3F}"/>
                </a:ext>
              </a:extLst>
            </p:cNvPr>
            <p:cNvSpPr/>
            <p:nvPr/>
          </p:nvSpPr>
          <p:spPr>
            <a:xfrm>
              <a:off x="7227348" y="5109182"/>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J</a:t>
              </a:r>
              <a:endParaRPr lang="en-US" dirty="0"/>
            </a:p>
          </p:txBody>
        </p:sp>
        <p:sp>
          <p:nvSpPr>
            <p:cNvPr id="259" name="Oval 258">
              <a:extLst>
                <a:ext uri="{FF2B5EF4-FFF2-40B4-BE49-F238E27FC236}">
                  <a16:creationId xmlns:a16="http://schemas.microsoft.com/office/drawing/2014/main" id="{8A53D0D5-F7F0-49A3-9047-045B54DB32BE}"/>
                </a:ext>
              </a:extLst>
            </p:cNvPr>
            <p:cNvSpPr/>
            <p:nvPr/>
          </p:nvSpPr>
          <p:spPr>
            <a:xfrm>
              <a:off x="7211505" y="3676208"/>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K</a:t>
              </a:r>
              <a:endParaRPr lang="en-US" dirty="0"/>
            </a:p>
          </p:txBody>
        </p:sp>
        <p:sp>
          <p:nvSpPr>
            <p:cNvPr id="260" name="TextBox 259">
              <a:extLst>
                <a:ext uri="{FF2B5EF4-FFF2-40B4-BE49-F238E27FC236}">
                  <a16:creationId xmlns:a16="http://schemas.microsoft.com/office/drawing/2014/main" id="{BAC8999B-EC51-4341-BD11-F92F27F990DD}"/>
                </a:ext>
              </a:extLst>
            </p:cNvPr>
            <p:cNvSpPr txBox="1"/>
            <p:nvPr/>
          </p:nvSpPr>
          <p:spPr>
            <a:xfrm>
              <a:off x="6476147" y="4783120"/>
              <a:ext cx="407687"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1</a:t>
              </a:r>
            </a:p>
          </p:txBody>
        </p:sp>
        <p:cxnSp>
          <p:nvCxnSpPr>
            <p:cNvPr id="261" name="Straight Arrow Connector 260">
              <a:extLst>
                <a:ext uri="{FF2B5EF4-FFF2-40B4-BE49-F238E27FC236}">
                  <a16:creationId xmlns:a16="http://schemas.microsoft.com/office/drawing/2014/main" id="{E3962617-2560-4051-BB4A-9801247DB627}"/>
                </a:ext>
              </a:extLst>
            </p:cNvPr>
            <p:cNvCxnSpPr>
              <a:cxnSpLocks/>
            </p:cNvCxnSpPr>
            <p:nvPr/>
          </p:nvCxnSpPr>
          <p:spPr>
            <a:xfrm rot="16200000" flipV="1">
              <a:off x="7079002" y="45319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2" name="Straight Arrow Connector 261">
              <a:extLst>
                <a:ext uri="{FF2B5EF4-FFF2-40B4-BE49-F238E27FC236}">
                  <a16:creationId xmlns:a16="http://schemas.microsoft.com/office/drawing/2014/main" id="{9B75777E-22AB-4187-BED1-4B0D3FF00A26}"/>
                </a:ext>
              </a:extLst>
            </p:cNvPr>
            <p:cNvCxnSpPr>
              <a:cxnSpLocks/>
            </p:cNvCxnSpPr>
            <p:nvPr/>
          </p:nvCxnSpPr>
          <p:spPr>
            <a:xfrm rot="5400000" flipV="1">
              <a:off x="6419464" y="452535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3" name="Straight Arrow Connector 262">
              <a:extLst>
                <a:ext uri="{FF2B5EF4-FFF2-40B4-BE49-F238E27FC236}">
                  <a16:creationId xmlns:a16="http://schemas.microsoft.com/office/drawing/2014/main" id="{0753F783-727A-4021-8F27-1EA3B3C7CABF}"/>
                </a:ext>
              </a:extLst>
            </p:cNvPr>
            <p:cNvCxnSpPr>
              <a:cxnSpLocks/>
            </p:cNvCxnSpPr>
            <p:nvPr/>
          </p:nvCxnSpPr>
          <p:spPr>
            <a:xfrm rot="10800000" flipH="1">
              <a:off x="6887956" y="5151022"/>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4" name="Straight Arrow Connector 263">
              <a:extLst>
                <a:ext uri="{FF2B5EF4-FFF2-40B4-BE49-F238E27FC236}">
                  <a16:creationId xmlns:a16="http://schemas.microsoft.com/office/drawing/2014/main" id="{545DFAF3-E4CA-4B44-986E-927B5E183B1D}"/>
                </a:ext>
              </a:extLst>
            </p:cNvPr>
            <p:cNvCxnSpPr>
              <a:cxnSpLocks/>
            </p:cNvCxnSpPr>
            <p:nvPr/>
          </p:nvCxnSpPr>
          <p:spPr>
            <a:xfrm flipH="1">
              <a:off x="6848266" y="3925277"/>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5" name="TextBox 264">
              <a:extLst>
                <a:ext uri="{FF2B5EF4-FFF2-40B4-BE49-F238E27FC236}">
                  <a16:creationId xmlns:a16="http://schemas.microsoft.com/office/drawing/2014/main" id="{FAFB6446-D4E4-4410-A5BD-3FDCA2855B56}"/>
                </a:ext>
              </a:extLst>
            </p:cNvPr>
            <p:cNvSpPr txBox="1"/>
            <p:nvPr/>
          </p:nvSpPr>
          <p:spPr>
            <a:xfrm>
              <a:off x="6480268" y="3875900"/>
              <a:ext cx="407687"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0</a:t>
              </a:r>
            </a:p>
          </p:txBody>
        </p:sp>
        <p:sp>
          <p:nvSpPr>
            <p:cNvPr id="266" name="TextBox 265">
              <a:extLst>
                <a:ext uri="{FF2B5EF4-FFF2-40B4-BE49-F238E27FC236}">
                  <a16:creationId xmlns:a16="http://schemas.microsoft.com/office/drawing/2014/main" id="{BE989474-A400-42FC-83CF-10489859755E}"/>
                </a:ext>
              </a:extLst>
            </p:cNvPr>
            <p:cNvSpPr txBox="1"/>
            <p:nvPr/>
          </p:nvSpPr>
          <p:spPr>
            <a:xfrm>
              <a:off x="7021093" y="4762469"/>
              <a:ext cx="407687"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2</a:t>
              </a:r>
            </a:p>
          </p:txBody>
        </p:sp>
        <p:sp>
          <p:nvSpPr>
            <p:cNvPr id="267" name="TextBox 266">
              <a:extLst>
                <a:ext uri="{FF2B5EF4-FFF2-40B4-BE49-F238E27FC236}">
                  <a16:creationId xmlns:a16="http://schemas.microsoft.com/office/drawing/2014/main" id="{D359F593-F806-417B-A8E8-309EDB19D748}"/>
                </a:ext>
              </a:extLst>
            </p:cNvPr>
            <p:cNvSpPr txBox="1"/>
            <p:nvPr/>
          </p:nvSpPr>
          <p:spPr>
            <a:xfrm>
              <a:off x="7028002" y="3824661"/>
              <a:ext cx="407687"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3</a:t>
              </a:r>
            </a:p>
          </p:txBody>
        </p:sp>
        <p:sp>
          <p:nvSpPr>
            <p:cNvPr id="268" name="TextBox 267">
              <a:extLst>
                <a:ext uri="{FF2B5EF4-FFF2-40B4-BE49-F238E27FC236}">
                  <a16:creationId xmlns:a16="http://schemas.microsoft.com/office/drawing/2014/main" id="{22C0BBDB-D8E2-4ED0-A931-93919123C735}"/>
                </a:ext>
              </a:extLst>
            </p:cNvPr>
            <p:cNvSpPr txBox="1"/>
            <p:nvPr/>
          </p:nvSpPr>
          <p:spPr>
            <a:xfrm>
              <a:off x="6253746" y="3380144"/>
              <a:ext cx="407687" cy="369332"/>
            </a:xfrm>
            <a:prstGeom prst="rect">
              <a:avLst/>
            </a:prstGeom>
            <a:noFill/>
          </p:spPr>
          <p:txBody>
            <a:bodyPr wrap="square">
              <a:spAutoFit/>
            </a:bodyPr>
            <a:lstStyle/>
            <a:p>
              <a:r>
                <a:rPr lang="en-US" dirty="0">
                  <a:latin typeface="Consolas" panose="020B0609020204030204" pitchFamily="49" charset="0"/>
                </a:rPr>
                <a:t>i</a:t>
              </a:r>
              <a:r>
                <a:rPr lang="en-US" baseline="-25000" dirty="0">
                  <a:latin typeface="Consolas" panose="020B0609020204030204" pitchFamily="49" charset="0"/>
                </a:rPr>
                <a:t>0</a:t>
              </a:r>
            </a:p>
          </p:txBody>
        </p:sp>
        <p:sp>
          <p:nvSpPr>
            <p:cNvPr id="269" name="TextBox 268">
              <a:extLst>
                <a:ext uri="{FF2B5EF4-FFF2-40B4-BE49-F238E27FC236}">
                  <a16:creationId xmlns:a16="http://schemas.microsoft.com/office/drawing/2014/main" id="{08295418-549B-4741-99B9-7165A25795AF}"/>
                </a:ext>
              </a:extLst>
            </p:cNvPr>
            <p:cNvSpPr txBox="1"/>
            <p:nvPr/>
          </p:nvSpPr>
          <p:spPr>
            <a:xfrm>
              <a:off x="7081561" y="3183067"/>
              <a:ext cx="407687" cy="369332"/>
            </a:xfrm>
            <a:prstGeom prst="rect">
              <a:avLst/>
            </a:prstGeom>
            <a:noFill/>
          </p:spPr>
          <p:txBody>
            <a:bodyPr wrap="square">
              <a:spAutoFit/>
            </a:bodyPr>
            <a:lstStyle/>
            <a:p>
              <a:r>
                <a:rPr lang="en-US" dirty="0">
                  <a:latin typeface="Consolas" panose="020B0609020204030204" pitchFamily="49" charset="0"/>
                </a:rPr>
                <a:t>l</a:t>
              </a:r>
              <a:r>
                <a:rPr lang="en-US" baseline="-25000" dirty="0">
                  <a:latin typeface="Consolas" panose="020B0609020204030204" pitchFamily="49" charset="0"/>
                </a:rPr>
                <a:t>0</a:t>
              </a:r>
            </a:p>
          </p:txBody>
        </p:sp>
        <p:sp>
          <p:nvSpPr>
            <p:cNvPr id="270" name="TextBox 269">
              <a:extLst>
                <a:ext uri="{FF2B5EF4-FFF2-40B4-BE49-F238E27FC236}">
                  <a16:creationId xmlns:a16="http://schemas.microsoft.com/office/drawing/2014/main" id="{E19E5D17-F4CB-4B63-B812-F06456385DC6}"/>
                </a:ext>
              </a:extLst>
            </p:cNvPr>
            <p:cNvSpPr txBox="1"/>
            <p:nvPr/>
          </p:nvSpPr>
          <p:spPr>
            <a:xfrm>
              <a:off x="6562543" y="2751990"/>
              <a:ext cx="403983" cy="369332"/>
            </a:xfrm>
            <a:prstGeom prst="rect">
              <a:avLst/>
            </a:prstGeom>
            <a:noFill/>
          </p:spPr>
          <p:txBody>
            <a:bodyPr wrap="square">
              <a:spAutoFit/>
            </a:bodyPr>
            <a:lstStyle/>
            <a:p>
              <a:r>
                <a:rPr lang="en-US" dirty="0">
                  <a:solidFill>
                    <a:srgbClr val="FF0000"/>
                  </a:solidFill>
                  <a:latin typeface="Consolas" panose="020B0609020204030204" pitchFamily="49" charset="0"/>
                </a:rPr>
                <a:t>c</a:t>
              </a:r>
              <a:r>
                <a:rPr lang="en-US" baseline="-25000" dirty="0">
                  <a:solidFill>
                    <a:srgbClr val="FF0000"/>
                  </a:solidFill>
                  <a:latin typeface="Consolas" panose="020B0609020204030204" pitchFamily="49" charset="0"/>
                </a:rPr>
                <a:t>0</a:t>
              </a:r>
            </a:p>
          </p:txBody>
        </p:sp>
        <p:sp>
          <p:nvSpPr>
            <p:cNvPr id="271" name="TextBox 270">
              <a:extLst>
                <a:ext uri="{FF2B5EF4-FFF2-40B4-BE49-F238E27FC236}">
                  <a16:creationId xmlns:a16="http://schemas.microsoft.com/office/drawing/2014/main" id="{BD22BA7A-4F44-4774-8710-DB449D746B44}"/>
                </a:ext>
              </a:extLst>
            </p:cNvPr>
            <p:cNvSpPr txBox="1"/>
            <p:nvPr/>
          </p:nvSpPr>
          <p:spPr>
            <a:xfrm>
              <a:off x="6861877" y="1893062"/>
              <a:ext cx="403983" cy="369332"/>
            </a:xfrm>
            <a:prstGeom prst="rect">
              <a:avLst/>
            </a:prstGeom>
            <a:noFill/>
          </p:spPr>
          <p:txBody>
            <a:bodyPr wrap="square">
              <a:spAutoFit/>
            </a:bodyPr>
            <a:lstStyle/>
            <a:p>
              <a:r>
                <a:rPr lang="en-US" dirty="0">
                  <a:solidFill>
                    <a:srgbClr val="FF0000"/>
                  </a:solidFill>
                  <a:latin typeface="Consolas" panose="020B0609020204030204" pitchFamily="49" charset="0"/>
                </a:rPr>
                <a:t>d</a:t>
              </a:r>
              <a:r>
                <a:rPr lang="en-US" baseline="-25000" dirty="0">
                  <a:solidFill>
                    <a:srgbClr val="FF0000"/>
                  </a:solidFill>
                  <a:latin typeface="Consolas" panose="020B0609020204030204" pitchFamily="49" charset="0"/>
                </a:rPr>
                <a:t>0</a:t>
              </a:r>
            </a:p>
          </p:txBody>
        </p:sp>
      </p:grpSp>
      <p:sp>
        <p:nvSpPr>
          <p:cNvPr id="272" name="Rectangle 197">
            <a:extLst>
              <a:ext uri="{FF2B5EF4-FFF2-40B4-BE49-F238E27FC236}">
                <a16:creationId xmlns:a16="http://schemas.microsoft.com/office/drawing/2014/main" id="{A2E2D1DA-F99C-4618-BBFA-1307971EE149}"/>
              </a:ext>
            </a:extLst>
          </p:cNvPr>
          <p:cNvSpPr/>
          <p:nvPr/>
        </p:nvSpPr>
        <p:spPr>
          <a:xfrm rot="5400000">
            <a:off x="11178564" y="4133130"/>
            <a:ext cx="1403952" cy="799505"/>
          </a:xfrm>
          <a:custGeom>
            <a:avLst/>
            <a:gdLst>
              <a:gd name="connsiteX0" fmla="*/ 0 w 1399494"/>
              <a:gd name="connsiteY0" fmla="*/ 0 h 1776224"/>
              <a:gd name="connsiteX1" fmla="*/ 1399494 w 1399494"/>
              <a:gd name="connsiteY1" fmla="*/ 0 h 1776224"/>
              <a:gd name="connsiteX2" fmla="*/ 1399494 w 1399494"/>
              <a:gd name="connsiteY2" fmla="*/ 1776224 h 1776224"/>
              <a:gd name="connsiteX3" fmla="*/ 0 w 1399494"/>
              <a:gd name="connsiteY3" fmla="*/ 1776224 h 1776224"/>
              <a:gd name="connsiteX4" fmla="*/ 0 w 1399494"/>
              <a:gd name="connsiteY4" fmla="*/ 0 h 1776224"/>
              <a:gd name="connsiteX0" fmla="*/ 0 w 1404256"/>
              <a:gd name="connsiteY0" fmla="*/ 0 h 1776224"/>
              <a:gd name="connsiteX1" fmla="*/ 1404256 w 1404256"/>
              <a:gd name="connsiteY1" fmla="*/ 381000 h 1776224"/>
              <a:gd name="connsiteX2" fmla="*/ 1399494 w 1404256"/>
              <a:gd name="connsiteY2" fmla="*/ 1776224 h 1776224"/>
              <a:gd name="connsiteX3" fmla="*/ 0 w 1404256"/>
              <a:gd name="connsiteY3" fmla="*/ 1776224 h 1776224"/>
              <a:gd name="connsiteX4" fmla="*/ 0 w 1404256"/>
              <a:gd name="connsiteY4" fmla="*/ 0 h 1776224"/>
              <a:gd name="connsiteX0" fmla="*/ 0 w 1404256"/>
              <a:gd name="connsiteY0" fmla="*/ 4763 h 1395224"/>
              <a:gd name="connsiteX1" fmla="*/ 1404256 w 1404256"/>
              <a:gd name="connsiteY1" fmla="*/ 0 h 1395224"/>
              <a:gd name="connsiteX2" fmla="*/ 1399494 w 1404256"/>
              <a:gd name="connsiteY2" fmla="*/ 1395224 h 1395224"/>
              <a:gd name="connsiteX3" fmla="*/ 0 w 1404256"/>
              <a:gd name="connsiteY3" fmla="*/ 1395224 h 1395224"/>
              <a:gd name="connsiteX4" fmla="*/ 0 w 1404256"/>
              <a:gd name="connsiteY4" fmla="*/ 4763 h 1395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256" h="1395224">
                <a:moveTo>
                  <a:pt x="0" y="4763"/>
                </a:moveTo>
                <a:lnTo>
                  <a:pt x="1404256" y="0"/>
                </a:lnTo>
                <a:cubicBezTo>
                  <a:pt x="1402669" y="465075"/>
                  <a:pt x="1401081" y="930149"/>
                  <a:pt x="1399494" y="1395224"/>
                </a:cubicBezTo>
                <a:lnTo>
                  <a:pt x="0" y="1395224"/>
                </a:lnTo>
                <a:lnTo>
                  <a:pt x="0" y="4763"/>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73" name="Rectangle 371">
            <a:extLst>
              <a:ext uri="{FF2B5EF4-FFF2-40B4-BE49-F238E27FC236}">
                <a16:creationId xmlns:a16="http://schemas.microsoft.com/office/drawing/2014/main" id="{4701E7CD-D1BB-4AFD-BB07-62DFABF27D02}"/>
              </a:ext>
            </a:extLst>
          </p:cNvPr>
          <p:cNvSpPr/>
          <p:nvPr/>
        </p:nvSpPr>
        <p:spPr>
          <a:xfrm rot="5400000">
            <a:off x="10082200" y="1826830"/>
            <a:ext cx="1406858" cy="1399986"/>
          </a:xfrm>
          <a:custGeom>
            <a:avLst/>
            <a:gdLst>
              <a:gd name="connsiteX0" fmla="*/ 0 w 1399494"/>
              <a:gd name="connsiteY0" fmla="*/ 0 h 1776224"/>
              <a:gd name="connsiteX1" fmla="*/ 1399494 w 1399494"/>
              <a:gd name="connsiteY1" fmla="*/ 0 h 1776224"/>
              <a:gd name="connsiteX2" fmla="*/ 1399494 w 1399494"/>
              <a:gd name="connsiteY2" fmla="*/ 1776224 h 1776224"/>
              <a:gd name="connsiteX3" fmla="*/ 0 w 1399494"/>
              <a:gd name="connsiteY3" fmla="*/ 1776224 h 1776224"/>
              <a:gd name="connsiteX4" fmla="*/ 0 w 1399494"/>
              <a:gd name="connsiteY4" fmla="*/ 0 h 1776224"/>
              <a:gd name="connsiteX0" fmla="*/ 0 w 1401875"/>
              <a:gd name="connsiteY0" fmla="*/ 0 h 1776224"/>
              <a:gd name="connsiteX1" fmla="*/ 1401875 w 1401875"/>
              <a:gd name="connsiteY1" fmla="*/ 369094 h 1776224"/>
              <a:gd name="connsiteX2" fmla="*/ 1399494 w 1401875"/>
              <a:gd name="connsiteY2" fmla="*/ 1776224 h 1776224"/>
              <a:gd name="connsiteX3" fmla="*/ 0 w 1401875"/>
              <a:gd name="connsiteY3" fmla="*/ 1776224 h 1776224"/>
              <a:gd name="connsiteX4" fmla="*/ 0 w 1401875"/>
              <a:gd name="connsiteY4" fmla="*/ 0 h 1776224"/>
              <a:gd name="connsiteX0" fmla="*/ 0 w 1401877"/>
              <a:gd name="connsiteY0" fmla="*/ 0 h 1776224"/>
              <a:gd name="connsiteX1" fmla="*/ 1401877 w 1401877"/>
              <a:gd name="connsiteY1" fmla="*/ 373857 h 1776224"/>
              <a:gd name="connsiteX2" fmla="*/ 1399494 w 1401877"/>
              <a:gd name="connsiteY2" fmla="*/ 1776224 h 1776224"/>
              <a:gd name="connsiteX3" fmla="*/ 0 w 1401877"/>
              <a:gd name="connsiteY3" fmla="*/ 1776224 h 1776224"/>
              <a:gd name="connsiteX4" fmla="*/ 0 w 1401877"/>
              <a:gd name="connsiteY4" fmla="*/ 0 h 1776224"/>
              <a:gd name="connsiteX0" fmla="*/ 3 w 1401877"/>
              <a:gd name="connsiteY0" fmla="*/ 0 h 1409511"/>
              <a:gd name="connsiteX1" fmla="*/ 1401877 w 1401877"/>
              <a:gd name="connsiteY1" fmla="*/ 7144 h 1409511"/>
              <a:gd name="connsiteX2" fmla="*/ 1399494 w 1401877"/>
              <a:gd name="connsiteY2" fmla="*/ 1409511 h 1409511"/>
              <a:gd name="connsiteX3" fmla="*/ 0 w 1401877"/>
              <a:gd name="connsiteY3" fmla="*/ 1409511 h 1409511"/>
              <a:gd name="connsiteX4" fmla="*/ 3 w 1401877"/>
              <a:gd name="connsiteY4" fmla="*/ 0 h 1409511"/>
              <a:gd name="connsiteX0" fmla="*/ 3 w 1401877"/>
              <a:gd name="connsiteY0" fmla="*/ 9525 h 1402367"/>
              <a:gd name="connsiteX1" fmla="*/ 1401877 w 1401877"/>
              <a:gd name="connsiteY1" fmla="*/ 0 h 1402367"/>
              <a:gd name="connsiteX2" fmla="*/ 1399494 w 1401877"/>
              <a:gd name="connsiteY2" fmla="*/ 1402367 h 1402367"/>
              <a:gd name="connsiteX3" fmla="*/ 0 w 1401877"/>
              <a:gd name="connsiteY3" fmla="*/ 1402367 h 1402367"/>
              <a:gd name="connsiteX4" fmla="*/ 3 w 1401877"/>
              <a:gd name="connsiteY4" fmla="*/ 9525 h 1402367"/>
              <a:gd name="connsiteX0" fmla="*/ 3 w 1401877"/>
              <a:gd name="connsiteY0" fmla="*/ 0 h 1421417"/>
              <a:gd name="connsiteX1" fmla="*/ 1401877 w 1401877"/>
              <a:gd name="connsiteY1" fmla="*/ 19050 h 1421417"/>
              <a:gd name="connsiteX2" fmla="*/ 1399494 w 1401877"/>
              <a:gd name="connsiteY2" fmla="*/ 1421417 h 1421417"/>
              <a:gd name="connsiteX3" fmla="*/ 0 w 1401877"/>
              <a:gd name="connsiteY3" fmla="*/ 1421417 h 1421417"/>
              <a:gd name="connsiteX4" fmla="*/ 3 w 1401877"/>
              <a:gd name="connsiteY4" fmla="*/ 0 h 1421417"/>
              <a:gd name="connsiteX0" fmla="*/ 2384 w 1401877"/>
              <a:gd name="connsiteY0" fmla="*/ 0 h 1416655"/>
              <a:gd name="connsiteX1" fmla="*/ 1401877 w 1401877"/>
              <a:gd name="connsiteY1" fmla="*/ 14288 h 1416655"/>
              <a:gd name="connsiteX2" fmla="*/ 1399494 w 1401877"/>
              <a:gd name="connsiteY2" fmla="*/ 1416655 h 1416655"/>
              <a:gd name="connsiteX3" fmla="*/ 0 w 1401877"/>
              <a:gd name="connsiteY3" fmla="*/ 1416655 h 1416655"/>
              <a:gd name="connsiteX4" fmla="*/ 2384 w 1401877"/>
              <a:gd name="connsiteY4" fmla="*/ 0 h 1416655"/>
              <a:gd name="connsiteX0" fmla="*/ 2384 w 1401877"/>
              <a:gd name="connsiteY0" fmla="*/ 0 h 1411892"/>
              <a:gd name="connsiteX1" fmla="*/ 1401877 w 1401877"/>
              <a:gd name="connsiteY1" fmla="*/ 9525 h 1411892"/>
              <a:gd name="connsiteX2" fmla="*/ 1399494 w 1401877"/>
              <a:gd name="connsiteY2" fmla="*/ 1411892 h 1411892"/>
              <a:gd name="connsiteX3" fmla="*/ 0 w 1401877"/>
              <a:gd name="connsiteY3" fmla="*/ 1411892 h 1411892"/>
              <a:gd name="connsiteX4" fmla="*/ 2384 w 1401877"/>
              <a:gd name="connsiteY4" fmla="*/ 0 h 1411892"/>
              <a:gd name="connsiteX0" fmla="*/ 2387 w 1401877"/>
              <a:gd name="connsiteY0" fmla="*/ 0 h 1404749"/>
              <a:gd name="connsiteX1" fmla="*/ 1401877 w 1401877"/>
              <a:gd name="connsiteY1" fmla="*/ 2382 h 1404749"/>
              <a:gd name="connsiteX2" fmla="*/ 1399494 w 1401877"/>
              <a:gd name="connsiteY2" fmla="*/ 1404749 h 1404749"/>
              <a:gd name="connsiteX3" fmla="*/ 0 w 1401877"/>
              <a:gd name="connsiteY3" fmla="*/ 1404749 h 1404749"/>
              <a:gd name="connsiteX4" fmla="*/ 2387 w 1401877"/>
              <a:gd name="connsiteY4" fmla="*/ 0 h 1404749"/>
              <a:gd name="connsiteX0" fmla="*/ 2387 w 1399545"/>
              <a:gd name="connsiteY0" fmla="*/ 0 h 1404749"/>
              <a:gd name="connsiteX1" fmla="*/ 1392352 w 1399545"/>
              <a:gd name="connsiteY1" fmla="*/ 28576 h 1404749"/>
              <a:gd name="connsiteX2" fmla="*/ 1399494 w 1399545"/>
              <a:gd name="connsiteY2" fmla="*/ 1404749 h 1404749"/>
              <a:gd name="connsiteX3" fmla="*/ 0 w 1399545"/>
              <a:gd name="connsiteY3" fmla="*/ 1404749 h 1404749"/>
              <a:gd name="connsiteX4" fmla="*/ 2387 w 1399545"/>
              <a:gd name="connsiteY4" fmla="*/ 0 h 1404749"/>
              <a:gd name="connsiteX0" fmla="*/ 2387 w 1399599"/>
              <a:gd name="connsiteY0" fmla="*/ 0 h 1404749"/>
              <a:gd name="connsiteX1" fmla="*/ 1397115 w 1399599"/>
              <a:gd name="connsiteY1" fmla="*/ 7145 h 1404749"/>
              <a:gd name="connsiteX2" fmla="*/ 1399494 w 1399599"/>
              <a:gd name="connsiteY2" fmla="*/ 1404749 h 1404749"/>
              <a:gd name="connsiteX3" fmla="*/ 0 w 1399599"/>
              <a:gd name="connsiteY3" fmla="*/ 1404749 h 1404749"/>
              <a:gd name="connsiteX4" fmla="*/ 2387 w 1399599"/>
              <a:gd name="connsiteY4" fmla="*/ 0 h 1404749"/>
              <a:gd name="connsiteX0" fmla="*/ 2387 w 1399599"/>
              <a:gd name="connsiteY0" fmla="*/ 2380 h 1407129"/>
              <a:gd name="connsiteX1" fmla="*/ 1397115 w 1399599"/>
              <a:gd name="connsiteY1" fmla="*/ 0 h 1407129"/>
              <a:gd name="connsiteX2" fmla="*/ 1399494 w 1399599"/>
              <a:gd name="connsiteY2" fmla="*/ 1407129 h 1407129"/>
              <a:gd name="connsiteX3" fmla="*/ 0 w 1399599"/>
              <a:gd name="connsiteY3" fmla="*/ 1407129 h 1407129"/>
              <a:gd name="connsiteX4" fmla="*/ 2387 w 1399599"/>
              <a:gd name="connsiteY4" fmla="*/ 2380 h 1407129"/>
              <a:gd name="connsiteX0" fmla="*/ 2387 w 1399599"/>
              <a:gd name="connsiteY0" fmla="*/ 0 h 1404749"/>
              <a:gd name="connsiteX1" fmla="*/ 1397115 w 1399599"/>
              <a:gd name="connsiteY1" fmla="*/ 2382 h 1404749"/>
              <a:gd name="connsiteX2" fmla="*/ 1399494 w 1399599"/>
              <a:gd name="connsiteY2" fmla="*/ 1404749 h 1404749"/>
              <a:gd name="connsiteX3" fmla="*/ 0 w 1399599"/>
              <a:gd name="connsiteY3" fmla="*/ 1404749 h 1404749"/>
              <a:gd name="connsiteX4" fmla="*/ 2387 w 1399599"/>
              <a:gd name="connsiteY4" fmla="*/ 0 h 1404749"/>
              <a:gd name="connsiteX0" fmla="*/ 2387 w 1399723"/>
              <a:gd name="connsiteY0" fmla="*/ 0 h 1404749"/>
              <a:gd name="connsiteX1" fmla="*/ 1399496 w 1399723"/>
              <a:gd name="connsiteY1" fmla="*/ 4764 h 1404749"/>
              <a:gd name="connsiteX2" fmla="*/ 1399494 w 1399723"/>
              <a:gd name="connsiteY2" fmla="*/ 1404749 h 1404749"/>
              <a:gd name="connsiteX3" fmla="*/ 0 w 1399723"/>
              <a:gd name="connsiteY3" fmla="*/ 1404749 h 1404749"/>
              <a:gd name="connsiteX4" fmla="*/ 2387 w 1399723"/>
              <a:gd name="connsiteY4" fmla="*/ 0 h 1404749"/>
              <a:gd name="connsiteX0" fmla="*/ 5 w 1399723"/>
              <a:gd name="connsiteY0" fmla="*/ 0 h 1402367"/>
              <a:gd name="connsiteX1" fmla="*/ 1399496 w 1399723"/>
              <a:gd name="connsiteY1" fmla="*/ 2382 h 1402367"/>
              <a:gd name="connsiteX2" fmla="*/ 1399494 w 1399723"/>
              <a:gd name="connsiteY2" fmla="*/ 1402367 h 1402367"/>
              <a:gd name="connsiteX3" fmla="*/ 0 w 1399723"/>
              <a:gd name="connsiteY3" fmla="*/ 1402367 h 1402367"/>
              <a:gd name="connsiteX4" fmla="*/ 5 w 1399723"/>
              <a:gd name="connsiteY4" fmla="*/ 0 h 1402367"/>
              <a:gd name="connsiteX0" fmla="*/ 5 w 1399723"/>
              <a:gd name="connsiteY0" fmla="*/ 2381 h 1399985"/>
              <a:gd name="connsiteX1" fmla="*/ 1399496 w 1399723"/>
              <a:gd name="connsiteY1" fmla="*/ 0 h 1399985"/>
              <a:gd name="connsiteX2" fmla="*/ 1399494 w 1399723"/>
              <a:gd name="connsiteY2" fmla="*/ 1399985 h 1399985"/>
              <a:gd name="connsiteX3" fmla="*/ 0 w 1399723"/>
              <a:gd name="connsiteY3" fmla="*/ 1399985 h 1399985"/>
              <a:gd name="connsiteX4" fmla="*/ 5 w 1399723"/>
              <a:gd name="connsiteY4" fmla="*/ 2381 h 1399985"/>
              <a:gd name="connsiteX0" fmla="*/ 5 w 1399723"/>
              <a:gd name="connsiteY0" fmla="*/ 2381 h 1399985"/>
              <a:gd name="connsiteX1" fmla="*/ 1399496 w 1399723"/>
              <a:gd name="connsiteY1" fmla="*/ 0 h 1399985"/>
              <a:gd name="connsiteX2" fmla="*/ 1399494 w 1399723"/>
              <a:gd name="connsiteY2" fmla="*/ 1399985 h 1399985"/>
              <a:gd name="connsiteX3" fmla="*/ 0 w 1399723"/>
              <a:gd name="connsiteY3" fmla="*/ 1399985 h 1399985"/>
              <a:gd name="connsiteX4" fmla="*/ 5 w 1399723"/>
              <a:gd name="connsiteY4" fmla="*/ 2381 h 1399985"/>
              <a:gd name="connsiteX0" fmla="*/ 5 w 1399723"/>
              <a:gd name="connsiteY0" fmla="*/ 0 h 1404748"/>
              <a:gd name="connsiteX1" fmla="*/ 1399496 w 1399723"/>
              <a:gd name="connsiteY1" fmla="*/ 4763 h 1404748"/>
              <a:gd name="connsiteX2" fmla="*/ 1399494 w 1399723"/>
              <a:gd name="connsiteY2" fmla="*/ 1404748 h 1404748"/>
              <a:gd name="connsiteX3" fmla="*/ 0 w 1399723"/>
              <a:gd name="connsiteY3" fmla="*/ 1404748 h 1404748"/>
              <a:gd name="connsiteX4" fmla="*/ 5 w 1399723"/>
              <a:gd name="connsiteY4" fmla="*/ 0 h 1404748"/>
              <a:gd name="connsiteX0" fmla="*/ 8 w 1399723"/>
              <a:gd name="connsiteY0" fmla="*/ 0 h 1402367"/>
              <a:gd name="connsiteX1" fmla="*/ 1399496 w 1399723"/>
              <a:gd name="connsiteY1" fmla="*/ 2382 h 1402367"/>
              <a:gd name="connsiteX2" fmla="*/ 1399494 w 1399723"/>
              <a:gd name="connsiteY2" fmla="*/ 1402367 h 1402367"/>
              <a:gd name="connsiteX3" fmla="*/ 0 w 1399723"/>
              <a:gd name="connsiteY3" fmla="*/ 1402367 h 1402367"/>
              <a:gd name="connsiteX4" fmla="*/ 8 w 1399723"/>
              <a:gd name="connsiteY4" fmla="*/ 0 h 1402367"/>
              <a:gd name="connsiteX0" fmla="*/ 0 w 1406858"/>
              <a:gd name="connsiteY0" fmla="*/ 0 h 1399986"/>
              <a:gd name="connsiteX1" fmla="*/ 1406631 w 1406858"/>
              <a:gd name="connsiteY1" fmla="*/ 1 h 1399986"/>
              <a:gd name="connsiteX2" fmla="*/ 1406629 w 1406858"/>
              <a:gd name="connsiteY2" fmla="*/ 1399986 h 1399986"/>
              <a:gd name="connsiteX3" fmla="*/ 7135 w 1406858"/>
              <a:gd name="connsiteY3" fmla="*/ 1399986 h 1399986"/>
              <a:gd name="connsiteX4" fmla="*/ 0 w 1406858"/>
              <a:gd name="connsiteY4" fmla="*/ 0 h 1399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6858" h="1399986">
                <a:moveTo>
                  <a:pt x="0" y="0"/>
                </a:moveTo>
                <a:lnTo>
                  <a:pt x="1406631" y="1"/>
                </a:lnTo>
                <a:cubicBezTo>
                  <a:pt x="1405837" y="469044"/>
                  <a:pt x="1407423" y="930943"/>
                  <a:pt x="1406629" y="1399986"/>
                </a:cubicBezTo>
                <a:lnTo>
                  <a:pt x="7135" y="1399986"/>
                </a:lnTo>
                <a:cubicBezTo>
                  <a:pt x="7136" y="935705"/>
                  <a:pt x="-1" y="464281"/>
                  <a:pt x="0" y="0"/>
                </a:cubicBezTo>
                <a:close/>
              </a:path>
            </a:pathLst>
          </a:cu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274" name="Rectangle 372">
            <a:extLst>
              <a:ext uri="{FF2B5EF4-FFF2-40B4-BE49-F238E27FC236}">
                <a16:creationId xmlns:a16="http://schemas.microsoft.com/office/drawing/2014/main" id="{91067E1B-2915-46AE-B04B-863B083EA248}"/>
              </a:ext>
            </a:extLst>
          </p:cNvPr>
          <p:cNvSpPr/>
          <p:nvPr/>
        </p:nvSpPr>
        <p:spPr>
          <a:xfrm rot="5400000">
            <a:off x="12255712" y="1848311"/>
            <a:ext cx="1401524" cy="1361886"/>
          </a:xfrm>
          <a:custGeom>
            <a:avLst/>
            <a:gdLst>
              <a:gd name="connsiteX0" fmla="*/ 0 w 1399148"/>
              <a:gd name="connsiteY0" fmla="*/ 0 h 1776224"/>
              <a:gd name="connsiteX1" fmla="*/ 1399148 w 1399148"/>
              <a:gd name="connsiteY1" fmla="*/ 0 h 1776224"/>
              <a:gd name="connsiteX2" fmla="*/ 1399148 w 1399148"/>
              <a:gd name="connsiteY2" fmla="*/ 1776224 h 1776224"/>
              <a:gd name="connsiteX3" fmla="*/ 0 w 1399148"/>
              <a:gd name="connsiteY3" fmla="*/ 1776224 h 1776224"/>
              <a:gd name="connsiteX4" fmla="*/ 0 w 1399148"/>
              <a:gd name="connsiteY4" fmla="*/ 0 h 1776224"/>
              <a:gd name="connsiteX0" fmla="*/ 0 w 1399148"/>
              <a:gd name="connsiteY0" fmla="*/ 0 h 1776224"/>
              <a:gd name="connsiteX1" fmla="*/ 1399148 w 1399148"/>
              <a:gd name="connsiteY1" fmla="*/ 0 h 1776224"/>
              <a:gd name="connsiteX2" fmla="*/ 1399148 w 1399148"/>
              <a:gd name="connsiteY2" fmla="*/ 1359506 h 1776224"/>
              <a:gd name="connsiteX3" fmla="*/ 0 w 1399148"/>
              <a:gd name="connsiteY3" fmla="*/ 1776224 h 1776224"/>
              <a:gd name="connsiteX4" fmla="*/ 0 w 1399148"/>
              <a:gd name="connsiteY4" fmla="*/ 0 h 1776224"/>
              <a:gd name="connsiteX0" fmla="*/ 2381 w 1401529"/>
              <a:gd name="connsiteY0" fmla="*/ 0 h 1366649"/>
              <a:gd name="connsiteX1" fmla="*/ 1401529 w 1401529"/>
              <a:gd name="connsiteY1" fmla="*/ 0 h 1366649"/>
              <a:gd name="connsiteX2" fmla="*/ 1401529 w 1401529"/>
              <a:gd name="connsiteY2" fmla="*/ 1359506 h 1366649"/>
              <a:gd name="connsiteX3" fmla="*/ 0 w 1401529"/>
              <a:gd name="connsiteY3" fmla="*/ 1366649 h 1366649"/>
              <a:gd name="connsiteX4" fmla="*/ 2381 w 1401529"/>
              <a:gd name="connsiteY4" fmla="*/ 0 h 1366649"/>
              <a:gd name="connsiteX0" fmla="*/ 7144 w 1406292"/>
              <a:gd name="connsiteY0" fmla="*/ 0 h 1364268"/>
              <a:gd name="connsiteX1" fmla="*/ 1406292 w 1406292"/>
              <a:gd name="connsiteY1" fmla="*/ 0 h 1364268"/>
              <a:gd name="connsiteX2" fmla="*/ 1406292 w 1406292"/>
              <a:gd name="connsiteY2" fmla="*/ 1359506 h 1364268"/>
              <a:gd name="connsiteX3" fmla="*/ 0 w 1406292"/>
              <a:gd name="connsiteY3" fmla="*/ 1364268 h 1364268"/>
              <a:gd name="connsiteX4" fmla="*/ 7144 w 1406292"/>
              <a:gd name="connsiteY4" fmla="*/ 0 h 1364268"/>
              <a:gd name="connsiteX0" fmla="*/ 7144 w 1406292"/>
              <a:gd name="connsiteY0" fmla="*/ 0 h 1359506"/>
              <a:gd name="connsiteX1" fmla="*/ 1406292 w 1406292"/>
              <a:gd name="connsiteY1" fmla="*/ 0 h 1359506"/>
              <a:gd name="connsiteX2" fmla="*/ 1406292 w 1406292"/>
              <a:gd name="connsiteY2" fmla="*/ 1359506 h 1359506"/>
              <a:gd name="connsiteX3" fmla="*/ 0 w 1406292"/>
              <a:gd name="connsiteY3" fmla="*/ 1357124 h 1359506"/>
              <a:gd name="connsiteX4" fmla="*/ 7144 w 1406292"/>
              <a:gd name="connsiteY4" fmla="*/ 0 h 1359506"/>
              <a:gd name="connsiteX0" fmla="*/ 7144 w 1406292"/>
              <a:gd name="connsiteY0" fmla="*/ 0 h 1369030"/>
              <a:gd name="connsiteX1" fmla="*/ 1406292 w 1406292"/>
              <a:gd name="connsiteY1" fmla="*/ 0 h 1369030"/>
              <a:gd name="connsiteX2" fmla="*/ 1406292 w 1406292"/>
              <a:gd name="connsiteY2" fmla="*/ 1359506 h 1369030"/>
              <a:gd name="connsiteX3" fmla="*/ 0 w 1406292"/>
              <a:gd name="connsiteY3" fmla="*/ 1369030 h 1369030"/>
              <a:gd name="connsiteX4" fmla="*/ 7144 w 1406292"/>
              <a:gd name="connsiteY4" fmla="*/ 0 h 1369030"/>
              <a:gd name="connsiteX0" fmla="*/ 4762 w 1403910"/>
              <a:gd name="connsiteY0" fmla="*/ 0 h 1373792"/>
              <a:gd name="connsiteX1" fmla="*/ 1403910 w 1403910"/>
              <a:gd name="connsiteY1" fmla="*/ 0 h 1373792"/>
              <a:gd name="connsiteX2" fmla="*/ 1403910 w 1403910"/>
              <a:gd name="connsiteY2" fmla="*/ 1359506 h 1373792"/>
              <a:gd name="connsiteX3" fmla="*/ 0 w 1403910"/>
              <a:gd name="connsiteY3" fmla="*/ 1373792 h 1373792"/>
              <a:gd name="connsiteX4" fmla="*/ 4762 w 1403910"/>
              <a:gd name="connsiteY4" fmla="*/ 0 h 1373792"/>
              <a:gd name="connsiteX0" fmla="*/ 106 w 1399254"/>
              <a:gd name="connsiteY0" fmla="*/ 0 h 1376174"/>
              <a:gd name="connsiteX1" fmla="*/ 1399254 w 1399254"/>
              <a:gd name="connsiteY1" fmla="*/ 0 h 1376174"/>
              <a:gd name="connsiteX2" fmla="*/ 1399254 w 1399254"/>
              <a:gd name="connsiteY2" fmla="*/ 1359506 h 1376174"/>
              <a:gd name="connsiteX3" fmla="*/ 2487 w 1399254"/>
              <a:gd name="connsiteY3" fmla="*/ 1376174 h 1376174"/>
              <a:gd name="connsiteX4" fmla="*/ 106 w 1399254"/>
              <a:gd name="connsiteY4" fmla="*/ 0 h 1376174"/>
              <a:gd name="connsiteX0" fmla="*/ 106 w 1399254"/>
              <a:gd name="connsiteY0" fmla="*/ 0 h 1366649"/>
              <a:gd name="connsiteX1" fmla="*/ 1399254 w 1399254"/>
              <a:gd name="connsiteY1" fmla="*/ 0 h 1366649"/>
              <a:gd name="connsiteX2" fmla="*/ 1399254 w 1399254"/>
              <a:gd name="connsiteY2" fmla="*/ 1359506 h 1366649"/>
              <a:gd name="connsiteX3" fmla="*/ 2487 w 1399254"/>
              <a:gd name="connsiteY3" fmla="*/ 1366649 h 1366649"/>
              <a:gd name="connsiteX4" fmla="*/ 106 w 1399254"/>
              <a:gd name="connsiteY4" fmla="*/ 0 h 1366649"/>
              <a:gd name="connsiteX0" fmla="*/ 106 w 1399254"/>
              <a:gd name="connsiteY0" fmla="*/ 0 h 1369030"/>
              <a:gd name="connsiteX1" fmla="*/ 1399254 w 1399254"/>
              <a:gd name="connsiteY1" fmla="*/ 0 h 1369030"/>
              <a:gd name="connsiteX2" fmla="*/ 1399254 w 1399254"/>
              <a:gd name="connsiteY2" fmla="*/ 1359506 h 1369030"/>
              <a:gd name="connsiteX3" fmla="*/ 2489 w 1399254"/>
              <a:gd name="connsiteY3" fmla="*/ 1369030 h 1369030"/>
              <a:gd name="connsiteX4" fmla="*/ 106 w 1399254"/>
              <a:gd name="connsiteY4" fmla="*/ 0 h 1369030"/>
              <a:gd name="connsiteX0" fmla="*/ 69 w 1399217"/>
              <a:gd name="connsiteY0" fmla="*/ 0 h 1364268"/>
              <a:gd name="connsiteX1" fmla="*/ 1399217 w 1399217"/>
              <a:gd name="connsiteY1" fmla="*/ 0 h 1364268"/>
              <a:gd name="connsiteX2" fmla="*/ 1399217 w 1399217"/>
              <a:gd name="connsiteY2" fmla="*/ 1359506 h 1364268"/>
              <a:gd name="connsiteX3" fmla="*/ 4833 w 1399217"/>
              <a:gd name="connsiteY3" fmla="*/ 1364268 h 1364268"/>
              <a:gd name="connsiteX4" fmla="*/ 69 w 1399217"/>
              <a:gd name="connsiteY4" fmla="*/ 0 h 1364268"/>
              <a:gd name="connsiteX0" fmla="*/ 2378 w 1401526"/>
              <a:gd name="connsiteY0" fmla="*/ 0 h 1359506"/>
              <a:gd name="connsiteX1" fmla="*/ 1401526 w 1401526"/>
              <a:gd name="connsiteY1" fmla="*/ 0 h 1359506"/>
              <a:gd name="connsiteX2" fmla="*/ 1401526 w 1401526"/>
              <a:gd name="connsiteY2" fmla="*/ 1359506 h 1359506"/>
              <a:gd name="connsiteX3" fmla="*/ 0 w 1401526"/>
              <a:gd name="connsiteY3" fmla="*/ 1357124 h 1359506"/>
              <a:gd name="connsiteX4" fmla="*/ 2378 w 1401526"/>
              <a:gd name="connsiteY4" fmla="*/ 0 h 1359506"/>
              <a:gd name="connsiteX0" fmla="*/ 229 w 1399377"/>
              <a:gd name="connsiteY0" fmla="*/ 0 h 1359506"/>
              <a:gd name="connsiteX1" fmla="*/ 1399377 w 1399377"/>
              <a:gd name="connsiteY1" fmla="*/ 0 h 1359506"/>
              <a:gd name="connsiteX2" fmla="*/ 1399377 w 1399377"/>
              <a:gd name="connsiteY2" fmla="*/ 1359506 h 1359506"/>
              <a:gd name="connsiteX3" fmla="*/ 233 w 1399377"/>
              <a:gd name="connsiteY3" fmla="*/ 1357124 h 1359506"/>
              <a:gd name="connsiteX4" fmla="*/ 229 w 1399377"/>
              <a:gd name="connsiteY4" fmla="*/ 0 h 1359506"/>
              <a:gd name="connsiteX0" fmla="*/ 2376 w 1401524"/>
              <a:gd name="connsiteY0" fmla="*/ 0 h 1364268"/>
              <a:gd name="connsiteX1" fmla="*/ 1401524 w 1401524"/>
              <a:gd name="connsiteY1" fmla="*/ 0 h 1364268"/>
              <a:gd name="connsiteX2" fmla="*/ 1401524 w 1401524"/>
              <a:gd name="connsiteY2" fmla="*/ 1359506 h 1364268"/>
              <a:gd name="connsiteX3" fmla="*/ 0 w 1401524"/>
              <a:gd name="connsiteY3" fmla="*/ 1364268 h 1364268"/>
              <a:gd name="connsiteX4" fmla="*/ 2376 w 1401524"/>
              <a:gd name="connsiteY4" fmla="*/ 0 h 1364268"/>
              <a:gd name="connsiteX0" fmla="*/ 2376 w 1401524"/>
              <a:gd name="connsiteY0" fmla="*/ 0 h 1361886"/>
              <a:gd name="connsiteX1" fmla="*/ 1401524 w 1401524"/>
              <a:gd name="connsiteY1" fmla="*/ 0 h 1361886"/>
              <a:gd name="connsiteX2" fmla="*/ 1401524 w 1401524"/>
              <a:gd name="connsiteY2" fmla="*/ 1359506 h 1361886"/>
              <a:gd name="connsiteX3" fmla="*/ 0 w 1401524"/>
              <a:gd name="connsiteY3" fmla="*/ 1361886 h 1361886"/>
              <a:gd name="connsiteX4" fmla="*/ 2376 w 1401524"/>
              <a:gd name="connsiteY4" fmla="*/ 0 h 13618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1524" h="1361886">
                <a:moveTo>
                  <a:pt x="2376" y="0"/>
                </a:moveTo>
                <a:lnTo>
                  <a:pt x="1401524" y="0"/>
                </a:lnTo>
                <a:lnTo>
                  <a:pt x="1401524" y="1359506"/>
                </a:lnTo>
                <a:lnTo>
                  <a:pt x="0" y="1361886"/>
                </a:lnTo>
                <a:cubicBezTo>
                  <a:pt x="794" y="906336"/>
                  <a:pt x="1582" y="455550"/>
                  <a:pt x="2376" y="0"/>
                </a:cubicBezTo>
                <a:close/>
              </a:path>
            </a:pathLst>
          </a:cu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275" name="Oval 274">
            <a:extLst>
              <a:ext uri="{FF2B5EF4-FFF2-40B4-BE49-F238E27FC236}">
                <a16:creationId xmlns:a16="http://schemas.microsoft.com/office/drawing/2014/main" id="{1CF2B180-E322-4F2A-8524-59CB1E8394EC}"/>
              </a:ext>
            </a:extLst>
          </p:cNvPr>
          <p:cNvSpPr/>
          <p:nvPr/>
        </p:nvSpPr>
        <p:spPr>
          <a:xfrm>
            <a:off x="13534732" y="1699403"/>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sp>
        <p:nvSpPr>
          <p:cNvPr id="276" name="Oval 275">
            <a:extLst>
              <a:ext uri="{FF2B5EF4-FFF2-40B4-BE49-F238E27FC236}">
                <a16:creationId xmlns:a16="http://schemas.microsoft.com/office/drawing/2014/main" id="{70A67865-FF23-4C40-B4E3-6549D962A310}"/>
              </a:ext>
            </a:extLst>
          </p:cNvPr>
          <p:cNvSpPr/>
          <p:nvPr/>
        </p:nvSpPr>
        <p:spPr>
          <a:xfrm>
            <a:off x="11342124" y="1688896"/>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277" name="Oval 276">
            <a:extLst>
              <a:ext uri="{FF2B5EF4-FFF2-40B4-BE49-F238E27FC236}">
                <a16:creationId xmlns:a16="http://schemas.microsoft.com/office/drawing/2014/main" id="{D5DF27CF-38C4-4BCD-B98E-ADB89EA18A66}"/>
              </a:ext>
            </a:extLst>
          </p:cNvPr>
          <p:cNvSpPr/>
          <p:nvPr/>
        </p:nvSpPr>
        <p:spPr>
          <a:xfrm>
            <a:off x="9950661" y="1696056"/>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cxnSp>
        <p:nvCxnSpPr>
          <p:cNvPr id="278" name="Straight Arrow Connector 277">
            <a:extLst>
              <a:ext uri="{FF2B5EF4-FFF2-40B4-BE49-F238E27FC236}">
                <a16:creationId xmlns:a16="http://schemas.microsoft.com/office/drawing/2014/main" id="{D60DFDC5-1278-4D52-B2BA-CDD101AE0192}"/>
              </a:ext>
            </a:extLst>
          </p:cNvPr>
          <p:cNvCxnSpPr>
            <a:cxnSpLocks/>
          </p:cNvCxnSpPr>
          <p:nvPr/>
        </p:nvCxnSpPr>
        <p:spPr>
          <a:xfrm rot="16200000" flipV="1">
            <a:off x="11213776" y="2653942"/>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9" name="Straight Arrow Connector 278">
            <a:extLst>
              <a:ext uri="{FF2B5EF4-FFF2-40B4-BE49-F238E27FC236}">
                <a16:creationId xmlns:a16="http://schemas.microsoft.com/office/drawing/2014/main" id="{792BC99F-E493-449A-9550-B72145DE2C90}"/>
              </a:ext>
            </a:extLst>
          </p:cNvPr>
          <p:cNvCxnSpPr>
            <a:cxnSpLocks/>
          </p:cNvCxnSpPr>
          <p:nvPr/>
        </p:nvCxnSpPr>
        <p:spPr>
          <a:xfrm rot="5400000" flipV="1">
            <a:off x="12135059" y="262247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0" name="Straight Arrow Connector 279">
            <a:extLst>
              <a:ext uri="{FF2B5EF4-FFF2-40B4-BE49-F238E27FC236}">
                <a16:creationId xmlns:a16="http://schemas.microsoft.com/office/drawing/2014/main" id="{9041782C-E09F-4BB7-9F95-7A80029BE4B8}"/>
              </a:ext>
            </a:extLst>
          </p:cNvPr>
          <p:cNvCxnSpPr>
            <a:cxnSpLocks/>
          </p:cNvCxnSpPr>
          <p:nvPr/>
        </p:nvCxnSpPr>
        <p:spPr>
          <a:xfrm flipV="1">
            <a:off x="10757697" y="31450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1" name="Straight Arrow Connector 280">
            <a:extLst>
              <a:ext uri="{FF2B5EF4-FFF2-40B4-BE49-F238E27FC236}">
                <a16:creationId xmlns:a16="http://schemas.microsoft.com/office/drawing/2014/main" id="{7FCE7DB1-95BC-4F46-B07C-713A3CEB36AD}"/>
              </a:ext>
            </a:extLst>
          </p:cNvPr>
          <p:cNvCxnSpPr>
            <a:cxnSpLocks/>
          </p:cNvCxnSpPr>
          <p:nvPr/>
        </p:nvCxnSpPr>
        <p:spPr>
          <a:xfrm rot="16200000" flipV="1">
            <a:off x="13336924" y="247173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2" name="Straight Arrow Connector 281">
            <a:extLst>
              <a:ext uri="{FF2B5EF4-FFF2-40B4-BE49-F238E27FC236}">
                <a16:creationId xmlns:a16="http://schemas.microsoft.com/office/drawing/2014/main" id="{07C37F44-D2F4-4563-B78A-F766EBF71368}"/>
              </a:ext>
            </a:extLst>
          </p:cNvPr>
          <p:cNvCxnSpPr>
            <a:cxnSpLocks/>
          </p:cNvCxnSpPr>
          <p:nvPr/>
        </p:nvCxnSpPr>
        <p:spPr>
          <a:xfrm rot="5400000" flipV="1">
            <a:off x="9961613" y="250354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3" name="TextBox 282">
            <a:extLst>
              <a:ext uri="{FF2B5EF4-FFF2-40B4-BE49-F238E27FC236}">
                <a16:creationId xmlns:a16="http://schemas.microsoft.com/office/drawing/2014/main" id="{3878BCA6-1155-45F0-AE8F-479CBA6FE742}"/>
              </a:ext>
            </a:extLst>
          </p:cNvPr>
          <p:cNvSpPr txBox="1"/>
          <p:nvPr/>
        </p:nvSpPr>
        <p:spPr>
          <a:xfrm>
            <a:off x="10798886" y="2291527"/>
            <a:ext cx="310896" cy="307777"/>
          </a:xfrm>
          <a:prstGeom prst="rect">
            <a:avLst/>
          </a:prstGeom>
          <a:noFill/>
          <a:ln w="19050">
            <a:solidFill>
              <a:schemeClr val="bg1"/>
            </a:solidFill>
          </a:ln>
        </p:spPr>
        <p:txBody>
          <a:bodyPr wrap="square" rtlCol="0">
            <a:spAutoFit/>
          </a:bodyPr>
          <a:lstStyle/>
          <a:p>
            <a:r>
              <a:rPr lang="pt-BR" sz="1400" dirty="0"/>
              <a:t>C</a:t>
            </a:r>
            <a:endParaRPr lang="en-US" sz="1400" dirty="0"/>
          </a:p>
        </p:txBody>
      </p:sp>
      <p:sp>
        <p:nvSpPr>
          <p:cNvPr id="284" name="TextBox 283">
            <a:extLst>
              <a:ext uri="{FF2B5EF4-FFF2-40B4-BE49-F238E27FC236}">
                <a16:creationId xmlns:a16="http://schemas.microsoft.com/office/drawing/2014/main" id="{9BD8EC36-5948-4AFD-9B1C-AA551FDD4149}"/>
              </a:ext>
            </a:extLst>
          </p:cNvPr>
          <p:cNvSpPr txBox="1"/>
          <p:nvPr/>
        </p:nvSpPr>
        <p:spPr>
          <a:xfrm>
            <a:off x="12649792" y="2287770"/>
            <a:ext cx="310896" cy="307777"/>
          </a:xfrm>
          <a:prstGeom prst="rect">
            <a:avLst/>
          </a:prstGeom>
          <a:noFill/>
          <a:ln w="19050">
            <a:solidFill>
              <a:schemeClr val="bg1"/>
            </a:solidFill>
          </a:ln>
        </p:spPr>
        <p:txBody>
          <a:bodyPr wrap="square" rtlCol="0">
            <a:spAutoFit/>
          </a:bodyPr>
          <a:lstStyle/>
          <a:p>
            <a:r>
              <a:rPr lang="pt-BR" sz="1400" dirty="0"/>
              <a:t>D</a:t>
            </a:r>
            <a:endParaRPr lang="en-US" sz="1400" dirty="0"/>
          </a:p>
        </p:txBody>
      </p:sp>
      <p:cxnSp>
        <p:nvCxnSpPr>
          <p:cNvPr id="285" name="Straight Arrow Connector 284">
            <a:extLst>
              <a:ext uri="{FF2B5EF4-FFF2-40B4-BE49-F238E27FC236}">
                <a16:creationId xmlns:a16="http://schemas.microsoft.com/office/drawing/2014/main" id="{AE3443A9-42AC-417E-AE22-511C9CDDC3CE}"/>
              </a:ext>
            </a:extLst>
          </p:cNvPr>
          <p:cNvCxnSpPr>
            <a:cxnSpLocks/>
          </p:cNvCxnSpPr>
          <p:nvPr/>
        </p:nvCxnSpPr>
        <p:spPr>
          <a:xfrm flipV="1">
            <a:off x="12550242" y="314357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6" name="Straight Arrow Connector 285">
            <a:extLst>
              <a:ext uri="{FF2B5EF4-FFF2-40B4-BE49-F238E27FC236}">
                <a16:creationId xmlns:a16="http://schemas.microsoft.com/office/drawing/2014/main" id="{E247C963-969D-429A-881A-61859A432FC6}"/>
              </a:ext>
            </a:extLst>
          </p:cNvPr>
          <p:cNvCxnSpPr>
            <a:cxnSpLocks/>
          </p:cNvCxnSpPr>
          <p:nvPr/>
        </p:nvCxnSpPr>
        <p:spPr>
          <a:xfrm rot="10800000" flipV="1">
            <a:off x="10757697" y="188662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7" name="Straight Arrow Connector 286">
            <a:extLst>
              <a:ext uri="{FF2B5EF4-FFF2-40B4-BE49-F238E27FC236}">
                <a16:creationId xmlns:a16="http://schemas.microsoft.com/office/drawing/2014/main" id="{8932FA7A-6545-4B07-8591-C64A3A6D24E6}"/>
              </a:ext>
            </a:extLst>
          </p:cNvPr>
          <p:cNvCxnSpPr>
            <a:cxnSpLocks/>
          </p:cNvCxnSpPr>
          <p:nvPr/>
        </p:nvCxnSpPr>
        <p:spPr>
          <a:xfrm rot="10800000" flipV="1">
            <a:off x="12535953" y="189348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8" name="Rectangle 192">
            <a:extLst>
              <a:ext uri="{FF2B5EF4-FFF2-40B4-BE49-F238E27FC236}">
                <a16:creationId xmlns:a16="http://schemas.microsoft.com/office/drawing/2014/main" id="{C96D0DF8-D242-478A-813A-B42507F0013E}"/>
              </a:ext>
            </a:extLst>
          </p:cNvPr>
          <p:cNvSpPr/>
          <p:nvPr/>
        </p:nvSpPr>
        <p:spPr>
          <a:xfrm rot="5400000">
            <a:off x="10486417" y="2829025"/>
            <a:ext cx="597422" cy="1399989"/>
          </a:xfrm>
          <a:custGeom>
            <a:avLst/>
            <a:gdLst>
              <a:gd name="connsiteX0" fmla="*/ 0 w 595051"/>
              <a:gd name="connsiteY0" fmla="*/ 0 h 1776224"/>
              <a:gd name="connsiteX1" fmla="*/ 595051 w 595051"/>
              <a:gd name="connsiteY1" fmla="*/ 0 h 1776224"/>
              <a:gd name="connsiteX2" fmla="*/ 595051 w 595051"/>
              <a:gd name="connsiteY2" fmla="*/ 1776224 h 1776224"/>
              <a:gd name="connsiteX3" fmla="*/ 0 w 595051"/>
              <a:gd name="connsiteY3" fmla="*/ 1776224 h 1776224"/>
              <a:gd name="connsiteX4" fmla="*/ 0 w 595051"/>
              <a:gd name="connsiteY4" fmla="*/ 0 h 1776224"/>
              <a:gd name="connsiteX0" fmla="*/ 0 w 604579"/>
              <a:gd name="connsiteY0" fmla="*/ 0 h 1776224"/>
              <a:gd name="connsiteX1" fmla="*/ 604579 w 604579"/>
              <a:gd name="connsiteY1" fmla="*/ 381000 h 1776224"/>
              <a:gd name="connsiteX2" fmla="*/ 595051 w 604579"/>
              <a:gd name="connsiteY2" fmla="*/ 1776224 h 1776224"/>
              <a:gd name="connsiteX3" fmla="*/ 0 w 604579"/>
              <a:gd name="connsiteY3" fmla="*/ 1776224 h 1776224"/>
              <a:gd name="connsiteX4" fmla="*/ 0 w 604579"/>
              <a:gd name="connsiteY4" fmla="*/ 0 h 1776224"/>
              <a:gd name="connsiteX0" fmla="*/ 0 w 595051"/>
              <a:gd name="connsiteY0" fmla="*/ 0 h 1776224"/>
              <a:gd name="connsiteX1" fmla="*/ 590294 w 595051"/>
              <a:gd name="connsiteY1" fmla="*/ 381000 h 1776224"/>
              <a:gd name="connsiteX2" fmla="*/ 595051 w 595051"/>
              <a:gd name="connsiteY2" fmla="*/ 1776224 h 1776224"/>
              <a:gd name="connsiteX3" fmla="*/ 0 w 595051"/>
              <a:gd name="connsiteY3" fmla="*/ 1776224 h 1776224"/>
              <a:gd name="connsiteX4" fmla="*/ 0 w 595051"/>
              <a:gd name="connsiteY4" fmla="*/ 0 h 1776224"/>
              <a:gd name="connsiteX0" fmla="*/ 0 w 595516"/>
              <a:gd name="connsiteY0" fmla="*/ 0 h 1776224"/>
              <a:gd name="connsiteX1" fmla="*/ 595060 w 595516"/>
              <a:gd name="connsiteY1" fmla="*/ 376237 h 1776224"/>
              <a:gd name="connsiteX2" fmla="*/ 595051 w 595516"/>
              <a:gd name="connsiteY2" fmla="*/ 1776224 h 1776224"/>
              <a:gd name="connsiteX3" fmla="*/ 0 w 595516"/>
              <a:gd name="connsiteY3" fmla="*/ 1776224 h 1776224"/>
              <a:gd name="connsiteX4" fmla="*/ 0 w 595516"/>
              <a:gd name="connsiteY4" fmla="*/ 0 h 1776224"/>
              <a:gd name="connsiteX0" fmla="*/ 0 w 595516"/>
              <a:gd name="connsiteY0" fmla="*/ 0 h 1776224"/>
              <a:gd name="connsiteX1" fmla="*/ 595060 w 595516"/>
              <a:gd name="connsiteY1" fmla="*/ 383381 h 1776224"/>
              <a:gd name="connsiteX2" fmla="*/ 595051 w 595516"/>
              <a:gd name="connsiteY2" fmla="*/ 1776224 h 1776224"/>
              <a:gd name="connsiteX3" fmla="*/ 0 w 595516"/>
              <a:gd name="connsiteY3" fmla="*/ 1776224 h 1776224"/>
              <a:gd name="connsiteX4" fmla="*/ 0 w 595516"/>
              <a:gd name="connsiteY4" fmla="*/ 0 h 1776224"/>
              <a:gd name="connsiteX0" fmla="*/ 0 w 595051"/>
              <a:gd name="connsiteY0" fmla="*/ 0 h 1776224"/>
              <a:gd name="connsiteX1" fmla="*/ 590298 w 595051"/>
              <a:gd name="connsiteY1" fmla="*/ 395287 h 1776224"/>
              <a:gd name="connsiteX2" fmla="*/ 595051 w 595051"/>
              <a:gd name="connsiteY2" fmla="*/ 1776224 h 1776224"/>
              <a:gd name="connsiteX3" fmla="*/ 0 w 595051"/>
              <a:gd name="connsiteY3" fmla="*/ 1776224 h 1776224"/>
              <a:gd name="connsiteX4" fmla="*/ 0 w 595051"/>
              <a:gd name="connsiteY4" fmla="*/ 0 h 1776224"/>
              <a:gd name="connsiteX0" fmla="*/ 0 w 595051"/>
              <a:gd name="connsiteY0" fmla="*/ 0 h 1776224"/>
              <a:gd name="connsiteX1" fmla="*/ 590301 w 595051"/>
              <a:gd name="connsiteY1" fmla="*/ 385762 h 1776224"/>
              <a:gd name="connsiteX2" fmla="*/ 595051 w 595051"/>
              <a:gd name="connsiteY2" fmla="*/ 1776224 h 1776224"/>
              <a:gd name="connsiteX3" fmla="*/ 0 w 595051"/>
              <a:gd name="connsiteY3" fmla="*/ 1776224 h 1776224"/>
              <a:gd name="connsiteX4" fmla="*/ 0 w 595051"/>
              <a:gd name="connsiteY4" fmla="*/ 0 h 1776224"/>
              <a:gd name="connsiteX0" fmla="*/ 0 w 595051"/>
              <a:gd name="connsiteY0" fmla="*/ 0 h 1776224"/>
              <a:gd name="connsiteX1" fmla="*/ 590304 w 595051"/>
              <a:gd name="connsiteY1" fmla="*/ 380999 h 1776224"/>
              <a:gd name="connsiteX2" fmla="*/ 595051 w 595051"/>
              <a:gd name="connsiteY2" fmla="*/ 1776224 h 1776224"/>
              <a:gd name="connsiteX3" fmla="*/ 0 w 595051"/>
              <a:gd name="connsiteY3" fmla="*/ 1776224 h 1776224"/>
              <a:gd name="connsiteX4" fmla="*/ 0 w 595051"/>
              <a:gd name="connsiteY4" fmla="*/ 0 h 1776224"/>
              <a:gd name="connsiteX0" fmla="*/ 0 w 595051"/>
              <a:gd name="connsiteY0" fmla="*/ 0 h 1776224"/>
              <a:gd name="connsiteX1" fmla="*/ 592689 w 595051"/>
              <a:gd name="connsiteY1" fmla="*/ 378618 h 1776224"/>
              <a:gd name="connsiteX2" fmla="*/ 595051 w 595051"/>
              <a:gd name="connsiteY2" fmla="*/ 1776224 h 1776224"/>
              <a:gd name="connsiteX3" fmla="*/ 0 w 595051"/>
              <a:gd name="connsiteY3" fmla="*/ 1776224 h 1776224"/>
              <a:gd name="connsiteX4" fmla="*/ 0 w 595051"/>
              <a:gd name="connsiteY4" fmla="*/ 0 h 1776224"/>
              <a:gd name="connsiteX0" fmla="*/ 0 w 602193"/>
              <a:gd name="connsiteY0" fmla="*/ 0 h 1402368"/>
              <a:gd name="connsiteX1" fmla="*/ 599831 w 602193"/>
              <a:gd name="connsiteY1" fmla="*/ 4762 h 1402368"/>
              <a:gd name="connsiteX2" fmla="*/ 602193 w 602193"/>
              <a:gd name="connsiteY2" fmla="*/ 1402368 h 1402368"/>
              <a:gd name="connsiteX3" fmla="*/ 7142 w 602193"/>
              <a:gd name="connsiteY3" fmla="*/ 1402368 h 1402368"/>
              <a:gd name="connsiteX4" fmla="*/ 0 w 602193"/>
              <a:gd name="connsiteY4" fmla="*/ 0 h 1402368"/>
              <a:gd name="connsiteX0" fmla="*/ 26330 w 595182"/>
              <a:gd name="connsiteY0" fmla="*/ 0 h 1399987"/>
              <a:gd name="connsiteX1" fmla="*/ 592820 w 595182"/>
              <a:gd name="connsiteY1" fmla="*/ 2381 h 1399987"/>
              <a:gd name="connsiteX2" fmla="*/ 595182 w 595182"/>
              <a:gd name="connsiteY2" fmla="*/ 1399987 h 1399987"/>
              <a:gd name="connsiteX3" fmla="*/ 131 w 595182"/>
              <a:gd name="connsiteY3" fmla="*/ 1399987 h 1399987"/>
              <a:gd name="connsiteX4" fmla="*/ 26330 w 595182"/>
              <a:gd name="connsiteY4" fmla="*/ 0 h 1399987"/>
              <a:gd name="connsiteX0" fmla="*/ 5156 w 595436"/>
              <a:gd name="connsiteY0" fmla="*/ 0 h 1399988"/>
              <a:gd name="connsiteX1" fmla="*/ 593074 w 595436"/>
              <a:gd name="connsiteY1" fmla="*/ 2382 h 1399988"/>
              <a:gd name="connsiteX2" fmla="*/ 595436 w 595436"/>
              <a:gd name="connsiteY2" fmla="*/ 1399988 h 1399988"/>
              <a:gd name="connsiteX3" fmla="*/ 385 w 595436"/>
              <a:gd name="connsiteY3" fmla="*/ 1399988 h 1399988"/>
              <a:gd name="connsiteX4" fmla="*/ 5156 w 595436"/>
              <a:gd name="connsiteY4" fmla="*/ 0 h 1399988"/>
              <a:gd name="connsiteX0" fmla="*/ 2881 w 595543"/>
              <a:gd name="connsiteY0" fmla="*/ 0 h 1399988"/>
              <a:gd name="connsiteX1" fmla="*/ 593181 w 595543"/>
              <a:gd name="connsiteY1" fmla="*/ 2382 h 1399988"/>
              <a:gd name="connsiteX2" fmla="*/ 595543 w 595543"/>
              <a:gd name="connsiteY2" fmla="*/ 1399988 h 1399988"/>
              <a:gd name="connsiteX3" fmla="*/ 492 w 595543"/>
              <a:gd name="connsiteY3" fmla="*/ 1399988 h 1399988"/>
              <a:gd name="connsiteX4" fmla="*/ 2881 w 595543"/>
              <a:gd name="connsiteY4" fmla="*/ 0 h 1399988"/>
              <a:gd name="connsiteX0" fmla="*/ 697 w 595737"/>
              <a:gd name="connsiteY0" fmla="*/ 0 h 1399989"/>
              <a:gd name="connsiteX1" fmla="*/ 593375 w 595737"/>
              <a:gd name="connsiteY1" fmla="*/ 2383 h 1399989"/>
              <a:gd name="connsiteX2" fmla="*/ 595737 w 595737"/>
              <a:gd name="connsiteY2" fmla="*/ 1399989 h 1399989"/>
              <a:gd name="connsiteX3" fmla="*/ 686 w 595737"/>
              <a:gd name="connsiteY3" fmla="*/ 1399989 h 1399989"/>
              <a:gd name="connsiteX4" fmla="*/ 697 w 595737"/>
              <a:gd name="connsiteY4" fmla="*/ 0 h 1399989"/>
              <a:gd name="connsiteX0" fmla="*/ 0 w 604565"/>
              <a:gd name="connsiteY0" fmla="*/ 0 h 1399989"/>
              <a:gd name="connsiteX1" fmla="*/ 602203 w 604565"/>
              <a:gd name="connsiteY1" fmla="*/ 2383 h 1399989"/>
              <a:gd name="connsiteX2" fmla="*/ 604565 w 604565"/>
              <a:gd name="connsiteY2" fmla="*/ 1399989 h 1399989"/>
              <a:gd name="connsiteX3" fmla="*/ 9514 w 604565"/>
              <a:gd name="connsiteY3" fmla="*/ 1399989 h 1399989"/>
              <a:gd name="connsiteX4" fmla="*/ 0 w 604565"/>
              <a:gd name="connsiteY4" fmla="*/ 0 h 1399989"/>
              <a:gd name="connsiteX0" fmla="*/ 0 w 599803"/>
              <a:gd name="connsiteY0" fmla="*/ 0 h 1399989"/>
              <a:gd name="connsiteX1" fmla="*/ 597441 w 599803"/>
              <a:gd name="connsiteY1" fmla="*/ 2383 h 1399989"/>
              <a:gd name="connsiteX2" fmla="*/ 599803 w 599803"/>
              <a:gd name="connsiteY2" fmla="*/ 1399989 h 1399989"/>
              <a:gd name="connsiteX3" fmla="*/ 4752 w 599803"/>
              <a:gd name="connsiteY3" fmla="*/ 1399989 h 1399989"/>
              <a:gd name="connsiteX4" fmla="*/ 0 w 599803"/>
              <a:gd name="connsiteY4" fmla="*/ 0 h 1399989"/>
              <a:gd name="connsiteX0" fmla="*/ 0 w 599803"/>
              <a:gd name="connsiteY0" fmla="*/ 0 h 1399989"/>
              <a:gd name="connsiteX1" fmla="*/ 597441 w 599803"/>
              <a:gd name="connsiteY1" fmla="*/ 2383 h 1399989"/>
              <a:gd name="connsiteX2" fmla="*/ 599803 w 599803"/>
              <a:gd name="connsiteY2" fmla="*/ 1399989 h 1399989"/>
              <a:gd name="connsiteX3" fmla="*/ 4752 w 599803"/>
              <a:gd name="connsiteY3" fmla="*/ 1399989 h 1399989"/>
              <a:gd name="connsiteX4" fmla="*/ 0 w 599803"/>
              <a:gd name="connsiteY4" fmla="*/ 0 h 1399989"/>
              <a:gd name="connsiteX0" fmla="*/ 0 w 597422"/>
              <a:gd name="connsiteY0" fmla="*/ 0 h 1399989"/>
              <a:gd name="connsiteX1" fmla="*/ 595060 w 597422"/>
              <a:gd name="connsiteY1" fmla="*/ 2383 h 1399989"/>
              <a:gd name="connsiteX2" fmla="*/ 597422 w 597422"/>
              <a:gd name="connsiteY2" fmla="*/ 1399989 h 1399989"/>
              <a:gd name="connsiteX3" fmla="*/ 2371 w 597422"/>
              <a:gd name="connsiteY3" fmla="*/ 1399989 h 1399989"/>
              <a:gd name="connsiteX4" fmla="*/ 0 w 597422"/>
              <a:gd name="connsiteY4" fmla="*/ 0 h 1399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7422" h="1399989">
                <a:moveTo>
                  <a:pt x="0" y="0"/>
                </a:moveTo>
                <a:lnTo>
                  <a:pt x="595060" y="2383"/>
                </a:lnTo>
                <a:cubicBezTo>
                  <a:pt x="596646" y="467458"/>
                  <a:pt x="595836" y="934914"/>
                  <a:pt x="597422" y="1399989"/>
                </a:cubicBezTo>
                <a:lnTo>
                  <a:pt x="2371" y="1399989"/>
                </a:lnTo>
                <a:cubicBezTo>
                  <a:pt x="-10" y="932533"/>
                  <a:pt x="2381" y="467456"/>
                  <a:pt x="0" y="0"/>
                </a:cubicBez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89" name="Rectangle 193">
            <a:extLst>
              <a:ext uri="{FF2B5EF4-FFF2-40B4-BE49-F238E27FC236}">
                <a16:creationId xmlns:a16="http://schemas.microsoft.com/office/drawing/2014/main" id="{BF89D186-00C7-4457-A426-C7D9F086E3D3}"/>
              </a:ext>
            </a:extLst>
          </p:cNvPr>
          <p:cNvSpPr/>
          <p:nvPr/>
        </p:nvSpPr>
        <p:spPr>
          <a:xfrm rot="5400000">
            <a:off x="12659906" y="2848258"/>
            <a:ext cx="595054" cy="1360299"/>
          </a:xfrm>
          <a:custGeom>
            <a:avLst/>
            <a:gdLst>
              <a:gd name="connsiteX0" fmla="*/ 0 w 595051"/>
              <a:gd name="connsiteY0" fmla="*/ 0 h 1776224"/>
              <a:gd name="connsiteX1" fmla="*/ 595051 w 595051"/>
              <a:gd name="connsiteY1" fmla="*/ 0 h 1776224"/>
              <a:gd name="connsiteX2" fmla="*/ 595051 w 595051"/>
              <a:gd name="connsiteY2" fmla="*/ 1776224 h 1776224"/>
              <a:gd name="connsiteX3" fmla="*/ 0 w 595051"/>
              <a:gd name="connsiteY3" fmla="*/ 1776224 h 1776224"/>
              <a:gd name="connsiteX4" fmla="*/ 0 w 595051"/>
              <a:gd name="connsiteY4" fmla="*/ 0 h 1776224"/>
              <a:gd name="connsiteX0" fmla="*/ 0 w 595054"/>
              <a:gd name="connsiteY0" fmla="*/ 0 h 1776224"/>
              <a:gd name="connsiteX1" fmla="*/ 595051 w 595054"/>
              <a:gd name="connsiteY1" fmla="*/ 0 h 1776224"/>
              <a:gd name="connsiteX2" fmla="*/ 595054 w 595054"/>
              <a:gd name="connsiteY2" fmla="*/ 1360299 h 1776224"/>
              <a:gd name="connsiteX3" fmla="*/ 0 w 595054"/>
              <a:gd name="connsiteY3" fmla="*/ 1776224 h 1776224"/>
              <a:gd name="connsiteX4" fmla="*/ 0 w 595054"/>
              <a:gd name="connsiteY4" fmla="*/ 0 h 1776224"/>
              <a:gd name="connsiteX0" fmla="*/ 0 w 595054"/>
              <a:gd name="connsiteY0" fmla="*/ 0 h 1366649"/>
              <a:gd name="connsiteX1" fmla="*/ 595051 w 595054"/>
              <a:gd name="connsiteY1" fmla="*/ 0 h 1366649"/>
              <a:gd name="connsiteX2" fmla="*/ 595054 w 595054"/>
              <a:gd name="connsiteY2" fmla="*/ 1360299 h 1366649"/>
              <a:gd name="connsiteX3" fmla="*/ 0 w 595054"/>
              <a:gd name="connsiteY3" fmla="*/ 1366649 h 1366649"/>
              <a:gd name="connsiteX4" fmla="*/ 0 w 595054"/>
              <a:gd name="connsiteY4" fmla="*/ 0 h 1366649"/>
              <a:gd name="connsiteX0" fmla="*/ 0 w 595054"/>
              <a:gd name="connsiteY0" fmla="*/ 0 h 1364268"/>
              <a:gd name="connsiteX1" fmla="*/ 595051 w 595054"/>
              <a:gd name="connsiteY1" fmla="*/ 0 h 1364268"/>
              <a:gd name="connsiteX2" fmla="*/ 595054 w 595054"/>
              <a:gd name="connsiteY2" fmla="*/ 1360299 h 1364268"/>
              <a:gd name="connsiteX3" fmla="*/ 3 w 595054"/>
              <a:gd name="connsiteY3" fmla="*/ 1364268 h 1364268"/>
              <a:gd name="connsiteX4" fmla="*/ 0 w 595054"/>
              <a:gd name="connsiteY4" fmla="*/ 0 h 1364268"/>
              <a:gd name="connsiteX0" fmla="*/ 0 w 595054"/>
              <a:gd name="connsiteY0" fmla="*/ 0 h 1360299"/>
              <a:gd name="connsiteX1" fmla="*/ 595051 w 595054"/>
              <a:gd name="connsiteY1" fmla="*/ 0 h 1360299"/>
              <a:gd name="connsiteX2" fmla="*/ 595054 w 595054"/>
              <a:gd name="connsiteY2" fmla="*/ 1360299 h 1360299"/>
              <a:gd name="connsiteX3" fmla="*/ 3 w 595054"/>
              <a:gd name="connsiteY3" fmla="*/ 1359505 h 1360299"/>
              <a:gd name="connsiteX4" fmla="*/ 0 w 595054"/>
              <a:gd name="connsiteY4" fmla="*/ 0 h 1360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054" h="1360299">
                <a:moveTo>
                  <a:pt x="0" y="0"/>
                </a:moveTo>
                <a:lnTo>
                  <a:pt x="595051" y="0"/>
                </a:lnTo>
                <a:lnTo>
                  <a:pt x="595054" y="1360299"/>
                </a:lnTo>
                <a:lnTo>
                  <a:pt x="3" y="1359505"/>
                </a:lnTo>
                <a:cubicBezTo>
                  <a:pt x="2" y="906337"/>
                  <a:pt x="1" y="453168"/>
                  <a:pt x="0" y="0"/>
                </a:cubicBez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90" name="Rectangle 197">
            <a:extLst>
              <a:ext uri="{FF2B5EF4-FFF2-40B4-BE49-F238E27FC236}">
                <a16:creationId xmlns:a16="http://schemas.microsoft.com/office/drawing/2014/main" id="{01F1B79C-47C2-4D22-8C9D-EA29B9D46C0F}"/>
              </a:ext>
            </a:extLst>
          </p:cNvPr>
          <p:cNvSpPr/>
          <p:nvPr/>
        </p:nvSpPr>
        <p:spPr>
          <a:xfrm rot="5400000">
            <a:off x="10081122" y="3830450"/>
            <a:ext cx="1404256" cy="1395224"/>
          </a:xfrm>
          <a:custGeom>
            <a:avLst/>
            <a:gdLst>
              <a:gd name="connsiteX0" fmla="*/ 0 w 1399494"/>
              <a:gd name="connsiteY0" fmla="*/ 0 h 1776224"/>
              <a:gd name="connsiteX1" fmla="*/ 1399494 w 1399494"/>
              <a:gd name="connsiteY1" fmla="*/ 0 h 1776224"/>
              <a:gd name="connsiteX2" fmla="*/ 1399494 w 1399494"/>
              <a:gd name="connsiteY2" fmla="*/ 1776224 h 1776224"/>
              <a:gd name="connsiteX3" fmla="*/ 0 w 1399494"/>
              <a:gd name="connsiteY3" fmla="*/ 1776224 h 1776224"/>
              <a:gd name="connsiteX4" fmla="*/ 0 w 1399494"/>
              <a:gd name="connsiteY4" fmla="*/ 0 h 1776224"/>
              <a:gd name="connsiteX0" fmla="*/ 0 w 1404256"/>
              <a:gd name="connsiteY0" fmla="*/ 0 h 1776224"/>
              <a:gd name="connsiteX1" fmla="*/ 1404256 w 1404256"/>
              <a:gd name="connsiteY1" fmla="*/ 381000 h 1776224"/>
              <a:gd name="connsiteX2" fmla="*/ 1399494 w 1404256"/>
              <a:gd name="connsiteY2" fmla="*/ 1776224 h 1776224"/>
              <a:gd name="connsiteX3" fmla="*/ 0 w 1404256"/>
              <a:gd name="connsiteY3" fmla="*/ 1776224 h 1776224"/>
              <a:gd name="connsiteX4" fmla="*/ 0 w 1404256"/>
              <a:gd name="connsiteY4" fmla="*/ 0 h 1776224"/>
              <a:gd name="connsiteX0" fmla="*/ 0 w 1404256"/>
              <a:gd name="connsiteY0" fmla="*/ 4763 h 1395224"/>
              <a:gd name="connsiteX1" fmla="*/ 1404256 w 1404256"/>
              <a:gd name="connsiteY1" fmla="*/ 0 h 1395224"/>
              <a:gd name="connsiteX2" fmla="*/ 1399494 w 1404256"/>
              <a:gd name="connsiteY2" fmla="*/ 1395224 h 1395224"/>
              <a:gd name="connsiteX3" fmla="*/ 0 w 1404256"/>
              <a:gd name="connsiteY3" fmla="*/ 1395224 h 1395224"/>
              <a:gd name="connsiteX4" fmla="*/ 0 w 1404256"/>
              <a:gd name="connsiteY4" fmla="*/ 4763 h 1395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256" h="1395224">
                <a:moveTo>
                  <a:pt x="0" y="4763"/>
                </a:moveTo>
                <a:lnTo>
                  <a:pt x="1404256" y="0"/>
                </a:lnTo>
                <a:cubicBezTo>
                  <a:pt x="1402669" y="465075"/>
                  <a:pt x="1401081" y="930149"/>
                  <a:pt x="1399494" y="1395224"/>
                </a:cubicBezTo>
                <a:lnTo>
                  <a:pt x="0" y="1395224"/>
                </a:lnTo>
                <a:lnTo>
                  <a:pt x="0" y="4763"/>
                </a:lnTo>
                <a:close/>
              </a:path>
            </a:pathLst>
          </a:cu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291" name="Rectangle 198">
            <a:extLst>
              <a:ext uri="{FF2B5EF4-FFF2-40B4-BE49-F238E27FC236}">
                <a16:creationId xmlns:a16="http://schemas.microsoft.com/office/drawing/2014/main" id="{6A15C580-17FD-48EE-A4BF-191BC4EF42AB}"/>
              </a:ext>
            </a:extLst>
          </p:cNvPr>
          <p:cNvSpPr/>
          <p:nvPr/>
        </p:nvSpPr>
        <p:spPr>
          <a:xfrm rot="5400000">
            <a:off x="12253373" y="3850819"/>
            <a:ext cx="1410961" cy="1357124"/>
          </a:xfrm>
          <a:custGeom>
            <a:avLst/>
            <a:gdLst>
              <a:gd name="connsiteX0" fmla="*/ 0 w 1399148"/>
              <a:gd name="connsiteY0" fmla="*/ 0 h 1776224"/>
              <a:gd name="connsiteX1" fmla="*/ 1399148 w 1399148"/>
              <a:gd name="connsiteY1" fmla="*/ 0 h 1776224"/>
              <a:gd name="connsiteX2" fmla="*/ 1399148 w 1399148"/>
              <a:gd name="connsiteY2" fmla="*/ 1776224 h 1776224"/>
              <a:gd name="connsiteX3" fmla="*/ 0 w 1399148"/>
              <a:gd name="connsiteY3" fmla="*/ 1776224 h 1776224"/>
              <a:gd name="connsiteX4" fmla="*/ 0 w 1399148"/>
              <a:gd name="connsiteY4" fmla="*/ 0 h 1776224"/>
              <a:gd name="connsiteX0" fmla="*/ 0 w 1403910"/>
              <a:gd name="connsiteY0" fmla="*/ 0 h 1776224"/>
              <a:gd name="connsiteX1" fmla="*/ 1399148 w 1403910"/>
              <a:gd name="connsiteY1" fmla="*/ 0 h 1776224"/>
              <a:gd name="connsiteX2" fmla="*/ 1403910 w 1403910"/>
              <a:gd name="connsiteY2" fmla="*/ 1357124 h 1776224"/>
              <a:gd name="connsiteX3" fmla="*/ 0 w 1403910"/>
              <a:gd name="connsiteY3" fmla="*/ 1776224 h 1776224"/>
              <a:gd name="connsiteX4" fmla="*/ 0 w 1403910"/>
              <a:gd name="connsiteY4" fmla="*/ 0 h 1776224"/>
              <a:gd name="connsiteX0" fmla="*/ 4763 w 1408673"/>
              <a:gd name="connsiteY0" fmla="*/ 0 h 1357124"/>
              <a:gd name="connsiteX1" fmla="*/ 1403911 w 1408673"/>
              <a:gd name="connsiteY1" fmla="*/ 0 h 1357124"/>
              <a:gd name="connsiteX2" fmla="*/ 1408673 w 1408673"/>
              <a:gd name="connsiteY2" fmla="*/ 1357124 h 1357124"/>
              <a:gd name="connsiteX3" fmla="*/ 0 w 1408673"/>
              <a:gd name="connsiteY3" fmla="*/ 1347599 h 1357124"/>
              <a:gd name="connsiteX4" fmla="*/ 4763 w 1408673"/>
              <a:gd name="connsiteY4" fmla="*/ 0 h 1357124"/>
              <a:gd name="connsiteX0" fmla="*/ 212 w 1404122"/>
              <a:gd name="connsiteY0" fmla="*/ 0 h 1366649"/>
              <a:gd name="connsiteX1" fmla="*/ 1399360 w 1404122"/>
              <a:gd name="connsiteY1" fmla="*/ 0 h 1366649"/>
              <a:gd name="connsiteX2" fmla="*/ 1404122 w 1404122"/>
              <a:gd name="connsiteY2" fmla="*/ 1357124 h 1366649"/>
              <a:gd name="connsiteX3" fmla="*/ 4977 w 1404122"/>
              <a:gd name="connsiteY3" fmla="*/ 1366649 h 1366649"/>
              <a:gd name="connsiteX4" fmla="*/ 212 w 1404122"/>
              <a:gd name="connsiteY4" fmla="*/ 0 h 1366649"/>
              <a:gd name="connsiteX0" fmla="*/ 2377 w 1406287"/>
              <a:gd name="connsiteY0" fmla="*/ 0 h 1371411"/>
              <a:gd name="connsiteX1" fmla="*/ 1401525 w 1406287"/>
              <a:gd name="connsiteY1" fmla="*/ 0 h 1371411"/>
              <a:gd name="connsiteX2" fmla="*/ 1406287 w 1406287"/>
              <a:gd name="connsiteY2" fmla="*/ 1357124 h 1371411"/>
              <a:gd name="connsiteX3" fmla="*/ 0 w 1406287"/>
              <a:gd name="connsiteY3" fmla="*/ 1371411 h 1371411"/>
              <a:gd name="connsiteX4" fmla="*/ 2377 w 1406287"/>
              <a:gd name="connsiteY4" fmla="*/ 0 h 1371411"/>
              <a:gd name="connsiteX0" fmla="*/ 2377 w 1406287"/>
              <a:gd name="connsiteY0" fmla="*/ 0 h 1369029"/>
              <a:gd name="connsiteX1" fmla="*/ 1401525 w 1406287"/>
              <a:gd name="connsiteY1" fmla="*/ 0 h 1369029"/>
              <a:gd name="connsiteX2" fmla="*/ 1406287 w 1406287"/>
              <a:gd name="connsiteY2" fmla="*/ 1357124 h 1369029"/>
              <a:gd name="connsiteX3" fmla="*/ 0 w 1406287"/>
              <a:gd name="connsiteY3" fmla="*/ 1369029 h 1369029"/>
              <a:gd name="connsiteX4" fmla="*/ 2377 w 1406287"/>
              <a:gd name="connsiteY4" fmla="*/ 0 h 1369029"/>
              <a:gd name="connsiteX0" fmla="*/ 2377 w 1406287"/>
              <a:gd name="connsiteY0" fmla="*/ 0 h 1357124"/>
              <a:gd name="connsiteX1" fmla="*/ 1401525 w 1406287"/>
              <a:gd name="connsiteY1" fmla="*/ 0 h 1357124"/>
              <a:gd name="connsiteX2" fmla="*/ 1406287 w 1406287"/>
              <a:gd name="connsiteY2" fmla="*/ 1357124 h 1357124"/>
              <a:gd name="connsiteX3" fmla="*/ 0 w 1406287"/>
              <a:gd name="connsiteY3" fmla="*/ 1347598 h 1357124"/>
              <a:gd name="connsiteX4" fmla="*/ 2377 w 1406287"/>
              <a:gd name="connsiteY4" fmla="*/ 0 h 1357124"/>
              <a:gd name="connsiteX0" fmla="*/ 2374 w 1406284"/>
              <a:gd name="connsiteY0" fmla="*/ 0 h 1357124"/>
              <a:gd name="connsiteX1" fmla="*/ 1401522 w 1406284"/>
              <a:gd name="connsiteY1" fmla="*/ 0 h 1357124"/>
              <a:gd name="connsiteX2" fmla="*/ 1406284 w 1406284"/>
              <a:gd name="connsiteY2" fmla="*/ 1357124 h 1357124"/>
              <a:gd name="connsiteX3" fmla="*/ 0 w 1406284"/>
              <a:gd name="connsiteY3" fmla="*/ 1354742 h 1357124"/>
              <a:gd name="connsiteX4" fmla="*/ 2374 w 1406284"/>
              <a:gd name="connsiteY4" fmla="*/ 0 h 13571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6284" h="1357124">
                <a:moveTo>
                  <a:pt x="2374" y="0"/>
                </a:moveTo>
                <a:lnTo>
                  <a:pt x="1401522" y="0"/>
                </a:lnTo>
                <a:cubicBezTo>
                  <a:pt x="1403109" y="452375"/>
                  <a:pt x="1404697" y="904749"/>
                  <a:pt x="1406284" y="1357124"/>
                </a:cubicBezTo>
                <a:lnTo>
                  <a:pt x="0" y="1354742"/>
                </a:lnTo>
                <a:cubicBezTo>
                  <a:pt x="1588" y="905542"/>
                  <a:pt x="786" y="449200"/>
                  <a:pt x="2374" y="0"/>
                </a:cubicBezTo>
                <a:close/>
              </a:path>
            </a:pathLst>
          </a:cu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292" name="Oval 291">
            <a:extLst>
              <a:ext uri="{FF2B5EF4-FFF2-40B4-BE49-F238E27FC236}">
                <a16:creationId xmlns:a16="http://schemas.microsoft.com/office/drawing/2014/main" id="{B98D47A3-D08D-46A3-B5CA-58F19F987278}"/>
              </a:ext>
            </a:extLst>
          </p:cNvPr>
          <p:cNvSpPr/>
          <p:nvPr/>
        </p:nvSpPr>
        <p:spPr>
          <a:xfrm>
            <a:off x="13534732" y="3694808"/>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sp>
        <p:nvSpPr>
          <p:cNvPr id="293" name="Oval 292">
            <a:extLst>
              <a:ext uri="{FF2B5EF4-FFF2-40B4-BE49-F238E27FC236}">
                <a16:creationId xmlns:a16="http://schemas.microsoft.com/office/drawing/2014/main" id="{CFF34216-3DEE-4947-8B30-732170CE38E5}"/>
              </a:ext>
            </a:extLst>
          </p:cNvPr>
          <p:cNvSpPr/>
          <p:nvPr/>
        </p:nvSpPr>
        <p:spPr>
          <a:xfrm>
            <a:off x="11342125" y="3693260"/>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294" name="Oval 293">
            <a:extLst>
              <a:ext uri="{FF2B5EF4-FFF2-40B4-BE49-F238E27FC236}">
                <a16:creationId xmlns:a16="http://schemas.microsoft.com/office/drawing/2014/main" id="{1CEF9598-42A3-4278-BC0B-BE2F501EDF2D}"/>
              </a:ext>
            </a:extLst>
          </p:cNvPr>
          <p:cNvSpPr/>
          <p:nvPr/>
        </p:nvSpPr>
        <p:spPr>
          <a:xfrm>
            <a:off x="9950661" y="369146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cxnSp>
        <p:nvCxnSpPr>
          <p:cNvPr id="295" name="Straight Arrow Connector 294">
            <a:extLst>
              <a:ext uri="{FF2B5EF4-FFF2-40B4-BE49-F238E27FC236}">
                <a16:creationId xmlns:a16="http://schemas.microsoft.com/office/drawing/2014/main" id="{9A9020B8-89C9-4FD6-BA9C-9E08F3E6F33D}"/>
              </a:ext>
            </a:extLst>
          </p:cNvPr>
          <p:cNvCxnSpPr>
            <a:cxnSpLocks/>
          </p:cNvCxnSpPr>
          <p:nvPr/>
        </p:nvCxnSpPr>
        <p:spPr>
          <a:xfrm rot="16200000" flipV="1">
            <a:off x="11171144" y="4511592"/>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6" name="Straight Arrow Connector 295">
            <a:extLst>
              <a:ext uri="{FF2B5EF4-FFF2-40B4-BE49-F238E27FC236}">
                <a16:creationId xmlns:a16="http://schemas.microsoft.com/office/drawing/2014/main" id="{4B9D919D-AEC6-4B8E-BFE8-F8C4359BDDC0}"/>
              </a:ext>
            </a:extLst>
          </p:cNvPr>
          <p:cNvCxnSpPr>
            <a:cxnSpLocks/>
          </p:cNvCxnSpPr>
          <p:nvPr/>
        </p:nvCxnSpPr>
        <p:spPr>
          <a:xfrm rot="5400000" flipV="1">
            <a:off x="12135059" y="454340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7" name="Straight Arrow Connector 296">
            <a:extLst>
              <a:ext uri="{FF2B5EF4-FFF2-40B4-BE49-F238E27FC236}">
                <a16:creationId xmlns:a16="http://schemas.microsoft.com/office/drawing/2014/main" id="{7D34A17D-85B6-42FD-94A4-68E6F3CAEED3}"/>
              </a:ext>
            </a:extLst>
          </p:cNvPr>
          <p:cNvCxnSpPr>
            <a:cxnSpLocks/>
          </p:cNvCxnSpPr>
          <p:nvPr/>
        </p:nvCxnSpPr>
        <p:spPr>
          <a:xfrm rot="5400000" flipH="1">
            <a:off x="13465856" y="3528405"/>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8" name="Straight Arrow Connector 297">
            <a:extLst>
              <a:ext uri="{FF2B5EF4-FFF2-40B4-BE49-F238E27FC236}">
                <a16:creationId xmlns:a16="http://schemas.microsoft.com/office/drawing/2014/main" id="{F08B35AA-8684-4BD7-940A-F7F9CDF958D7}"/>
              </a:ext>
            </a:extLst>
          </p:cNvPr>
          <p:cNvCxnSpPr>
            <a:cxnSpLocks/>
          </p:cNvCxnSpPr>
          <p:nvPr/>
        </p:nvCxnSpPr>
        <p:spPr>
          <a:xfrm flipV="1">
            <a:off x="10562430" y="514049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9" name="Straight Arrow Connector 298">
            <a:extLst>
              <a:ext uri="{FF2B5EF4-FFF2-40B4-BE49-F238E27FC236}">
                <a16:creationId xmlns:a16="http://schemas.microsoft.com/office/drawing/2014/main" id="{A6531DE0-74C5-4C42-8929-B50AB3C1C33D}"/>
              </a:ext>
            </a:extLst>
          </p:cNvPr>
          <p:cNvCxnSpPr>
            <a:cxnSpLocks/>
          </p:cNvCxnSpPr>
          <p:nvPr/>
        </p:nvCxnSpPr>
        <p:spPr>
          <a:xfrm rot="16200000" flipV="1">
            <a:off x="13336924" y="451159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0" name="TextBox 299">
            <a:extLst>
              <a:ext uri="{FF2B5EF4-FFF2-40B4-BE49-F238E27FC236}">
                <a16:creationId xmlns:a16="http://schemas.microsoft.com/office/drawing/2014/main" id="{065A93EE-954A-49B4-804F-3199118A0969}"/>
              </a:ext>
            </a:extLst>
          </p:cNvPr>
          <p:cNvSpPr txBox="1"/>
          <p:nvPr/>
        </p:nvSpPr>
        <p:spPr>
          <a:xfrm>
            <a:off x="11092276" y="4773870"/>
            <a:ext cx="403983" cy="369332"/>
          </a:xfrm>
          <a:prstGeom prst="rect">
            <a:avLst/>
          </a:prstGeom>
          <a:noFill/>
        </p:spPr>
        <p:txBody>
          <a:bodyPr wrap="square">
            <a:spAutoFit/>
          </a:bodyPr>
          <a:lstStyle/>
          <a:p>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p>
        </p:txBody>
      </p:sp>
      <p:sp>
        <p:nvSpPr>
          <p:cNvPr id="301" name="TextBox 300">
            <a:extLst>
              <a:ext uri="{FF2B5EF4-FFF2-40B4-BE49-F238E27FC236}">
                <a16:creationId xmlns:a16="http://schemas.microsoft.com/office/drawing/2014/main" id="{EE3738C2-34AC-44D3-9372-97F83BA11322}"/>
              </a:ext>
            </a:extLst>
          </p:cNvPr>
          <p:cNvSpPr txBox="1"/>
          <p:nvPr/>
        </p:nvSpPr>
        <p:spPr>
          <a:xfrm>
            <a:off x="12217951" y="3881769"/>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b</a:t>
            </a:r>
            <a:r>
              <a:rPr lang="en-US" baseline="-25000" dirty="0">
                <a:solidFill>
                  <a:srgbClr val="FF0000"/>
                </a:solidFill>
                <a:latin typeface="Consolas" panose="020B0609020204030204" pitchFamily="49" charset="0"/>
              </a:rPr>
              <a:t>0</a:t>
            </a:r>
          </a:p>
        </p:txBody>
      </p:sp>
      <p:cxnSp>
        <p:nvCxnSpPr>
          <p:cNvPr id="302" name="Straight Arrow Connector 301">
            <a:extLst>
              <a:ext uri="{FF2B5EF4-FFF2-40B4-BE49-F238E27FC236}">
                <a16:creationId xmlns:a16="http://schemas.microsoft.com/office/drawing/2014/main" id="{BF710034-32BE-4890-B231-1A6E679B2D8E}"/>
              </a:ext>
            </a:extLst>
          </p:cNvPr>
          <p:cNvCxnSpPr>
            <a:cxnSpLocks/>
          </p:cNvCxnSpPr>
          <p:nvPr/>
        </p:nvCxnSpPr>
        <p:spPr>
          <a:xfrm rot="5400000" flipV="1">
            <a:off x="9961613" y="449895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3" name="Oval 302">
            <a:extLst>
              <a:ext uri="{FF2B5EF4-FFF2-40B4-BE49-F238E27FC236}">
                <a16:creationId xmlns:a16="http://schemas.microsoft.com/office/drawing/2014/main" id="{0FD47C58-B935-4B11-972B-684F4F893367}"/>
              </a:ext>
            </a:extLst>
          </p:cNvPr>
          <p:cNvSpPr/>
          <p:nvPr/>
        </p:nvSpPr>
        <p:spPr>
          <a:xfrm>
            <a:off x="9939437" y="5087616"/>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G</a:t>
            </a:r>
            <a:endParaRPr lang="en-US" dirty="0"/>
          </a:p>
        </p:txBody>
      </p:sp>
      <p:sp>
        <p:nvSpPr>
          <p:cNvPr id="304" name="Oval 303">
            <a:extLst>
              <a:ext uri="{FF2B5EF4-FFF2-40B4-BE49-F238E27FC236}">
                <a16:creationId xmlns:a16="http://schemas.microsoft.com/office/drawing/2014/main" id="{A111C3DB-2C3D-4682-87BF-6FF56A7C7878}"/>
              </a:ext>
            </a:extLst>
          </p:cNvPr>
          <p:cNvSpPr/>
          <p:nvPr/>
        </p:nvSpPr>
        <p:spPr>
          <a:xfrm>
            <a:off x="11358122" y="5087616"/>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H</a:t>
            </a:r>
            <a:endParaRPr lang="en-US" dirty="0"/>
          </a:p>
        </p:txBody>
      </p:sp>
      <p:sp>
        <p:nvSpPr>
          <p:cNvPr id="305" name="Oval 304">
            <a:extLst>
              <a:ext uri="{FF2B5EF4-FFF2-40B4-BE49-F238E27FC236}">
                <a16:creationId xmlns:a16="http://schemas.microsoft.com/office/drawing/2014/main" id="{D014D352-D8D4-470E-861C-FB24D47BD227}"/>
              </a:ext>
            </a:extLst>
          </p:cNvPr>
          <p:cNvSpPr/>
          <p:nvPr/>
        </p:nvSpPr>
        <p:spPr>
          <a:xfrm>
            <a:off x="13491369" y="5097528"/>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I</a:t>
            </a:r>
            <a:endParaRPr lang="en-US" dirty="0"/>
          </a:p>
        </p:txBody>
      </p:sp>
      <p:sp>
        <p:nvSpPr>
          <p:cNvPr id="306" name="TextBox 305">
            <a:extLst>
              <a:ext uri="{FF2B5EF4-FFF2-40B4-BE49-F238E27FC236}">
                <a16:creationId xmlns:a16="http://schemas.microsoft.com/office/drawing/2014/main" id="{9D94A876-9E1F-4A83-AFB2-F0772E28E49A}"/>
              </a:ext>
            </a:extLst>
          </p:cNvPr>
          <p:cNvSpPr txBox="1"/>
          <p:nvPr/>
        </p:nvSpPr>
        <p:spPr>
          <a:xfrm>
            <a:off x="10681472" y="3349925"/>
            <a:ext cx="310896" cy="307777"/>
          </a:xfrm>
          <a:prstGeom prst="rect">
            <a:avLst/>
          </a:prstGeom>
          <a:noFill/>
          <a:ln w="19050">
            <a:solidFill>
              <a:schemeClr val="bg1"/>
            </a:solidFill>
          </a:ln>
        </p:spPr>
        <p:txBody>
          <a:bodyPr wrap="square" rtlCol="0">
            <a:spAutoFit/>
          </a:bodyPr>
          <a:lstStyle/>
          <a:p>
            <a:pPr algn="ctr"/>
            <a:r>
              <a:rPr lang="pt-BR" sz="1400" dirty="0"/>
              <a:t>I</a:t>
            </a:r>
            <a:endParaRPr lang="en-US" sz="1400" dirty="0"/>
          </a:p>
        </p:txBody>
      </p:sp>
      <p:sp>
        <p:nvSpPr>
          <p:cNvPr id="307" name="TextBox 306">
            <a:extLst>
              <a:ext uri="{FF2B5EF4-FFF2-40B4-BE49-F238E27FC236}">
                <a16:creationId xmlns:a16="http://schemas.microsoft.com/office/drawing/2014/main" id="{B3EBD324-FD23-4C28-BB36-ABE96F55C413}"/>
              </a:ext>
            </a:extLst>
          </p:cNvPr>
          <p:cNvSpPr txBox="1"/>
          <p:nvPr/>
        </p:nvSpPr>
        <p:spPr>
          <a:xfrm>
            <a:off x="12819211" y="3360373"/>
            <a:ext cx="310896" cy="307777"/>
          </a:xfrm>
          <a:prstGeom prst="rect">
            <a:avLst/>
          </a:prstGeom>
          <a:noFill/>
          <a:ln w="19050">
            <a:solidFill>
              <a:schemeClr val="bg1"/>
            </a:solidFill>
          </a:ln>
        </p:spPr>
        <p:txBody>
          <a:bodyPr wrap="square" rtlCol="0">
            <a:spAutoFit/>
          </a:bodyPr>
          <a:lstStyle/>
          <a:p>
            <a:pPr algn="ctr"/>
            <a:r>
              <a:rPr lang="pt-BR" sz="1400" dirty="0"/>
              <a:t>L</a:t>
            </a:r>
            <a:endParaRPr lang="en-US" sz="1400" dirty="0"/>
          </a:p>
        </p:txBody>
      </p:sp>
      <p:sp>
        <p:nvSpPr>
          <p:cNvPr id="308" name="TextBox 307">
            <a:extLst>
              <a:ext uri="{FF2B5EF4-FFF2-40B4-BE49-F238E27FC236}">
                <a16:creationId xmlns:a16="http://schemas.microsoft.com/office/drawing/2014/main" id="{029039CF-AE1A-4D6C-BECD-8B3DA826268A}"/>
              </a:ext>
            </a:extLst>
          </p:cNvPr>
          <p:cNvSpPr txBox="1"/>
          <p:nvPr/>
        </p:nvSpPr>
        <p:spPr>
          <a:xfrm>
            <a:off x="10642426" y="4303073"/>
            <a:ext cx="310896" cy="307777"/>
          </a:xfrm>
          <a:prstGeom prst="rect">
            <a:avLst/>
          </a:prstGeom>
          <a:noFill/>
          <a:ln w="19050">
            <a:solidFill>
              <a:schemeClr val="bg1"/>
            </a:solidFill>
          </a:ln>
        </p:spPr>
        <p:txBody>
          <a:bodyPr wrap="square" rtlCol="0">
            <a:spAutoFit/>
          </a:bodyPr>
          <a:lstStyle/>
          <a:p>
            <a:r>
              <a:rPr lang="pt-BR" sz="1400" dirty="0"/>
              <a:t>A</a:t>
            </a:r>
            <a:endParaRPr lang="en-US" sz="1400" dirty="0"/>
          </a:p>
        </p:txBody>
      </p:sp>
      <p:sp>
        <p:nvSpPr>
          <p:cNvPr id="309" name="TextBox 308">
            <a:extLst>
              <a:ext uri="{FF2B5EF4-FFF2-40B4-BE49-F238E27FC236}">
                <a16:creationId xmlns:a16="http://schemas.microsoft.com/office/drawing/2014/main" id="{C117F0B3-0150-4380-88B4-82CDDE928CAE}"/>
              </a:ext>
            </a:extLst>
          </p:cNvPr>
          <p:cNvSpPr txBox="1"/>
          <p:nvPr/>
        </p:nvSpPr>
        <p:spPr>
          <a:xfrm>
            <a:off x="12839845" y="4309266"/>
            <a:ext cx="310896" cy="307777"/>
          </a:xfrm>
          <a:prstGeom prst="rect">
            <a:avLst/>
          </a:prstGeom>
          <a:noFill/>
          <a:ln w="19050">
            <a:solidFill>
              <a:schemeClr val="bg1"/>
            </a:solidFill>
          </a:ln>
        </p:spPr>
        <p:txBody>
          <a:bodyPr wrap="square" rtlCol="0">
            <a:spAutoFit/>
          </a:bodyPr>
          <a:lstStyle/>
          <a:p>
            <a:r>
              <a:rPr lang="pt-BR" sz="1400" dirty="0"/>
              <a:t>B</a:t>
            </a:r>
            <a:endParaRPr lang="en-US" sz="1400" dirty="0"/>
          </a:p>
        </p:txBody>
      </p:sp>
      <p:cxnSp>
        <p:nvCxnSpPr>
          <p:cNvPr id="310" name="Straight Arrow Connector 309">
            <a:extLst>
              <a:ext uri="{FF2B5EF4-FFF2-40B4-BE49-F238E27FC236}">
                <a16:creationId xmlns:a16="http://schemas.microsoft.com/office/drawing/2014/main" id="{6185A5F4-82E0-4AFD-B454-A5E3CBF76CCA}"/>
              </a:ext>
            </a:extLst>
          </p:cNvPr>
          <p:cNvCxnSpPr>
            <a:cxnSpLocks/>
          </p:cNvCxnSpPr>
          <p:nvPr/>
        </p:nvCxnSpPr>
        <p:spPr>
          <a:xfrm flipV="1">
            <a:off x="12747092" y="513898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1" name="Straight Arrow Connector 310">
            <a:extLst>
              <a:ext uri="{FF2B5EF4-FFF2-40B4-BE49-F238E27FC236}">
                <a16:creationId xmlns:a16="http://schemas.microsoft.com/office/drawing/2014/main" id="{95A0280F-39B2-412C-8215-F8D779EA7AC7}"/>
              </a:ext>
            </a:extLst>
          </p:cNvPr>
          <p:cNvCxnSpPr>
            <a:cxnSpLocks/>
          </p:cNvCxnSpPr>
          <p:nvPr/>
        </p:nvCxnSpPr>
        <p:spPr>
          <a:xfrm rot="10800000" flipV="1">
            <a:off x="10552901" y="388203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2" name="Straight Arrow Connector 311">
            <a:extLst>
              <a:ext uri="{FF2B5EF4-FFF2-40B4-BE49-F238E27FC236}">
                <a16:creationId xmlns:a16="http://schemas.microsoft.com/office/drawing/2014/main" id="{DD382A16-23FA-4D95-9952-B75781F68F06}"/>
              </a:ext>
            </a:extLst>
          </p:cNvPr>
          <p:cNvCxnSpPr>
            <a:cxnSpLocks/>
          </p:cNvCxnSpPr>
          <p:nvPr/>
        </p:nvCxnSpPr>
        <p:spPr>
          <a:xfrm rot="10800000" flipV="1">
            <a:off x="12732803" y="388888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3" name="Straight Arrow Connector 312">
            <a:extLst>
              <a:ext uri="{FF2B5EF4-FFF2-40B4-BE49-F238E27FC236}">
                <a16:creationId xmlns:a16="http://schemas.microsoft.com/office/drawing/2014/main" id="{0CFC293C-C89A-4174-A49D-68EF88845A0F}"/>
              </a:ext>
            </a:extLst>
          </p:cNvPr>
          <p:cNvCxnSpPr>
            <a:cxnSpLocks/>
          </p:cNvCxnSpPr>
          <p:nvPr/>
        </p:nvCxnSpPr>
        <p:spPr>
          <a:xfrm flipV="1">
            <a:off x="10621086" y="374031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4" name="Straight Arrow Connector 313">
            <a:extLst>
              <a:ext uri="{FF2B5EF4-FFF2-40B4-BE49-F238E27FC236}">
                <a16:creationId xmlns:a16="http://schemas.microsoft.com/office/drawing/2014/main" id="{49BA2CFE-A972-446F-AF57-037C5428DCC9}"/>
              </a:ext>
            </a:extLst>
          </p:cNvPr>
          <p:cNvCxnSpPr>
            <a:cxnSpLocks/>
          </p:cNvCxnSpPr>
          <p:nvPr/>
        </p:nvCxnSpPr>
        <p:spPr>
          <a:xfrm flipV="1">
            <a:off x="12764553" y="374031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5" name="Straight Arrow Connector 314">
            <a:extLst>
              <a:ext uri="{FF2B5EF4-FFF2-40B4-BE49-F238E27FC236}">
                <a16:creationId xmlns:a16="http://schemas.microsoft.com/office/drawing/2014/main" id="{46A4C047-9218-46CB-9570-71B354C2BB23}"/>
              </a:ext>
            </a:extLst>
          </p:cNvPr>
          <p:cNvCxnSpPr>
            <a:cxnSpLocks/>
          </p:cNvCxnSpPr>
          <p:nvPr/>
        </p:nvCxnSpPr>
        <p:spPr>
          <a:xfrm rot="10800000" flipV="1">
            <a:off x="12720103" y="329562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6" name="Straight Arrow Connector 315">
            <a:extLst>
              <a:ext uri="{FF2B5EF4-FFF2-40B4-BE49-F238E27FC236}">
                <a16:creationId xmlns:a16="http://schemas.microsoft.com/office/drawing/2014/main" id="{865243F4-0206-4CC4-9FEB-1F0C008960F7}"/>
              </a:ext>
            </a:extLst>
          </p:cNvPr>
          <p:cNvCxnSpPr>
            <a:cxnSpLocks/>
          </p:cNvCxnSpPr>
          <p:nvPr/>
        </p:nvCxnSpPr>
        <p:spPr>
          <a:xfrm rot="10800000" flipV="1">
            <a:off x="10579666" y="327744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7" name="Straight Arrow Connector 316">
            <a:extLst>
              <a:ext uri="{FF2B5EF4-FFF2-40B4-BE49-F238E27FC236}">
                <a16:creationId xmlns:a16="http://schemas.microsoft.com/office/drawing/2014/main" id="{DDCEC8D1-06A1-4ADD-BBCB-15B5A156E02E}"/>
              </a:ext>
            </a:extLst>
          </p:cNvPr>
          <p:cNvCxnSpPr>
            <a:cxnSpLocks/>
          </p:cNvCxnSpPr>
          <p:nvPr/>
        </p:nvCxnSpPr>
        <p:spPr>
          <a:xfrm rot="5400000" flipH="1">
            <a:off x="11328116" y="3504617"/>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8" name="Straight Arrow Connector 317">
            <a:extLst>
              <a:ext uri="{FF2B5EF4-FFF2-40B4-BE49-F238E27FC236}">
                <a16:creationId xmlns:a16="http://schemas.microsoft.com/office/drawing/2014/main" id="{3F813C69-9493-455B-9569-72053E6F3E65}"/>
              </a:ext>
            </a:extLst>
          </p:cNvPr>
          <p:cNvCxnSpPr>
            <a:cxnSpLocks/>
          </p:cNvCxnSpPr>
          <p:nvPr/>
        </p:nvCxnSpPr>
        <p:spPr>
          <a:xfrm rot="16200000" flipH="1">
            <a:off x="10045251" y="3516817"/>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9" name="Straight Arrow Connector 318">
            <a:extLst>
              <a:ext uri="{FF2B5EF4-FFF2-40B4-BE49-F238E27FC236}">
                <a16:creationId xmlns:a16="http://schemas.microsoft.com/office/drawing/2014/main" id="{889B5D44-40B1-429C-9625-C0C21DA3BF8D}"/>
              </a:ext>
            </a:extLst>
          </p:cNvPr>
          <p:cNvCxnSpPr>
            <a:cxnSpLocks/>
          </p:cNvCxnSpPr>
          <p:nvPr/>
        </p:nvCxnSpPr>
        <p:spPr>
          <a:xfrm rot="-5400000" flipH="1">
            <a:off x="12234063" y="3552399"/>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0" name="Oval 319">
            <a:extLst>
              <a:ext uri="{FF2B5EF4-FFF2-40B4-BE49-F238E27FC236}">
                <a16:creationId xmlns:a16="http://schemas.microsoft.com/office/drawing/2014/main" id="{3CB0674D-76B0-401B-B36C-69CCE5300980}"/>
              </a:ext>
            </a:extLst>
          </p:cNvPr>
          <p:cNvSpPr/>
          <p:nvPr/>
        </p:nvSpPr>
        <p:spPr>
          <a:xfrm>
            <a:off x="11352815" y="3092240"/>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L</a:t>
            </a:r>
            <a:endParaRPr lang="en-US" dirty="0"/>
          </a:p>
        </p:txBody>
      </p:sp>
      <p:sp>
        <p:nvSpPr>
          <p:cNvPr id="321" name="Oval 320">
            <a:extLst>
              <a:ext uri="{FF2B5EF4-FFF2-40B4-BE49-F238E27FC236}">
                <a16:creationId xmlns:a16="http://schemas.microsoft.com/office/drawing/2014/main" id="{5E04F955-671D-4CEA-8D69-26070F842FC4}"/>
              </a:ext>
            </a:extLst>
          </p:cNvPr>
          <p:cNvSpPr/>
          <p:nvPr/>
        </p:nvSpPr>
        <p:spPr>
          <a:xfrm>
            <a:off x="9950661" y="3096409"/>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322" name="Oval 321">
            <a:extLst>
              <a:ext uri="{FF2B5EF4-FFF2-40B4-BE49-F238E27FC236}">
                <a16:creationId xmlns:a16="http://schemas.microsoft.com/office/drawing/2014/main" id="{450C00D7-5D26-4739-A6E3-B7A77B9C86BE}"/>
              </a:ext>
            </a:extLst>
          </p:cNvPr>
          <p:cNvSpPr/>
          <p:nvPr/>
        </p:nvSpPr>
        <p:spPr>
          <a:xfrm>
            <a:off x="13491369" y="3098208"/>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F</a:t>
            </a:r>
            <a:endParaRPr lang="en-US" dirty="0"/>
          </a:p>
        </p:txBody>
      </p:sp>
      <p:sp>
        <p:nvSpPr>
          <p:cNvPr id="323" name="TextBox 322">
            <a:extLst>
              <a:ext uri="{FF2B5EF4-FFF2-40B4-BE49-F238E27FC236}">
                <a16:creationId xmlns:a16="http://schemas.microsoft.com/office/drawing/2014/main" id="{E4F91BF8-26DE-401D-80A3-858BC6317D57}"/>
              </a:ext>
            </a:extLst>
          </p:cNvPr>
          <p:cNvSpPr txBox="1"/>
          <p:nvPr/>
        </p:nvSpPr>
        <p:spPr>
          <a:xfrm>
            <a:off x="11729184" y="4317780"/>
            <a:ext cx="310896" cy="307777"/>
          </a:xfrm>
          <a:prstGeom prst="rect">
            <a:avLst/>
          </a:prstGeom>
          <a:noFill/>
          <a:ln w="19050">
            <a:solidFill>
              <a:schemeClr val="bg1"/>
            </a:solidFill>
          </a:ln>
        </p:spPr>
        <p:txBody>
          <a:bodyPr wrap="square" rtlCol="0">
            <a:spAutoFit/>
          </a:bodyPr>
          <a:lstStyle/>
          <a:p>
            <a:pPr algn="ctr"/>
            <a:r>
              <a:rPr lang="pt-BR" sz="1400" dirty="0"/>
              <a:t>N</a:t>
            </a:r>
            <a:endParaRPr lang="en-US" sz="1400" dirty="0"/>
          </a:p>
        </p:txBody>
      </p:sp>
      <p:sp>
        <p:nvSpPr>
          <p:cNvPr id="324" name="Oval 323">
            <a:extLst>
              <a:ext uri="{FF2B5EF4-FFF2-40B4-BE49-F238E27FC236}">
                <a16:creationId xmlns:a16="http://schemas.microsoft.com/office/drawing/2014/main" id="{83E3F78D-2900-4CC5-A4F0-F320559A3734}"/>
              </a:ext>
            </a:extLst>
          </p:cNvPr>
          <p:cNvSpPr/>
          <p:nvPr/>
        </p:nvSpPr>
        <p:spPr>
          <a:xfrm>
            <a:off x="12157397" y="5101362"/>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J</a:t>
            </a:r>
            <a:endParaRPr lang="en-US" dirty="0"/>
          </a:p>
        </p:txBody>
      </p:sp>
      <p:sp>
        <p:nvSpPr>
          <p:cNvPr id="325" name="Oval 324">
            <a:extLst>
              <a:ext uri="{FF2B5EF4-FFF2-40B4-BE49-F238E27FC236}">
                <a16:creationId xmlns:a16="http://schemas.microsoft.com/office/drawing/2014/main" id="{FECE39B2-3E0B-497D-BB5B-DF2726E0B804}"/>
              </a:ext>
            </a:extLst>
          </p:cNvPr>
          <p:cNvSpPr/>
          <p:nvPr/>
        </p:nvSpPr>
        <p:spPr>
          <a:xfrm>
            <a:off x="12141554" y="3668388"/>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K</a:t>
            </a:r>
            <a:endParaRPr lang="en-US" dirty="0"/>
          </a:p>
        </p:txBody>
      </p:sp>
      <p:sp>
        <p:nvSpPr>
          <p:cNvPr id="326" name="TextBox 325">
            <a:extLst>
              <a:ext uri="{FF2B5EF4-FFF2-40B4-BE49-F238E27FC236}">
                <a16:creationId xmlns:a16="http://schemas.microsoft.com/office/drawing/2014/main" id="{E6C7FC57-B2DA-41E1-9718-8E57FAB017CD}"/>
              </a:ext>
            </a:extLst>
          </p:cNvPr>
          <p:cNvSpPr txBox="1"/>
          <p:nvPr/>
        </p:nvSpPr>
        <p:spPr>
          <a:xfrm>
            <a:off x="11406196" y="4775300"/>
            <a:ext cx="407687"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1</a:t>
            </a:r>
          </a:p>
        </p:txBody>
      </p:sp>
      <p:cxnSp>
        <p:nvCxnSpPr>
          <p:cNvPr id="327" name="Straight Arrow Connector 326">
            <a:extLst>
              <a:ext uri="{FF2B5EF4-FFF2-40B4-BE49-F238E27FC236}">
                <a16:creationId xmlns:a16="http://schemas.microsoft.com/office/drawing/2014/main" id="{106E7191-20F8-457A-B671-94544D560D64}"/>
              </a:ext>
            </a:extLst>
          </p:cNvPr>
          <p:cNvCxnSpPr>
            <a:cxnSpLocks/>
          </p:cNvCxnSpPr>
          <p:nvPr/>
        </p:nvCxnSpPr>
        <p:spPr>
          <a:xfrm rot="16200000" flipV="1">
            <a:off x="12009051" y="452417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8" name="Straight Arrow Connector 327">
            <a:extLst>
              <a:ext uri="{FF2B5EF4-FFF2-40B4-BE49-F238E27FC236}">
                <a16:creationId xmlns:a16="http://schemas.microsoft.com/office/drawing/2014/main" id="{190F1DBD-00C4-46DE-A365-5737C5464FAF}"/>
              </a:ext>
            </a:extLst>
          </p:cNvPr>
          <p:cNvCxnSpPr>
            <a:cxnSpLocks/>
          </p:cNvCxnSpPr>
          <p:nvPr/>
        </p:nvCxnSpPr>
        <p:spPr>
          <a:xfrm rot="5400000" flipV="1">
            <a:off x="11349513" y="451753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9" name="Straight Arrow Connector 328">
            <a:extLst>
              <a:ext uri="{FF2B5EF4-FFF2-40B4-BE49-F238E27FC236}">
                <a16:creationId xmlns:a16="http://schemas.microsoft.com/office/drawing/2014/main" id="{6DF44539-F412-4B6A-AD1F-8494D31C0B56}"/>
              </a:ext>
            </a:extLst>
          </p:cNvPr>
          <p:cNvCxnSpPr>
            <a:cxnSpLocks/>
          </p:cNvCxnSpPr>
          <p:nvPr/>
        </p:nvCxnSpPr>
        <p:spPr>
          <a:xfrm rot="10800000" flipH="1">
            <a:off x="11818005" y="5143202"/>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0" name="Straight Arrow Connector 329">
            <a:extLst>
              <a:ext uri="{FF2B5EF4-FFF2-40B4-BE49-F238E27FC236}">
                <a16:creationId xmlns:a16="http://schemas.microsoft.com/office/drawing/2014/main" id="{7BFEEC8E-8EB7-4D22-9F38-6D45928C5353}"/>
              </a:ext>
            </a:extLst>
          </p:cNvPr>
          <p:cNvCxnSpPr>
            <a:cxnSpLocks/>
          </p:cNvCxnSpPr>
          <p:nvPr/>
        </p:nvCxnSpPr>
        <p:spPr>
          <a:xfrm flipH="1">
            <a:off x="11778315" y="3917457"/>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1" name="TextBox 330">
            <a:extLst>
              <a:ext uri="{FF2B5EF4-FFF2-40B4-BE49-F238E27FC236}">
                <a16:creationId xmlns:a16="http://schemas.microsoft.com/office/drawing/2014/main" id="{22BDFF52-4CFE-4843-851D-119E9E3B4B08}"/>
              </a:ext>
            </a:extLst>
          </p:cNvPr>
          <p:cNvSpPr txBox="1"/>
          <p:nvPr/>
        </p:nvSpPr>
        <p:spPr>
          <a:xfrm>
            <a:off x="11410317" y="3868080"/>
            <a:ext cx="407687"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0</a:t>
            </a:r>
          </a:p>
        </p:txBody>
      </p:sp>
      <p:sp>
        <p:nvSpPr>
          <p:cNvPr id="332" name="TextBox 331">
            <a:extLst>
              <a:ext uri="{FF2B5EF4-FFF2-40B4-BE49-F238E27FC236}">
                <a16:creationId xmlns:a16="http://schemas.microsoft.com/office/drawing/2014/main" id="{6FC3010B-5C65-4FCE-AA03-B3219BCB0573}"/>
              </a:ext>
            </a:extLst>
          </p:cNvPr>
          <p:cNvSpPr txBox="1"/>
          <p:nvPr/>
        </p:nvSpPr>
        <p:spPr>
          <a:xfrm>
            <a:off x="11951142" y="4754649"/>
            <a:ext cx="407687"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2</a:t>
            </a:r>
          </a:p>
        </p:txBody>
      </p:sp>
      <p:sp>
        <p:nvSpPr>
          <p:cNvPr id="333" name="TextBox 332">
            <a:extLst>
              <a:ext uri="{FF2B5EF4-FFF2-40B4-BE49-F238E27FC236}">
                <a16:creationId xmlns:a16="http://schemas.microsoft.com/office/drawing/2014/main" id="{9D45B0C1-C919-4EEC-AC09-83914C248654}"/>
              </a:ext>
            </a:extLst>
          </p:cNvPr>
          <p:cNvSpPr txBox="1"/>
          <p:nvPr/>
        </p:nvSpPr>
        <p:spPr>
          <a:xfrm>
            <a:off x="11958051" y="3816841"/>
            <a:ext cx="407687"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3</a:t>
            </a:r>
          </a:p>
        </p:txBody>
      </p:sp>
      <p:sp>
        <p:nvSpPr>
          <p:cNvPr id="334" name="TextBox 333">
            <a:extLst>
              <a:ext uri="{FF2B5EF4-FFF2-40B4-BE49-F238E27FC236}">
                <a16:creationId xmlns:a16="http://schemas.microsoft.com/office/drawing/2014/main" id="{CC71000D-F5F0-4259-AE0F-948E59DA34C9}"/>
              </a:ext>
            </a:extLst>
          </p:cNvPr>
          <p:cNvSpPr txBox="1"/>
          <p:nvPr/>
        </p:nvSpPr>
        <p:spPr>
          <a:xfrm>
            <a:off x="11033331" y="3457002"/>
            <a:ext cx="407687" cy="369332"/>
          </a:xfrm>
          <a:prstGeom prst="rect">
            <a:avLst/>
          </a:prstGeom>
          <a:noFill/>
        </p:spPr>
        <p:txBody>
          <a:bodyPr wrap="square">
            <a:spAutoFit/>
          </a:bodyPr>
          <a:lstStyle/>
          <a:p>
            <a:r>
              <a:rPr lang="en-US" dirty="0">
                <a:latin typeface="Consolas" panose="020B0609020204030204" pitchFamily="49" charset="0"/>
              </a:rPr>
              <a:t>i</a:t>
            </a:r>
            <a:r>
              <a:rPr lang="en-US" baseline="-25000" dirty="0">
                <a:latin typeface="Consolas" panose="020B0609020204030204" pitchFamily="49" charset="0"/>
              </a:rPr>
              <a:t>0</a:t>
            </a:r>
          </a:p>
        </p:txBody>
      </p:sp>
      <p:sp>
        <p:nvSpPr>
          <p:cNvPr id="335" name="TextBox 334">
            <a:extLst>
              <a:ext uri="{FF2B5EF4-FFF2-40B4-BE49-F238E27FC236}">
                <a16:creationId xmlns:a16="http://schemas.microsoft.com/office/drawing/2014/main" id="{F358F98A-550C-4869-80F0-8DB5D84946C3}"/>
              </a:ext>
            </a:extLst>
          </p:cNvPr>
          <p:cNvSpPr txBox="1"/>
          <p:nvPr/>
        </p:nvSpPr>
        <p:spPr>
          <a:xfrm>
            <a:off x="12340628" y="3198297"/>
            <a:ext cx="407687" cy="369332"/>
          </a:xfrm>
          <a:prstGeom prst="rect">
            <a:avLst/>
          </a:prstGeom>
          <a:noFill/>
        </p:spPr>
        <p:txBody>
          <a:bodyPr wrap="square">
            <a:spAutoFit/>
          </a:bodyPr>
          <a:lstStyle/>
          <a:p>
            <a:r>
              <a:rPr lang="en-US" dirty="0">
                <a:latin typeface="Consolas" panose="020B0609020204030204" pitchFamily="49" charset="0"/>
              </a:rPr>
              <a:t>l</a:t>
            </a:r>
            <a:r>
              <a:rPr lang="en-US" baseline="-25000" dirty="0">
                <a:latin typeface="Consolas" panose="020B0609020204030204" pitchFamily="49" charset="0"/>
              </a:rPr>
              <a:t>0</a:t>
            </a:r>
          </a:p>
        </p:txBody>
      </p:sp>
      <p:sp>
        <p:nvSpPr>
          <p:cNvPr id="336" name="TextBox 335">
            <a:extLst>
              <a:ext uri="{FF2B5EF4-FFF2-40B4-BE49-F238E27FC236}">
                <a16:creationId xmlns:a16="http://schemas.microsoft.com/office/drawing/2014/main" id="{E83192FE-A5A7-407A-9AE9-977E9BD24FEF}"/>
              </a:ext>
            </a:extLst>
          </p:cNvPr>
          <p:cNvSpPr txBox="1"/>
          <p:nvPr/>
        </p:nvSpPr>
        <p:spPr>
          <a:xfrm>
            <a:off x="11156130" y="2758658"/>
            <a:ext cx="403983" cy="369332"/>
          </a:xfrm>
          <a:prstGeom prst="rect">
            <a:avLst/>
          </a:prstGeom>
          <a:noFill/>
        </p:spPr>
        <p:txBody>
          <a:bodyPr wrap="square">
            <a:spAutoFit/>
          </a:bodyPr>
          <a:lstStyle/>
          <a:p>
            <a:r>
              <a:rPr lang="en-US" dirty="0">
                <a:solidFill>
                  <a:srgbClr val="FF0000"/>
                </a:solidFill>
                <a:latin typeface="Consolas" panose="020B0609020204030204" pitchFamily="49" charset="0"/>
              </a:rPr>
              <a:t>c</a:t>
            </a:r>
            <a:r>
              <a:rPr lang="en-US" baseline="-25000" dirty="0">
                <a:solidFill>
                  <a:srgbClr val="FF0000"/>
                </a:solidFill>
                <a:latin typeface="Consolas" panose="020B0609020204030204" pitchFamily="49" charset="0"/>
              </a:rPr>
              <a:t>0</a:t>
            </a:r>
          </a:p>
        </p:txBody>
      </p:sp>
      <p:sp>
        <p:nvSpPr>
          <p:cNvPr id="337" name="TextBox 336">
            <a:extLst>
              <a:ext uri="{FF2B5EF4-FFF2-40B4-BE49-F238E27FC236}">
                <a16:creationId xmlns:a16="http://schemas.microsoft.com/office/drawing/2014/main" id="{102715D3-F0A6-49D9-AE17-2250290DC6AB}"/>
              </a:ext>
            </a:extLst>
          </p:cNvPr>
          <p:cNvSpPr txBox="1"/>
          <p:nvPr/>
        </p:nvSpPr>
        <p:spPr>
          <a:xfrm>
            <a:off x="12212214" y="1899185"/>
            <a:ext cx="403983" cy="369332"/>
          </a:xfrm>
          <a:prstGeom prst="rect">
            <a:avLst/>
          </a:prstGeom>
          <a:noFill/>
        </p:spPr>
        <p:txBody>
          <a:bodyPr wrap="square">
            <a:spAutoFit/>
          </a:bodyPr>
          <a:lstStyle/>
          <a:p>
            <a:r>
              <a:rPr lang="en-US" dirty="0">
                <a:solidFill>
                  <a:srgbClr val="FF0000"/>
                </a:solidFill>
                <a:latin typeface="Consolas" panose="020B0609020204030204" pitchFamily="49" charset="0"/>
              </a:rPr>
              <a:t>d</a:t>
            </a:r>
            <a:r>
              <a:rPr lang="en-US" baseline="-25000" dirty="0">
                <a:solidFill>
                  <a:srgbClr val="FF0000"/>
                </a:solidFill>
                <a:latin typeface="Consolas" panose="020B0609020204030204" pitchFamily="49" charset="0"/>
              </a:rPr>
              <a:t>0</a:t>
            </a:r>
          </a:p>
        </p:txBody>
      </p:sp>
      <p:sp>
        <p:nvSpPr>
          <p:cNvPr id="338" name="Oval 337">
            <a:extLst>
              <a:ext uri="{FF2B5EF4-FFF2-40B4-BE49-F238E27FC236}">
                <a16:creationId xmlns:a16="http://schemas.microsoft.com/office/drawing/2014/main" id="{555C48B5-6D7D-45F1-ADEA-1FB41365353B}"/>
              </a:ext>
            </a:extLst>
          </p:cNvPr>
          <p:cNvSpPr/>
          <p:nvPr/>
        </p:nvSpPr>
        <p:spPr>
          <a:xfrm>
            <a:off x="12145820" y="1712510"/>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grpSp>
        <p:nvGrpSpPr>
          <p:cNvPr id="339" name="Group 338">
            <a:extLst>
              <a:ext uri="{FF2B5EF4-FFF2-40B4-BE49-F238E27FC236}">
                <a16:creationId xmlns:a16="http://schemas.microsoft.com/office/drawing/2014/main" id="{551EEF90-AB4A-4376-8C19-5A111DEBAC6E}"/>
              </a:ext>
            </a:extLst>
          </p:cNvPr>
          <p:cNvGrpSpPr/>
          <p:nvPr/>
        </p:nvGrpSpPr>
        <p:grpSpPr>
          <a:xfrm>
            <a:off x="11407871" y="1792667"/>
            <a:ext cx="953192" cy="1378754"/>
            <a:chOff x="11438314" y="3369997"/>
            <a:chExt cx="953192" cy="1378754"/>
          </a:xfrm>
        </p:grpSpPr>
        <p:sp>
          <p:nvSpPr>
            <p:cNvPr id="340" name="TextBox 339">
              <a:extLst>
                <a:ext uri="{FF2B5EF4-FFF2-40B4-BE49-F238E27FC236}">
                  <a16:creationId xmlns:a16="http://schemas.microsoft.com/office/drawing/2014/main" id="{9AD84A3B-485F-4E6B-BD91-62760FF0670F}"/>
                </a:ext>
              </a:extLst>
            </p:cNvPr>
            <p:cNvSpPr txBox="1"/>
            <p:nvPr/>
          </p:nvSpPr>
          <p:spPr>
            <a:xfrm>
              <a:off x="11774004" y="3923329"/>
              <a:ext cx="310896" cy="307777"/>
            </a:xfrm>
            <a:prstGeom prst="rect">
              <a:avLst/>
            </a:prstGeom>
            <a:noFill/>
            <a:ln w="19050">
              <a:solidFill>
                <a:schemeClr val="bg1"/>
              </a:solidFill>
            </a:ln>
          </p:spPr>
          <p:txBody>
            <a:bodyPr wrap="square" rtlCol="0">
              <a:spAutoFit/>
            </a:bodyPr>
            <a:lstStyle/>
            <a:p>
              <a:pPr algn="ctr"/>
              <a:r>
                <a:rPr lang="pt-BR" sz="1400" dirty="0"/>
                <a:t>M</a:t>
              </a:r>
              <a:endParaRPr lang="en-US" sz="1400" dirty="0"/>
            </a:p>
          </p:txBody>
        </p:sp>
        <p:sp>
          <p:nvSpPr>
            <p:cNvPr id="341" name="TextBox 340">
              <a:extLst>
                <a:ext uri="{FF2B5EF4-FFF2-40B4-BE49-F238E27FC236}">
                  <a16:creationId xmlns:a16="http://schemas.microsoft.com/office/drawing/2014/main" id="{8DEF8149-FD4F-4000-ABC4-0CD386CFF557}"/>
                </a:ext>
              </a:extLst>
            </p:cNvPr>
            <p:cNvSpPr txBox="1"/>
            <p:nvPr/>
          </p:nvSpPr>
          <p:spPr>
            <a:xfrm>
              <a:off x="11438314" y="4328456"/>
              <a:ext cx="407687" cy="369332"/>
            </a:xfrm>
            <a:prstGeom prst="rect">
              <a:avLst/>
            </a:prstGeom>
            <a:noFill/>
          </p:spPr>
          <p:txBody>
            <a:bodyPr wrap="square">
              <a:spAutoFit/>
            </a:bodyPr>
            <a:lstStyle/>
            <a:p>
              <a:r>
                <a:rPr lang="en-US" dirty="0">
                  <a:latin typeface="Consolas" panose="020B0609020204030204" pitchFamily="49" charset="0"/>
                </a:rPr>
                <a:t>m</a:t>
              </a:r>
              <a:r>
                <a:rPr lang="en-US" baseline="-25000" dirty="0">
                  <a:latin typeface="Consolas" panose="020B0609020204030204" pitchFamily="49" charset="0"/>
                </a:rPr>
                <a:t>1</a:t>
              </a:r>
            </a:p>
          </p:txBody>
        </p:sp>
        <p:cxnSp>
          <p:nvCxnSpPr>
            <p:cNvPr id="342" name="Straight Arrow Connector 341">
              <a:extLst>
                <a:ext uri="{FF2B5EF4-FFF2-40B4-BE49-F238E27FC236}">
                  <a16:creationId xmlns:a16="http://schemas.microsoft.com/office/drawing/2014/main" id="{32EB3CB8-81BE-4BA8-8289-BC23402FE0B5}"/>
                </a:ext>
              </a:extLst>
            </p:cNvPr>
            <p:cNvCxnSpPr>
              <a:cxnSpLocks/>
            </p:cNvCxnSpPr>
            <p:nvPr/>
          </p:nvCxnSpPr>
          <p:spPr>
            <a:xfrm rot="16200000" flipV="1">
              <a:off x="12034819" y="407733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3" name="Straight Arrow Connector 342">
              <a:extLst>
                <a:ext uri="{FF2B5EF4-FFF2-40B4-BE49-F238E27FC236}">
                  <a16:creationId xmlns:a16="http://schemas.microsoft.com/office/drawing/2014/main" id="{71199208-553E-4619-A89C-C8E0E25FAD4B}"/>
                </a:ext>
              </a:extLst>
            </p:cNvPr>
            <p:cNvCxnSpPr>
              <a:cxnSpLocks/>
            </p:cNvCxnSpPr>
            <p:nvPr/>
          </p:nvCxnSpPr>
          <p:spPr>
            <a:xfrm rot="5400000" flipV="1">
              <a:off x="11375281" y="407069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4" name="Straight Arrow Connector 343">
              <a:extLst>
                <a:ext uri="{FF2B5EF4-FFF2-40B4-BE49-F238E27FC236}">
                  <a16:creationId xmlns:a16="http://schemas.microsoft.com/office/drawing/2014/main" id="{B37546B7-DBC3-410C-BA36-894ED1E5ED0C}"/>
                </a:ext>
              </a:extLst>
            </p:cNvPr>
            <p:cNvCxnSpPr>
              <a:cxnSpLocks/>
            </p:cNvCxnSpPr>
            <p:nvPr/>
          </p:nvCxnSpPr>
          <p:spPr>
            <a:xfrm rot="10800000" flipH="1">
              <a:off x="11862825" y="4748751"/>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5" name="Straight Arrow Connector 344">
              <a:extLst>
                <a:ext uri="{FF2B5EF4-FFF2-40B4-BE49-F238E27FC236}">
                  <a16:creationId xmlns:a16="http://schemas.microsoft.com/office/drawing/2014/main" id="{125C88E8-C8D9-4D53-AB8F-206C86132025}"/>
                </a:ext>
              </a:extLst>
            </p:cNvPr>
            <p:cNvCxnSpPr>
              <a:cxnSpLocks/>
            </p:cNvCxnSpPr>
            <p:nvPr/>
          </p:nvCxnSpPr>
          <p:spPr>
            <a:xfrm flipH="1">
              <a:off x="11804083" y="3470613"/>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6" name="TextBox 345">
              <a:extLst>
                <a:ext uri="{FF2B5EF4-FFF2-40B4-BE49-F238E27FC236}">
                  <a16:creationId xmlns:a16="http://schemas.microsoft.com/office/drawing/2014/main" id="{C716D705-984D-4E88-91CD-CA66160505D1}"/>
                </a:ext>
              </a:extLst>
            </p:cNvPr>
            <p:cNvSpPr txBox="1"/>
            <p:nvPr/>
          </p:nvSpPr>
          <p:spPr>
            <a:xfrm>
              <a:off x="11442435" y="3421236"/>
              <a:ext cx="407687" cy="369332"/>
            </a:xfrm>
            <a:prstGeom prst="rect">
              <a:avLst/>
            </a:prstGeom>
            <a:noFill/>
          </p:spPr>
          <p:txBody>
            <a:bodyPr wrap="square">
              <a:spAutoFit/>
            </a:bodyPr>
            <a:lstStyle/>
            <a:p>
              <a:r>
                <a:rPr lang="en-US" dirty="0">
                  <a:latin typeface="Consolas" panose="020B0609020204030204" pitchFamily="49" charset="0"/>
                </a:rPr>
                <a:t>m</a:t>
              </a:r>
              <a:r>
                <a:rPr lang="en-US" baseline="-25000" dirty="0">
                  <a:latin typeface="Consolas" panose="020B0609020204030204" pitchFamily="49" charset="0"/>
                </a:rPr>
                <a:t>0</a:t>
              </a:r>
            </a:p>
          </p:txBody>
        </p:sp>
        <p:sp>
          <p:nvSpPr>
            <p:cNvPr id="347" name="TextBox 346">
              <a:extLst>
                <a:ext uri="{FF2B5EF4-FFF2-40B4-BE49-F238E27FC236}">
                  <a16:creationId xmlns:a16="http://schemas.microsoft.com/office/drawing/2014/main" id="{EC992A8F-4665-4C94-B0A7-18A9DCDAEE68}"/>
                </a:ext>
              </a:extLst>
            </p:cNvPr>
            <p:cNvSpPr txBox="1"/>
            <p:nvPr/>
          </p:nvSpPr>
          <p:spPr>
            <a:xfrm>
              <a:off x="11976910" y="4307805"/>
              <a:ext cx="407687" cy="369332"/>
            </a:xfrm>
            <a:prstGeom prst="rect">
              <a:avLst/>
            </a:prstGeom>
            <a:noFill/>
          </p:spPr>
          <p:txBody>
            <a:bodyPr wrap="square">
              <a:spAutoFit/>
            </a:bodyPr>
            <a:lstStyle/>
            <a:p>
              <a:r>
                <a:rPr lang="en-US" dirty="0">
                  <a:latin typeface="Consolas" panose="020B0609020204030204" pitchFamily="49" charset="0"/>
                </a:rPr>
                <a:t>m</a:t>
              </a:r>
              <a:r>
                <a:rPr lang="en-US" baseline="-25000" dirty="0">
                  <a:latin typeface="Consolas" panose="020B0609020204030204" pitchFamily="49" charset="0"/>
                </a:rPr>
                <a:t>2</a:t>
              </a:r>
            </a:p>
          </p:txBody>
        </p:sp>
        <p:sp>
          <p:nvSpPr>
            <p:cNvPr id="348" name="TextBox 347">
              <a:extLst>
                <a:ext uri="{FF2B5EF4-FFF2-40B4-BE49-F238E27FC236}">
                  <a16:creationId xmlns:a16="http://schemas.microsoft.com/office/drawing/2014/main" id="{EEA6F165-38C6-4DE7-B466-F99490E64891}"/>
                </a:ext>
              </a:extLst>
            </p:cNvPr>
            <p:cNvSpPr txBox="1"/>
            <p:nvPr/>
          </p:nvSpPr>
          <p:spPr>
            <a:xfrm>
              <a:off x="11983819" y="3369997"/>
              <a:ext cx="407687" cy="369332"/>
            </a:xfrm>
            <a:prstGeom prst="rect">
              <a:avLst/>
            </a:prstGeom>
            <a:noFill/>
          </p:spPr>
          <p:txBody>
            <a:bodyPr wrap="square">
              <a:spAutoFit/>
            </a:bodyPr>
            <a:lstStyle/>
            <a:p>
              <a:r>
                <a:rPr lang="en-US" dirty="0">
                  <a:latin typeface="Consolas" panose="020B0609020204030204" pitchFamily="49" charset="0"/>
                </a:rPr>
                <a:t>m</a:t>
              </a:r>
              <a:r>
                <a:rPr lang="en-US" baseline="-25000" dirty="0">
                  <a:latin typeface="Consolas" panose="020B0609020204030204" pitchFamily="49" charset="0"/>
                </a:rPr>
                <a:t>3</a:t>
              </a:r>
            </a:p>
          </p:txBody>
        </p:sp>
      </p:grpSp>
      <p:sp>
        <p:nvSpPr>
          <p:cNvPr id="349" name="TextBox 348">
            <a:extLst>
              <a:ext uri="{FF2B5EF4-FFF2-40B4-BE49-F238E27FC236}">
                <a16:creationId xmlns:a16="http://schemas.microsoft.com/office/drawing/2014/main" id="{DC182F6A-75E4-4390-A1D5-E9557A90FD95}"/>
              </a:ext>
            </a:extLst>
          </p:cNvPr>
          <p:cNvSpPr txBox="1"/>
          <p:nvPr/>
        </p:nvSpPr>
        <p:spPr>
          <a:xfrm>
            <a:off x="392561" y="1254882"/>
            <a:ext cx="1823078" cy="369332"/>
          </a:xfrm>
          <a:prstGeom prst="rect">
            <a:avLst/>
          </a:prstGeom>
          <a:noFill/>
          <a:ln>
            <a:solidFill>
              <a:schemeClr val="tx1"/>
            </a:solidFill>
          </a:ln>
        </p:spPr>
        <p:txBody>
          <a:bodyPr wrap="square">
            <a:spAutoFit/>
          </a:bodyPr>
          <a:lstStyle/>
          <a:p>
            <a:pPr algn="ctr"/>
            <a:r>
              <a:rPr lang="en-US" dirty="0">
                <a:solidFill>
                  <a:srgbClr val="000000"/>
                </a:solidFill>
                <a:latin typeface="Consolas" panose="020B0609020204030204" pitchFamily="49" charset="0"/>
              </a:rPr>
              <a:t>hole(he = </a:t>
            </a:r>
            <a:r>
              <a:rPr lang="en-US" dirty="0">
                <a:solidFill>
                  <a:srgbClr val="FF0000"/>
                </a:solidFill>
                <a:latin typeface="Consolas" panose="020B0609020204030204" pitchFamily="49" charset="0"/>
              </a:rPr>
              <a:t>b</a:t>
            </a:r>
            <a:r>
              <a:rPr lang="en-US" baseline="-25000" dirty="0">
                <a:solidFill>
                  <a:srgbClr val="FF0000"/>
                </a:solidFill>
                <a:latin typeface="Consolas" panose="020B0609020204030204" pitchFamily="49" charset="0"/>
              </a:rPr>
              <a:t>0</a:t>
            </a:r>
            <a:r>
              <a:rPr lang="en-US" dirty="0">
                <a:solidFill>
                  <a:srgbClr val="000000"/>
                </a:solidFill>
                <a:latin typeface="Consolas" panose="020B0609020204030204" pitchFamily="49" charset="0"/>
              </a:rPr>
              <a:t>)</a:t>
            </a:r>
          </a:p>
        </p:txBody>
      </p:sp>
      <p:sp>
        <p:nvSpPr>
          <p:cNvPr id="350" name="TextBox 349">
            <a:extLst>
              <a:ext uri="{FF2B5EF4-FFF2-40B4-BE49-F238E27FC236}">
                <a16:creationId xmlns:a16="http://schemas.microsoft.com/office/drawing/2014/main" id="{45D099E7-A3B0-4C0A-9C56-FD87BD8FCB07}"/>
              </a:ext>
            </a:extLst>
          </p:cNvPr>
          <p:cNvSpPr txBox="1"/>
          <p:nvPr/>
        </p:nvSpPr>
        <p:spPr>
          <a:xfrm>
            <a:off x="5147481" y="825825"/>
            <a:ext cx="1783661" cy="369332"/>
          </a:xfrm>
          <a:prstGeom prst="rect">
            <a:avLst/>
          </a:prstGeom>
          <a:noFill/>
          <a:ln>
            <a:solidFill>
              <a:schemeClr val="tx1"/>
            </a:solidFill>
          </a:ln>
        </p:spPr>
        <p:txBody>
          <a:bodyPr wrap="square">
            <a:spAutoFit/>
          </a:bodyPr>
          <a:lstStyle/>
          <a:p>
            <a:r>
              <a:rPr lang="en-US" dirty="0">
                <a:solidFill>
                  <a:srgbClr val="000000"/>
                </a:solidFill>
                <a:latin typeface="Consolas" panose="020B0609020204030204" pitchFamily="49" charset="0"/>
              </a:rPr>
              <a:t>hole(he = </a:t>
            </a:r>
            <a:r>
              <a:rPr lang="en-US" dirty="0">
                <a:solidFill>
                  <a:srgbClr val="FF0000"/>
                </a:solidFill>
                <a:latin typeface="Consolas" panose="020B0609020204030204" pitchFamily="49" charset="0"/>
              </a:rPr>
              <a:t>c</a:t>
            </a:r>
            <a:r>
              <a:rPr lang="en-US" baseline="-25000" dirty="0">
                <a:solidFill>
                  <a:srgbClr val="FF0000"/>
                </a:solidFill>
                <a:latin typeface="Consolas" panose="020B0609020204030204" pitchFamily="49" charset="0"/>
              </a:rPr>
              <a:t>0</a:t>
            </a:r>
            <a:r>
              <a:rPr lang="en-US" dirty="0">
                <a:solidFill>
                  <a:srgbClr val="000000"/>
                </a:solidFill>
                <a:latin typeface="Consolas" panose="020B0609020204030204" pitchFamily="49" charset="0"/>
              </a:rPr>
              <a:t>)</a:t>
            </a:r>
          </a:p>
        </p:txBody>
      </p:sp>
      <p:sp>
        <p:nvSpPr>
          <p:cNvPr id="351" name="TextBox 350">
            <a:extLst>
              <a:ext uri="{FF2B5EF4-FFF2-40B4-BE49-F238E27FC236}">
                <a16:creationId xmlns:a16="http://schemas.microsoft.com/office/drawing/2014/main" id="{8A64387A-D4FC-47C8-8400-18041A05601E}"/>
              </a:ext>
            </a:extLst>
          </p:cNvPr>
          <p:cNvSpPr txBox="1"/>
          <p:nvPr/>
        </p:nvSpPr>
        <p:spPr>
          <a:xfrm>
            <a:off x="5147481" y="1263279"/>
            <a:ext cx="1783661" cy="369332"/>
          </a:xfrm>
          <a:prstGeom prst="rect">
            <a:avLst/>
          </a:prstGeom>
          <a:noFill/>
          <a:ln>
            <a:solidFill>
              <a:schemeClr val="tx1"/>
            </a:solidFill>
          </a:ln>
        </p:spPr>
        <p:txBody>
          <a:bodyPr wrap="square">
            <a:spAutoFit/>
          </a:bodyPr>
          <a:lstStyle/>
          <a:p>
            <a:r>
              <a:rPr lang="en-US" dirty="0">
                <a:solidFill>
                  <a:srgbClr val="000000"/>
                </a:solidFill>
                <a:latin typeface="Consolas" panose="020B0609020204030204" pitchFamily="49" charset="0"/>
              </a:rPr>
              <a:t>hole(he = </a:t>
            </a:r>
            <a:r>
              <a:rPr lang="en-US" dirty="0">
                <a:solidFill>
                  <a:srgbClr val="FF0000"/>
                </a:solidFill>
                <a:latin typeface="Consolas" panose="020B0609020204030204" pitchFamily="49" charset="0"/>
              </a:rPr>
              <a:t>d</a:t>
            </a:r>
            <a:r>
              <a:rPr lang="en-US" baseline="-25000" dirty="0">
                <a:solidFill>
                  <a:srgbClr val="FF0000"/>
                </a:solidFill>
                <a:latin typeface="Consolas" panose="020B0609020204030204" pitchFamily="49" charset="0"/>
              </a:rPr>
              <a:t>0</a:t>
            </a:r>
            <a:r>
              <a:rPr lang="en-US" dirty="0">
                <a:solidFill>
                  <a:srgbClr val="000000"/>
                </a:solidFill>
                <a:latin typeface="Consolas" panose="020B0609020204030204" pitchFamily="49" charset="0"/>
              </a:rPr>
              <a:t>)</a:t>
            </a:r>
          </a:p>
        </p:txBody>
      </p:sp>
      <p:sp>
        <p:nvSpPr>
          <p:cNvPr id="352" name="TextBox 351">
            <a:extLst>
              <a:ext uri="{FF2B5EF4-FFF2-40B4-BE49-F238E27FC236}">
                <a16:creationId xmlns:a16="http://schemas.microsoft.com/office/drawing/2014/main" id="{0CAC6808-CF2B-42E9-9151-0C9AD4E179D1}"/>
              </a:ext>
            </a:extLst>
          </p:cNvPr>
          <p:cNvSpPr txBox="1"/>
          <p:nvPr/>
        </p:nvSpPr>
        <p:spPr>
          <a:xfrm>
            <a:off x="425210" y="5544707"/>
            <a:ext cx="13212206" cy="830997"/>
          </a:xfrm>
          <a:prstGeom prst="rect">
            <a:avLst/>
          </a:prstGeom>
          <a:ln w="19050">
            <a:solidFill>
              <a:schemeClr val="tx1"/>
            </a:solidFill>
          </a:ln>
        </p:spPr>
        <p:style>
          <a:lnRef idx="1">
            <a:schemeClr val="accent1"/>
          </a:lnRef>
          <a:fillRef idx="3">
            <a:schemeClr val="accent1"/>
          </a:fillRef>
          <a:effectRef idx="2">
            <a:schemeClr val="accent1"/>
          </a:effectRef>
          <a:fontRef idx="minor">
            <a:schemeClr val="lt1"/>
          </a:fontRef>
        </p:style>
        <p:txBody>
          <a:bodyPr wrap="square">
            <a:spAutoFit/>
          </a:bodyPr>
          <a:lstStyle/>
          <a:p>
            <a:pPr algn="just"/>
            <a:r>
              <a:rPr lang="en-US" sz="1200" dirty="0">
                <a:latin typeface="Consolas" panose="020B0609020204030204" pitchFamily="49" charset="0"/>
              </a:rPr>
              <a:t>When the vertex has no duplication, a hole should be inserted. The incident vertex (B and C) is always duplicated. If there is no hole yet, the edge in the interface element is also duplicated for the new two vertices. The elements are reindexed considering their respective half-edges. When a hole is already present, it is necessary to classify the edges connecting to vertex into two groups and add them to the respective vertices. It seems that the procedure to separate them here is very similar to the previous operator. Whenever a new edge is opened, the hole increases in number of vertices by one.</a:t>
            </a:r>
          </a:p>
        </p:txBody>
      </p:sp>
      <p:sp>
        <p:nvSpPr>
          <p:cNvPr id="353" name="Oval 352">
            <a:extLst>
              <a:ext uri="{FF2B5EF4-FFF2-40B4-BE49-F238E27FC236}">
                <a16:creationId xmlns:a16="http://schemas.microsoft.com/office/drawing/2014/main" id="{29868C6C-E983-4897-B6AC-C156003442A2}"/>
              </a:ext>
            </a:extLst>
          </p:cNvPr>
          <p:cNvSpPr/>
          <p:nvPr/>
        </p:nvSpPr>
        <p:spPr>
          <a:xfrm>
            <a:off x="12154985" y="307705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a:t>
            </a:r>
            <a:endParaRPr lang="en-US" dirty="0"/>
          </a:p>
        </p:txBody>
      </p:sp>
    </p:spTree>
    <p:extLst>
      <p:ext uri="{BB962C8B-B14F-4D97-AF65-F5344CB8AC3E}">
        <p14:creationId xmlns:p14="http://schemas.microsoft.com/office/powerpoint/2010/main" val="18423585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503A07-0117-4081-A30C-D1624E0122FE}"/>
              </a:ext>
            </a:extLst>
          </p:cNvPr>
          <p:cNvSpPr>
            <a:spLocks noGrp="1"/>
          </p:cNvSpPr>
          <p:nvPr>
            <p:ph type="title"/>
          </p:nvPr>
        </p:nvSpPr>
        <p:spPr/>
        <p:txBody>
          <a:bodyPr/>
          <a:lstStyle/>
          <a:p>
            <a:r>
              <a:rPr lang="en-US" dirty="0"/>
              <a:t>Operators: Hole</a:t>
            </a:r>
          </a:p>
        </p:txBody>
      </p:sp>
      <p:sp>
        <p:nvSpPr>
          <p:cNvPr id="5" name="Espaço Reservado para Conteúdo 4"/>
          <p:cNvSpPr>
            <a:spLocks noGrp="1"/>
          </p:cNvSpPr>
          <p:nvPr>
            <p:ph idx="1"/>
          </p:nvPr>
        </p:nvSpPr>
        <p:spPr>
          <a:xfrm>
            <a:off x="569574" y="899206"/>
            <a:ext cx="13601232" cy="5456770"/>
          </a:xfrm>
        </p:spPr>
        <p:txBody>
          <a:bodyPr/>
          <a:lstStyle/>
          <a:p>
            <a:pPr algn="just"/>
            <a:r>
              <a:rPr lang="en-US" sz="2200" dirty="0"/>
              <a:t>The </a:t>
            </a:r>
            <a:r>
              <a:rPr lang="en-US" sz="2200" b="1" dirty="0"/>
              <a:t>Hole Operator </a:t>
            </a:r>
            <a:r>
              <a:rPr lang="en-US" sz="2200" dirty="0"/>
              <a:t>should be applied when the vertex is already part of an interface element, but there is no available vertex to be used. In this cases, a vertex will be duplicated, no collapsed edge will be created and a hole will be inserted.</a:t>
            </a:r>
            <a:endParaRPr lang="en-US" sz="1777" dirty="0"/>
          </a:p>
          <a:p>
            <a:pPr marL="0" indent="0" algn="just">
              <a:buNone/>
            </a:pPr>
            <a:endParaRPr lang="en-US" sz="2200" b="1" dirty="0"/>
          </a:p>
          <a:p>
            <a:pPr algn="just"/>
            <a:r>
              <a:rPr lang="en-US" sz="2200" dirty="0"/>
              <a:t>The vertex duplication creates a new edge. The both edge’s vertices should be handled as in </a:t>
            </a:r>
            <a:r>
              <a:rPr lang="en-US" sz="2200" b="1" dirty="0"/>
              <a:t>Expand Collapsed Edge Operator</a:t>
            </a:r>
            <a:r>
              <a:rPr lang="en-US" sz="2200" dirty="0"/>
              <a:t>, i.e., the connected edges should be divided into two groups and these groups should be connected to the resulting vertices.</a:t>
            </a:r>
            <a:endParaRPr lang="en-US" sz="2200" b="1" dirty="0"/>
          </a:p>
        </p:txBody>
      </p:sp>
    </p:spTree>
    <p:extLst>
      <p:ext uri="{BB962C8B-B14F-4D97-AF65-F5344CB8AC3E}">
        <p14:creationId xmlns:p14="http://schemas.microsoft.com/office/powerpoint/2010/main" val="41319186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503A07-0117-4081-A30C-D1624E0122FE}"/>
              </a:ext>
            </a:extLst>
          </p:cNvPr>
          <p:cNvSpPr>
            <a:spLocks noGrp="1"/>
          </p:cNvSpPr>
          <p:nvPr>
            <p:ph type="title"/>
          </p:nvPr>
        </p:nvSpPr>
        <p:spPr/>
        <p:txBody>
          <a:bodyPr/>
          <a:lstStyle/>
          <a:p>
            <a:r>
              <a:rPr lang="en-US" dirty="0"/>
              <a:t>Operators: Hole</a:t>
            </a:r>
          </a:p>
        </p:txBody>
      </p:sp>
      <p:sp>
        <p:nvSpPr>
          <p:cNvPr id="6" name="TextBox 5">
            <a:extLst>
              <a:ext uri="{FF2B5EF4-FFF2-40B4-BE49-F238E27FC236}">
                <a16:creationId xmlns:a16="http://schemas.microsoft.com/office/drawing/2014/main" id="{D9A90213-291E-44C5-8C09-9C5AE710EA85}"/>
              </a:ext>
            </a:extLst>
          </p:cNvPr>
          <p:cNvSpPr txBox="1"/>
          <p:nvPr/>
        </p:nvSpPr>
        <p:spPr>
          <a:xfrm>
            <a:off x="457578" y="1218278"/>
            <a:ext cx="13819610" cy="4154984"/>
          </a:xfrm>
          <a:prstGeom prst="rect">
            <a:avLst/>
          </a:prstGeom>
          <a:ln w="19050">
            <a:solidFill>
              <a:schemeClr val="tx1"/>
            </a:solidFill>
          </a:ln>
        </p:spPr>
        <p:style>
          <a:lnRef idx="1">
            <a:schemeClr val="accent1"/>
          </a:lnRef>
          <a:fillRef idx="3">
            <a:schemeClr val="accent1"/>
          </a:fillRef>
          <a:effectRef idx="2">
            <a:schemeClr val="accent1"/>
          </a:effectRef>
          <a:fontRef idx="minor">
            <a:schemeClr val="lt1"/>
          </a:fontRef>
        </p:style>
        <p:txBody>
          <a:bodyPr wrap="square">
            <a:spAutoFit/>
          </a:bodyPr>
          <a:lstStyle/>
          <a:p>
            <a:pPr algn="just"/>
            <a:r>
              <a:rPr lang="en-US" sz="1200" dirty="0">
                <a:latin typeface="Consolas" panose="020B0609020204030204" pitchFamily="49" charset="0"/>
              </a:rPr>
              <a:t>Although the process splits an edge creating a new element, the decision about the right procedure should be taken considering the vertices. There are four operation that can be executed depending on the vertex V condition:</a:t>
            </a:r>
          </a:p>
          <a:p>
            <a:pPr algn="just"/>
            <a:endParaRPr lang="en-US" sz="1200" dirty="0">
              <a:latin typeface="Consolas" panose="020B0609020204030204" pitchFamily="49" charset="0"/>
            </a:endParaRPr>
          </a:p>
          <a:p>
            <a:pPr marL="228600" indent="-228600" algn="just">
              <a:buAutoNum type="arabicParenR"/>
            </a:pPr>
            <a:r>
              <a:rPr lang="en-US" sz="1200" b="1" dirty="0">
                <a:latin typeface="Consolas" panose="020B0609020204030204" pitchFamily="49" charset="0"/>
              </a:rPr>
              <a:t>A vertex is not part of any interface element: </a:t>
            </a:r>
            <a:r>
              <a:rPr lang="en-US" sz="1200" dirty="0">
                <a:latin typeface="Consolas" panose="020B0609020204030204" pitchFamily="49" charset="0"/>
              </a:rPr>
              <a:t>this is the first operation involving V. It should be duplicated by the </a:t>
            </a:r>
            <a:r>
              <a:rPr lang="en-US" sz="1200" b="1" dirty="0">
                <a:solidFill>
                  <a:srgbClr val="FFFF00"/>
                </a:solidFill>
                <a:latin typeface="Consolas" panose="020B0609020204030204" pitchFamily="49" charset="0"/>
              </a:rPr>
              <a:t>Canonical Operator</a:t>
            </a:r>
            <a:r>
              <a:rPr lang="en-US" sz="1200" b="1" dirty="0">
                <a:latin typeface="Consolas" panose="020B0609020204030204" pitchFamily="49" charset="0"/>
              </a:rPr>
              <a:t>. </a:t>
            </a:r>
            <a:r>
              <a:rPr lang="en-US" sz="1200" dirty="0">
                <a:latin typeface="Consolas" panose="020B0609020204030204" pitchFamily="49" charset="0"/>
              </a:rPr>
              <a:t>If the vertex V is internal to the mesh, the inserted element will have a collapsed in V. On the other hand, if V is on the mesh border, a new vertex should be created in the geometry and used in the new interface element. In this case, no collapsed edge is necessary.</a:t>
            </a:r>
          </a:p>
          <a:p>
            <a:pPr marL="228600" indent="-228600" algn="just">
              <a:buAutoNum type="arabicParenR"/>
            </a:pPr>
            <a:endParaRPr lang="en-US" sz="1200" b="1" dirty="0">
              <a:latin typeface="Consolas" panose="020B0609020204030204" pitchFamily="49" charset="0"/>
            </a:endParaRPr>
          </a:p>
          <a:p>
            <a:pPr marL="228600" indent="-228600" algn="just">
              <a:buAutoNum type="arabicParenR"/>
            </a:pPr>
            <a:r>
              <a:rPr lang="en-US" sz="1200" b="1" dirty="0">
                <a:latin typeface="Consolas" panose="020B0609020204030204" pitchFamily="49" charset="0"/>
              </a:rPr>
              <a:t>A vertex is part of an interface element and it is duplicated:</a:t>
            </a:r>
          </a:p>
          <a:p>
            <a:pPr marL="685800" lvl="1" indent="-228600" algn="just">
              <a:buFont typeface="+mj-lt"/>
              <a:buAutoNum type="alphaLcParenR"/>
            </a:pPr>
            <a:r>
              <a:rPr lang="en-US" sz="1200" b="1" dirty="0">
                <a:latin typeface="Consolas" panose="020B0609020204030204" pitchFamily="49" charset="0"/>
              </a:rPr>
              <a:t>There is an outcome edge from the vertex that shares an element with the edge being spitted: </a:t>
            </a:r>
            <a:r>
              <a:rPr lang="en-US" sz="1200" dirty="0">
                <a:latin typeface="Consolas" panose="020B0609020204030204" pitchFamily="49" charset="0"/>
              </a:rPr>
              <a:t>the duplicated vertex should be placed inside the shared element by the </a:t>
            </a:r>
            <a:r>
              <a:rPr lang="en-US" sz="1200" b="1" dirty="0">
                <a:solidFill>
                  <a:srgbClr val="FFFF00"/>
                </a:solidFill>
                <a:latin typeface="Consolas" panose="020B0609020204030204" pitchFamily="49" charset="0"/>
              </a:rPr>
              <a:t>Split Element Operator</a:t>
            </a:r>
            <a:r>
              <a:rPr lang="en-US" sz="1200" dirty="0">
                <a:latin typeface="Consolas" panose="020B0609020204030204" pitchFamily="49" charset="0"/>
              </a:rPr>
              <a:t>. The half-edge from the identified vertex should be used to index the new created vertex in shared and new elements.</a:t>
            </a:r>
            <a:endParaRPr lang="en-US" sz="1200" b="1" dirty="0">
              <a:latin typeface="Consolas" panose="020B0609020204030204" pitchFamily="49" charset="0"/>
            </a:endParaRPr>
          </a:p>
          <a:p>
            <a:pPr marL="685800" lvl="1" indent="-228600" algn="just">
              <a:buFont typeface="+mj-lt"/>
              <a:buAutoNum type="alphaLcParenR"/>
            </a:pPr>
            <a:endParaRPr lang="en-US" sz="1200" b="1" dirty="0">
              <a:latin typeface="Consolas" panose="020B0609020204030204" pitchFamily="49" charset="0"/>
            </a:endParaRPr>
          </a:p>
          <a:p>
            <a:pPr marL="685800" lvl="1" indent="-228600" algn="just">
              <a:buFont typeface="+mj-lt"/>
              <a:buAutoNum type="alphaLcParenR"/>
            </a:pPr>
            <a:r>
              <a:rPr lang="en-US" sz="1200" b="1" dirty="0">
                <a:latin typeface="Consolas" panose="020B0609020204030204" pitchFamily="49" charset="0"/>
              </a:rPr>
              <a:t>There is not face being shared: </a:t>
            </a:r>
            <a:r>
              <a:rPr lang="en-US" sz="1200" dirty="0">
                <a:latin typeface="Consolas" panose="020B0609020204030204" pitchFamily="49" charset="0"/>
              </a:rPr>
              <a:t>with no face in common, it should be applied the </a:t>
            </a:r>
            <a:r>
              <a:rPr lang="en-US" sz="1200" b="1" dirty="0">
                <a:solidFill>
                  <a:srgbClr val="FFFF00"/>
                </a:solidFill>
                <a:latin typeface="Consolas" panose="020B0609020204030204" pitchFamily="49" charset="0"/>
              </a:rPr>
              <a:t>Expand Collapsed Edge Operator</a:t>
            </a:r>
            <a:r>
              <a:rPr lang="en-US" sz="1200" dirty="0">
                <a:latin typeface="Consolas" panose="020B0609020204030204" pitchFamily="49" charset="0"/>
              </a:rPr>
              <a:t>, which is an extension of </a:t>
            </a:r>
            <a:r>
              <a:rPr lang="en-US" sz="1200" b="1" dirty="0">
                <a:solidFill>
                  <a:srgbClr val="FFFF00"/>
                </a:solidFill>
                <a:latin typeface="Consolas" panose="020B0609020204030204" pitchFamily="49" charset="0"/>
              </a:rPr>
              <a:t>Canonical Operator</a:t>
            </a:r>
            <a:r>
              <a:rPr lang="en-US" sz="1200" dirty="0">
                <a:latin typeface="Consolas" panose="020B0609020204030204" pitchFamily="49" charset="0"/>
              </a:rPr>
              <a:t>. The collapsed edge should be opened and the edges connected to V should be divided in two groups to be reconnected to each one of the resulting two vertices.</a:t>
            </a:r>
            <a:endParaRPr lang="en-US" sz="1200" b="1" dirty="0">
              <a:latin typeface="Consolas" panose="020B0609020204030204" pitchFamily="49" charset="0"/>
            </a:endParaRPr>
          </a:p>
          <a:p>
            <a:pPr marL="685800" lvl="1" indent="-228600" algn="just">
              <a:buFont typeface="+mj-lt"/>
              <a:buAutoNum type="alphaLcParenR"/>
            </a:pPr>
            <a:endParaRPr lang="en-US" sz="1200" b="1" dirty="0">
              <a:latin typeface="Consolas" panose="020B0609020204030204" pitchFamily="49" charset="0"/>
            </a:endParaRPr>
          </a:p>
          <a:p>
            <a:pPr marL="685800" lvl="1" indent="-228600" algn="just">
              <a:buFont typeface="+mj-lt"/>
              <a:buAutoNum type="alphaLcParenR"/>
            </a:pPr>
            <a:endParaRPr lang="en-US" sz="1200" b="1" dirty="0">
              <a:latin typeface="Consolas" panose="020B0609020204030204" pitchFamily="49" charset="0"/>
            </a:endParaRPr>
          </a:p>
          <a:p>
            <a:pPr marL="228600" indent="-228600" algn="just">
              <a:buAutoNum type="arabicParenR"/>
            </a:pPr>
            <a:r>
              <a:rPr lang="en-US" sz="1200" b="1" dirty="0">
                <a:latin typeface="Consolas" panose="020B0609020204030204" pitchFamily="49" charset="0"/>
              </a:rPr>
              <a:t>The vertex is part of an interface element, but is not duplicated: </a:t>
            </a:r>
            <a:r>
              <a:rPr lang="en-US" sz="1200" dirty="0">
                <a:latin typeface="Consolas" panose="020B0609020204030204" pitchFamily="49" charset="0"/>
              </a:rPr>
              <a:t>this condition will open a hole, inserted by the </a:t>
            </a:r>
            <a:r>
              <a:rPr lang="en-US" sz="1200" b="1" dirty="0">
                <a:solidFill>
                  <a:srgbClr val="FFFF00"/>
                </a:solidFill>
                <a:latin typeface="Consolas" panose="020B0609020204030204" pitchFamily="49" charset="0"/>
              </a:rPr>
              <a:t>Hole Operator</a:t>
            </a:r>
            <a:r>
              <a:rPr lang="en-US" sz="1200" dirty="0">
                <a:latin typeface="Consolas" panose="020B0609020204030204" pitchFamily="49" charset="0"/>
              </a:rPr>
              <a:t>. V will be duplicated not only the topology, but also in the geometry. If V is not part of a hole yet, the edge in the interface element is also duplicated for the new two vertices. This duplication will open a hole in a triangular shape. The elements are reindexed considering their respective half-edges. When a hole is already present, it is necessary to classify the edges connecting to vertex into two groups and add them to the respective vertices after the vertex duplication. It seems that the procedure to separate them here is very similar to the previous operator. Whenever a new edge is opened, the hole increases in number of vertices by one.</a:t>
            </a:r>
            <a:endParaRPr lang="en-US" sz="1200" b="1" dirty="0">
              <a:latin typeface="Consolas" panose="020B0609020204030204" pitchFamily="49" charset="0"/>
            </a:endParaRPr>
          </a:p>
        </p:txBody>
      </p:sp>
    </p:spTree>
    <p:extLst>
      <p:ext uri="{BB962C8B-B14F-4D97-AF65-F5344CB8AC3E}">
        <p14:creationId xmlns:p14="http://schemas.microsoft.com/office/powerpoint/2010/main" val="6888537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503A07-0117-4081-A30C-D1624E0122FE}"/>
              </a:ext>
            </a:extLst>
          </p:cNvPr>
          <p:cNvSpPr>
            <a:spLocks noGrp="1"/>
          </p:cNvSpPr>
          <p:nvPr>
            <p:ph type="title"/>
          </p:nvPr>
        </p:nvSpPr>
        <p:spPr/>
        <p:txBody>
          <a:bodyPr/>
          <a:lstStyle/>
          <a:p>
            <a:r>
              <a:rPr lang="en-US" dirty="0"/>
              <a:t>The problem is on the vertices</a:t>
            </a:r>
          </a:p>
        </p:txBody>
      </p:sp>
      <p:sp>
        <p:nvSpPr>
          <p:cNvPr id="5" name="Espaço Reservado para Conteúdo 4"/>
          <p:cNvSpPr>
            <a:spLocks noGrp="1"/>
          </p:cNvSpPr>
          <p:nvPr>
            <p:ph idx="1"/>
          </p:nvPr>
        </p:nvSpPr>
        <p:spPr>
          <a:xfrm>
            <a:off x="569574" y="899206"/>
            <a:ext cx="13601232" cy="5456770"/>
          </a:xfrm>
        </p:spPr>
        <p:txBody>
          <a:bodyPr/>
          <a:lstStyle/>
          <a:p>
            <a:pPr algn="just"/>
            <a:r>
              <a:rPr lang="en-US" sz="2200" dirty="0"/>
              <a:t>Although the problem is </a:t>
            </a:r>
            <a:r>
              <a:rPr lang="en-US" sz="2200" b="1" dirty="0"/>
              <a:t>splitting</a:t>
            </a:r>
            <a:r>
              <a:rPr lang="en-US" sz="2200" dirty="0"/>
              <a:t> </a:t>
            </a:r>
            <a:r>
              <a:rPr lang="en-US" sz="2200" b="1" dirty="0"/>
              <a:t>edges (or faces) </a:t>
            </a:r>
            <a:r>
              <a:rPr lang="en-US" sz="2200" dirty="0"/>
              <a:t>and </a:t>
            </a:r>
            <a:r>
              <a:rPr lang="en-US" sz="2200" b="1" dirty="0"/>
              <a:t>creating new elements</a:t>
            </a:r>
            <a:r>
              <a:rPr lang="en-US" sz="2200" dirty="0"/>
              <a:t>, all the operators are designed to work on to vertices. This property is desired in order to be easily translated to 3D.</a:t>
            </a:r>
          </a:p>
          <a:p>
            <a:pPr algn="just"/>
            <a:r>
              <a:rPr lang="en-US" sz="2200" b="1" dirty="0"/>
              <a:t>What happens in the middle? </a:t>
            </a:r>
            <a:r>
              <a:rPr lang="en-US" sz="2200" dirty="0"/>
              <a:t>The two edges in the middle requires the same updates for all operators:</a:t>
            </a:r>
            <a:endParaRPr lang="en-US" sz="2200" b="1" dirty="0"/>
          </a:p>
        </p:txBody>
      </p:sp>
      <p:grpSp>
        <p:nvGrpSpPr>
          <p:cNvPr id="4" name="Group 3">
            <a:extLst>
              <a:ext uri="{FF2B5EF4-FFF2-40B4-BE49-F238E27FC236}">
                <a16:creationId xmlns:a16="http://schemas.microsoft.com/office/drawing/2014/main" id="{803DDCD2-1D56-4F11-A99E-9BD0BCF36C68}"/>
              </a:ext>
            </a:extLst>
          </p:cNvPr>
          <p:cNvGrpSpPr/>
          <p:nvPr/>
        </p:nvGrpSpPr>
        <p:grpSpPr>
          <a:xfrm>
            <a:off x="103410" y="2059620"/>
            <a:ext cx="2055102" cy="4391956"/>
            <a:chOff x="2898260" y="1145220"/>
            <a:chExt cx="2055102" cy="4391956"/>
          </a:xfrm>
        </p:grpSpPr>
        <p:cxnSp>
          <p:nvCxnSpPr>
            <p:cNvPr id="6" name="Straight Connector 5">
              <a:extLst>
                <a:ext uri="{FF2B5EF4-FFF2-40B4-BE49-F238E27FC236}">
                  <a16:creationId xmlns:a16="http://schemas.microsoft.com/office/drawing/2014/main" id="{C7557AC0-E525-41A4-BF43-9E93857A3162}"/>
                </a:ext>
              </a:extLst>
            </p:cNvPr>
            <p:cNvCxnSpPr>
              <a:cxnSpLocks/>
            </p:cNvCxnSpPr>
            <p:nvPr/>
          </p:nvCxnSpPr>
          <p:spPr>
            <a:xfrm rot="18900000">
              <a:off x="4458395" y="4743426"/>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5565F2F4-7A9F-4769-9CE1-1A596FAD63CD}"/>
                </a:ext>
              </a:extLst>
            </p:cNvPr>
            <p:cNvCxnSpPr>
              <a:cxnSpLocks/>
            </p:cNvCxnSpPr>
            <p:nvPr/>
          </p:nvCxnSpPr>
          <p:spPr>
            <a:xfrm rot="2700000">
              <a:off x="3295135" y="4743427"/>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BB7D9966-B453-4019-8605-4C7353C81AC0}"/>
                </a:ext>
              </a:extLst>
            </p:cNvPr>
            <p:cNvCxnSpPr>
              <a:cxnSpLocks/>
            </p:cNvCxnSpPr>
            <p:nvPr/>
          </p:nvCxnSpPr>
          <p:spPr>
            <a:xfrm rot="2700000">
              <a:off x="4458395" y="1145219"/>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E5B628A0-95CA-43AC-AC66-A282E124D423}"/>
                </a:ext>
              </a:extLst>
            </p:cNvPr>
            <p:cNvCxnSpPr>
              <a:cxnSpLocks/>
            </p:cNvCxnSpPr>
            <p:nvPr/>
          </p:nvCxnSpPr>
          <p:spPr>
            <a:xfrm rot="18900000">
              <a:off x="3297849" y="1145220"/>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10" name="Rectangle 9">
              <a:extLst>
                <a:ext uri="{FF2B5EF4-FFF2-40B4-BE49-F238E27FC236}">
                  <a16:creationId xmlns:a16="http://schemas.microsoft.com/office/drawing/2014/main" id="{DBC15465-D4A4-43A4-A466-3DCF285B8871}"/>
                </a:ext>
              </a:extLst>
            </p:cNvPr>
            <p:cNvSpPr/>
            <p:nvPr/>
          </p:nvSpPr>
          <p:spPr>
            <a:xfrm>
              <a:off x="3581599" y="1822728"/>
              <a:ext cx="595051" cy="3026833"/>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1" name="Oval 10">
              <a:extLst>
                <a:ext uri="{FF2B5EF4-FFF2-40B4-BE49-F238E27FC236}">
                  <a16:creationId xmlns:a16="http://schemas.microsoft.com/office/drawing/2014/main" id="{17DEFCC2-4D56-415D-8D34-0F5B6FE3C418}"/>
                </a:ext>
              </a:extLst>
            </p:cNvPr>
            <p:cNvSpPr/>
            <p:nvPr/>
          </p:nvSpPr>
          <p:spPr>
            <a:xfrm>
              <a:off x="4034332" y="1683205"/>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12" name="Oval 11">
              <a:extLst>
                <a:ext uri="{FF2B5EF4-FFF2-40B4-BE49-F238E27FC236}">
                  <a16:creationId xmlns:a16="http://schemas.microsoft.com/office/drawing/2014/main" id="{2A628DE4-7C5C-4BAE-80C1-023DEDE173B1}"/>
                </a:ext>
              </a:extLst>
            </p:cNvPr>
            <p:cNvSpPr/>
            <p:nvPr/>
          </p:nvSpPr>
          <p:spPr>
            <a:xfrm>
              <a:off x="4042179" y="4715090"/>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13" name="Oval 12">
              <a:extLst>
                <a:ext uri="{FF2B5EF4-FFF2-40B4-BE49-F238E27FC236}">
                  <a16:creationId xmlns:a16="http://schemas.microsoft.com/office/drawing/2014/main" id="{CE8E0D2C-6940-4DD3-8D6A-819D33FDB85B}"/>
                </a:ext>
              </a:extLst>
            </p:cNvPr>
            <p:cNvSpPr/>
            <p:nvPr/>
          </p:nvSpPr>
          <p:spPr>
            <a:xfrm>
              <a:off x="3401681" y="4725787"/>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14" name="Oval 13">
              <a:extLst>
                <a:ext uri="{FF2B5EF4-FFF2-40B4-BE49-F238E27FC236}">
                  <a16:creationId xmlns:a16="http://schemas.microsoft.com/office/drawing/2014/main" id="{C49A0709-AC8D-4C6E-973C-484D8D2764DC}"/>
                </a:ext>
              </a:extLst>
            </p:cNvPr>
            <p:cNvSpPr/>
            <p:nvPr/>
          </p:nvSpPr>
          <p:spPr>
            <a:xfrm>
              <a:off x="3433956" y="1685004"/>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15" name="TextBox 14">
              <a:extLst>
                <a:ext uri="{FF2B5EF4-FFF2-40B4-BE49-F238E27FC236}">
                  <a16:creationId xmlns:a16="http://schemas.microsoft.com/office/drawing/2014/main" id="{9BF21EF9-1D85-4BDF-AF61-5545C81BCE99}"/>
                </a:ext>
              </a:extLst>
            </p:cNvPr>
            <p:cNvSpPr txBox="1"/>
            <p:nvPr/>
          </p:nvSpPr>
          <p:spPr>
            <a:xfrm>
              <a:off x="4153990" y="1791670"/>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p>
          </p:txBody>
        </p:sp>
        <p:sp>
          <p:nvSpPr>
            <p:cNvPr id="16" name="TextBox 15">
              <a:extLst>
                <a:ext uri="{FF2B5EF4-FFF2-40B4-BE49-F238E27FC236}">
                  <a16:creationId xmlns:a16="http://schemas.microsoft.com/office/drawing/2014/main" id="{37C85DB9-3486-4D6C-B021-84EB0EDC693E}"/>
                </a:ext>
              </a:extLst>
            </p:cNvPr>
            <p:cNvSpPr txBox="1"/>
            <p:nvPr/>
          </p:nvSpPr>
          <p:spPr>
            <a:xfrm>
              <a:off x="4635646" y="3239727"/>
              <a:ext cx="317716" cy="369332"/>
            </a:xfrm>
            <a:prstGeom prst="rect">
              <a:avLst/>
            </a:prstGeom>
            <a:noFill/>
            <a:ln w="19050">
              <a:solidFill>
                <a:schemeClr val="tx1"/>
              </a:solidFill>
            </a:ln>
          </p:spPr>
          <p:txBody>
            <a:bodyPr wrap="square" rtlCol="0">
              <a:spAutoFit/>
            </a:bodyPr>
            <a:lstStyle/>
            <a:p>
              <a:r>
                <a:rPr lang="pt-BR" dirty="0"/>
                <a:t>A</a:t>
              </a:r>
              <a:endParaRPr lang="en-US" dirty="0"/>
            </a:p>
          </p:txBody>
        </p:sp>
        <p:sp>
          <p:nvSpPr>
            <p:cNvPr id="17" name="TextBox 16">
              <a:extLst>
                <a:ext uri="{FF2B5EF4-FFF2-40B4-BE49-F238E27FC236}">
                  <a16:creationId xmlns:a16="http://schemas.microsoft.com/office/drawing/2014/main" id="{5A2AA2DB-B02A-41F9-83B1-FEB0C2447298}"/>
                </a:ext>
              </a:extLst>
            </p:cNvPr>
            <p:cNvSpPr txBox="1"/>
            <p:nvPr/>
          </p:nvSpPr>
          <p:spPr>
            <a:xfrm>
              <a:off x="2909224" y="3239727"/>
              <a:ext cx="317716" cy="369332"/>
            </a:xfrm>
            <a:prstGeom prst="rect">
              <a:avLst/>
            </a:prstGeom>
            <a:noFill/>
            <a:ln w="19050">
              <a:solidFill>
                <a:schemeClr val="tx1"/>
              </a:solidFill>
            </a:ln>
          </p:spPr>
          <p:txBody>
            <a:bodyPr wrap="square" rtlCol="0">
              <a:spAutoFit/>
            </a:bodyPr>
            <a:lstStyle/>
            <a:p>
              <a:r>
                <a:rPr lang="pt-BR" dirty="0"/>
                <a:t>C</a:t>
              </a:r>
              <a:endParaRPr lang="en-US" dirty="0"/>
            </a:p>
          </p:txBody>
        </p:sp>
        <p:sp>
          <p:nvSpPr>
            <p:cNvPr id="18" name="TextBox 17">
              <a:extLst>
                <a:ext uri="{FF2B5EF4-FFF2-40B4-BE49-F238E27FC236}">
                  <a16:creationId xmlns:a16="http://schemas.microsoft.com/office/drawing/2014/main" id="{639F8D71-71E9-40E9-A099-FDD630383FCC}"/>
                </a:ext>
              </a:extLst>
            </p:cNvPr>
            <p:cNvSpPr txBox="1"/>
            <p:nvPr/>
          </p:nvSpPr>
          <p:spPr>
            <a:xfrm>
              <a:off x="3707101" y="3239727"/>
              <a:ext cx="317716" cy="369332"/>
            </a:xfrm>
            <a:prstGeom prst="rect">
              <a:avLst/>
            </a:prstGeom>
            <a:noFill/>
            <a:ln w="19050">
              <a:solidFill>
                <a:schemeClr val="bg1"/>
              </a:solidFill>
            </a:ln>
          </p:spPr>
          <p:txBody>
            <a:bodyPr wrap="square" rtlCol="0">
              <a:spAutoFit/>
            </a:bodyPr>
            <a:lstStyle/>
            <a:p>
              <a:r>
                <a:rPr lang="pt-BR" dirty="0"/>
                <a:t>N</a:t>
              </a:r>
              <a:endParaRPr lang="en-US" dirty="0"/>
            </a:p>
          </p:txBody>
        </p:sp>
        <p:sp>
          <p:nvSpPr>
            <p:cNvPr id="19" name="TextBox 18">
              <a:extLst>
                <a:ext uri="{FF2B5EF4-FFF2-40B4-BE49-F238E27FC236}">
                  <a16:creationId xmlns:a16="http://schemas.microsoft.com/office/drawing/2014/main" id="{64A72817-B85D-4A8D-8F81-B49456BC750A}"/>
                </a:ext>
              </a:extLst>
            </p:cNvPr>
            <p:cNvSpPr txBox="1"/>
            <p:nvPr/>
          </p:nvSpPr>
          <p:spPr>
            <a:xfrm>
              <a:off x="3187669" y="4296522"/>
              <a:ext cx="403983" cy="276999"/>
            </a:xfrm>
            <a:prstGeom prst="rect">
              <a:avLst/>
            </a:prstGeom>
            <a:noFill/>
          </p:spPr>
          <p:txBody>
            <a:bodyPr wrap="square">
              <a:spAutoFit/>
            </a:bodyPr>
            <a:lstStyle/>
            <a:p>
              <a:r>
                <a:rPr lang="en-US" baseline="-25000" dirty="0">
                  <a:latin typeface="Consolas" panose="020B0609020204030204" pitchFamily="49" charset="0"/>
                </a:rPr>
                <a:t>c0</a:t>
              </a:r>
            </a:p>
          </p:txBody>
        </p:sp>
        <p:cxnSp>
          <p:nvCxnSpPr>
            <p:cNvPr id="20" name="Straight Arrow Connector 19">
              <a:extLst>
                <a:ext uri="{FF2B5EF4-FFF2-40B4-BE49-F238E27FC236}">
                  <a16:creationId xmlns:a16="http://schemas.microsoft.com/office/drawing/2014/main" id="{634C968B-C34C-4BB3-B149-F1E556BC892D}"/>
                </a:ext>
              </a:extLst>
            </p:cNvPr>
            <p:cNvCxnSpPr>
              <a:cxnSpLocks/>
            </p:cNvCxnSpPr>
            <p:nvPr/>
          </p:nvCxnSpPr>
          <p:spPr>
            <a:xfrm rot="16200000" flipV="1">
              <a:off x="3298216"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BD6F5C12-665D-4B6E-B62E-6899F4411836}"/>
                </a:ext>
              </a:extLst>
            </p:cNvPr>
            <p:cNvCxnSpPr>
              <a:cxnSpLocks/>
            </p:cNvCxnSpPr>
            <p:nvPr/>
          </p:nvCxnSpPr>
          <p:spPr>
            <a:xfrm rot="16200000" flipV="1">
              <a:off x="3905337" y="339328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24D52676-A1D2-4A4A-A791-B540CD8B7F1C}"/>
                </a:ext>
              </a:extLst>
            </p:cNvPr>
            <p:cNvCxnSpPr>
              <a:cxnSpLocks/>
            </p:cNvCxnSpPr>
            <p:nvPr/>
          </p:nvCxnSpPr>
          <p:spPr>
            <a:xfrm rot="5400000" flipV="1">
              <a:off x="3415335" y="343378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16551278-3DEB-4D8D-8161-551D6DBDF7B4}"/>
                </a:ext>
              </a:extLst>
            </p:cNvPr>
            <p:cNvCxnSpPr>
              <a:cxnSpLocks/>
            </p:cNvCxnSpPr>
            <p:nvPr/>
          </p:nvCxnSpPr>
          <p:spPr>
            <a:xfrm rot="5400000" flipV="1">
              <a:off x="4035042"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8C7FCB18-959C-4703-871C-A1554403E2A6}"/>
                </a:ext>
              </a:extLst>
            </p:cNvPr>
            <p:cNvCxnSpPr>
              <a:cxnSpLocks/>
            </p:cNvCxnSpPr>
            <p:nvPr/>
          </p:nvCxnSpPr>
          <p:spPr>
            <a:xfrm flipH="1">
              <a:off x="3784342" y="1898990"/>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8EE9183B-F442-4F3B-891E-ABE4E4562C81}"/>
                </a:ext>
              </a:extLst>
            </p:cNvPr>
            <p:cNvCxnSpPr>
              <a:cxnSpLocks/>
            </p:cNvCxnSpPr>
            <p:nvPr/>
          </p:nvCxnSpPr>
          <p:spPr>
            <a:xfrm rot="10800000" flipH="1">
              <a:off x="3771177" y="4725198"/>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58277C24-1BC8-4CC7-AA0B-430E2BF478C2}"/>
                </a:ext>
              </a:extLst>
            </p:cNvPr>
            <p:cNvSpPr txBox="1"/>
            <p:nvPr/>
          </p:nvSpPr>
          <p:spPr>
            <a:xfrm>
              <a:off x="3529490" y="1893914"/>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0</a:t>
              </a:r>
            </a:p>
          </p:txBody>
        </p:sp>
        <p:sp>
          <p:nvSpPr>
            <p:cNvPr id="27" name="TextBox 26">
              <a:extLst>
                <a:ext uri="{FF2B5EF4-FFF2-40B4-BE49-F238E27FC236}">
                  <a16:creationId xmlns:a16="http://schemas.microsoft.com/office/drawing/2014/main" id="{247568C3-12FB-44D3-9C6A-6561929A3674}"/>
                </a:ext>
              </a:extLst>
            </p:cNvPr>
            <p:cNvSpPr txBox="1"/>
            <p:nvPr/>
          </p:nvSpPr>
          <p:spPr>
            <a:xfrm>
              <a:off x="3499357" y="4363757"/>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1</a:t>
              </a:r>
            </a:p>
          </p:txBody>
        </p:sp>
        <p:sp>
          <p:nvSpPr>
            <p:cNvPr id="28" name="TextBox 27">
              <a:extLst>
                <a:ext uri="{FF2B5EF4-FFF2-40B4-BE49-F238E27FC236}">
                  <a16:creationId xmlns:a16="http://schemas.microsoft.com/office/drawing/2014/main" id="{AFE208AB-E6A2-4F80-8A72-D98216F6837A}"/>
                </a:ext>
              </a:extLst>
            </p:cNvPr>
            <p:cNvSpPr txBox="1"/>
            <p:nvPr/>
          </p:nvSpPr>
          <p:spPr>
            <a:xfrm>
              <a:off x="3846112" y="4360919"/>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2</a:t>
              </a:r>
            </a:p>
          </p:txBody>
        </p:sp>
        <p:sp>
          <p:nvSpPr>
            <p:cNvPr id="29" name="TextBox 28">
              <a:extLst>
                <a:ext uri="{FF2B5EF4-FFF2-40B4-BE49-F238E27FC236}">
                  <a16:creationId xmlns:a16="http://schemas.microsoft.com/office/drawing/2014/main" id="{8CDC96FC-D781-4371-A97E-2C680A39BBB0}"/>
                </a:ext>
              </a:extLst>
            </p:cNvPr>
            <p:cNvSpPr txBox="1"/>
            <p:nvPr/>
          </p:nvSpPr>
          <p:spPr>
            <a:xfrm>
              <a:off x="3850782" y="1888861"/>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3</a:t>
              </a:r>
            </a:p>
          </p:txBody>
        </p:sp>
        <p:sp>
          <p:nvSpPr>
            <p:cNvPr id="30" name="TextBox 29">
              <a:extLst>
                <a:ext uri="{FF2B5EF4-FFF2-40B4-BE49-F238E27FC236}">
                  <a16:creationId xmlns:a16="http://schemas.microsoft.com/office/drawing/2014/main" id="{3493FBE0-8203-40BE-9978-77B5E0BA6792}"/>
                </a:ext>
              </a:extLst>
            </p:cNvPr>
            <p:cNvSpPr txBox="1"/>
            <p:nvPr/>
          </p:nvSpPr>
          <p:spPr>
            <a:xfrm>
              <a:off x="3710302" y="5134645"/>
              <a:ext cx="317716" cy="369332"/>
            </a:xfrm>
            <a:prstGeom prst="rect">
              <a:avLst/>
            </a:prstGeom>
            <a:noFill/>
            <a:ln w="19050">
              <a:solidFill>
                <a:schemeClr val="tx1"/>
              </a:solidFill>
            </a:ln>
          </p:spPr>
          <p:txBody>
            <a:bodyPr wrap="square" rtlCol="0">
              <a:spAutoFit/>
            </a:bodyPr>
            <a:lstStyle/>
            <a:p>
              <a:r>
                <a:rPr lang="pt-BR" dirty="0"/>
                <a:t>D</a:t>
              </a:r>
              <a:endParaRPr lang="en-US" dirty="0"/>
            </a:p>
          </p:txBody>
        </p:sp>
        <p:sp>
          <p:nvSpPr>
            <p:cNvPr id="31" name="TextBox 30">
              <a:extLst>
                <a:ext uri="{FF2B5EF4-FFF2-40B4-BE49-F238E27FC236}">
                  <a16:creationId xmlns:a16="http://schemas.microsoft.com/office/drawing/2014/main" id="{7D45520C-17D8-466C-96CE-57363FD6D686}"/>
                </a:ext>
              </a:extLst>
            </p:cNvPr>
            <p:cNvSpPr txBox="1"/>
            <p:nvPr/>
          </p:nvSpPr>
          <p:spPr>
            <a:xfrm>
              <a:off x="3715065" y="1218952"/>
              <a:ext cx="317716" cy="369332"/>
            </a:xfrm>
            <a:prstGeom prst="rect">
              <a:avLst/>
            </a:prstGeom>
            <a:noFill/>
            <a:ln w="19050">
              <a:solidFill>
                <a:schemeClr val="tx1"/>
              </a:solidFill>
            </a:ln>
          </p:spPr>
          <p:txBody>
            <a:bodyPr wrap="square" rtlCol="0">
              <a:spAutoFit/>
            </a:bodyPr>
            <a:lstStyle/>
            <a:p>
              <a:r>
                <a:rPr lang="pt-BR" dirty="0"/>
                <a:t>E</a:t>
              </a:r>
              <a:endParaRPr lang="en-US" dirty="0"/>
            </a:p>
          </p:txBody>
        </p:sp>
      </p:grpSp>
      <p:grpSp>
        <p:nvGrpSpPr>
          <p:cNvPr id="32" name="Group 31">
            <a:extLst>
              <a:ext uri="{FF2B5EF4-FFF2-40B4-BE49-F238E27FC236}">
                <a16:creationId xmlns:a16="http://schemas.microsoft.com/office/drawing/2014/main" id="{191C3B28-FE5F-4653-89EB-553AC1FFB63D}"/>
              </a:ext>
            </a:extLst>
          </p:cNvPr>
          <p:cNvGrpSpPr/>
          <p:nvPr/>
        </p:nvGrpSpPr>
        <p:grpSpPr>
          <a:xfrm>
            <a:off x="2660502" y="2037142"/>
            <a:ext cx="5002991" cy="4400746"/>
            <a:chOff x="7630631" y="1136431"/>
            <a:chExt cx="5002991" cy="4400746"/>
          </a:xfrm>
        </p:grpSpPr>
        <p:cxnSp>
          <p:nvCxnSpPr>
            <p:cNvPr id="33" name="Straight Connector 32">
              <a:extLst>
                <a:ext uri="{FF2B5EF4-FFF2-40B4-BE49-F238E27FC236}">
                  <a16:creationId xmlns:a16="http://schemas.microsoft.com/office/drawing/2014/main" id="{6ACF86D0-38EA-472F-85EC-83FE15679C91}"/>
                </a:ext>
              </a:extLst>
            </p:cNvPr>
            <p:cNvCxnSpPr>
              <a:cxnSpLocks/>
            </p:cNvCxnSpPr>
            <p:nvPr/>
          </p:nvCxnSpPr>
          <p:spPr>
            <a:xfrm rot="2700000">
              <a:off x="12236747" y="1136430"/>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D7383541-5D1E-4E7C-8636-01607016020C}"/>
                </a:ext>
              </a:extLst>
            </p:cNvPr>
            <p:cNvCxnSpPr>
              <a:cxnSpLocks/>
            </p:cNvCxnSpPr>
            <p:nvPr/>
          </p:nvCxnSpPr>
          <p:spPr>
            <a:xfrm rot="18900000">
              <a:off x="11076201" y="1136431"/>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158F55DF-5BB2-43DA-B72E-7414A3999502}"/>
                </a:ext>
              </a:extLst>
            </p:cNvPr>
            <p:cNvCxnSpPr>
              <a:cxnSpLocks/>
            </p:cNvCxnSpPr>
            <p:nvPr/>
          </p:nvCxnSpPr>
          <p:spPr>
            <a:xfrm rot="2700000">
              <a:off x="11579140" y="4733318"/>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2BFFEA16-20AC-4BBB-8ED2-B41378CABEFD}"/>
                </a:ext>
              </a:extLst>
            </p:cNvPr>
            <p:cNvCxnSpPr>
              <a:cxnSpLocks/>
            </p:cNvCxnSpPr>
            <p:nvPr/>
          </p:nvCxnSpPr>
          <p:spPr>
            <a:xfrm rot="18900000">
              <a:off x="12206028" y="4733318"/>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37" name="Rectangle 98">
              <a:extLst>
                <a:ext uri="{FF2B5EF4-FFF2-40B4-BE49-F238E27FC236}">
                  <a16:creationId xmlns:a16="http://schemas.microsoft.com/office/drawing/2014/main" id="{D25ABB5F-917D-4973-9CF6-B7E281F73956}"/>
                </a:ext>
              </a:extLst>
            </p:cNvPr>
            <p:cNvSpPr/>
            <p:nvPr/>
          </p:nvSpPr>
          <p:spPr>
            <a:xfrm>
              <a:off x="10743402" y="1837015"/>
              <a:ext cx="1166234" cy="3012546"/>
            </a:xfrm>
            <a:custGeom>
              <a:avLst/>
              <a:gdLst>
                <a:gd name="connsiteX0" fmla="*/ 0 w 595051"/>
                <a:gd name="connsiteY0" fmla="*/ 0 h 3026833"/>
                <a:gd name="connsiteX1" fmla="*/ 595051 w 595051"/>
                <a:gd name="connsiteY1" fmla="*/ 0 h 3026833"/>
                <a:gd name="connsiteX2" fmla="*/ 595051 w 595051"/>
                <a:gd name="connsiteY2" fmla="*/ 3026833 h 3026833"/>
                <a:gd name="connsiteX3" fmla="*/ 0 w 595051"/>
                <a:gd name="connsiteY3" fmla="*/ 3026833 h 3026833"/>
                <a:gd name="connsiteX4" fmla="*/ 0 w 595051"/>
                <a:gd name="connsiteY4" fmla="*/ 0 h 3026833"/>
                <a:gd name="connsiteX0" fmla="*/ 0 w 595051"/>
                <a:gd name="connsiteY0" fmla="*/ 0 h 3026833"/>
                <a:gd name="connsiteX1" fmla="*/ 595051 w 595051"/>
                <a:gd name="connsiteY1" fmla="*/ 0 h 3026833"/>
                <a:gd name="connsiteX2" fmla="*/ 595051 w 595051"/>
                <a:gd name="connsiteY2" fmla="*/ 3026833 h 3026833"/>
                <a:gd name="connsiteX3" fmla="*/ 12700 w 595051"/>
                <a:gd name="connsiteY3" fmla="*/ 2214033 h 3026833"/>
                <a:gd name="connsiteX4" fmla="*/ 0 w 595051"/>
                <a:gd name="connsiteY4" fmla="*/ 0 h 3026833"/>
                <a:gd name="connsiteX0" fmla="*/ 543584 w 1138635"/>
                <a:gd name="connsiteY0" fmla="*/ 0 h 3026833"/>
                <a:gd name="connsiteX1" fmla="*/ 1138635 w 1138635"/>
                <a:gd name="connsiteY1" fmla="*/ 0 h 3026833"/>
                <a:gd name="connsiteX2" fmla="*/ 1138635 w 1138635"/>
                <a:gd name="connsiteY2" fmla="*/ 3026833 h 3026833"/>
                <a:gd name="connsiteX3" fmla="*/ 24 w 1138635"/>
                <a:gd name="connsiteY3" fmla="*/ 2214033 h 3026833"/>
                <a:gd name="connsiteX4" fmla="*/ 543584 w 1138635"/>
                <a:gd name="connsiteY4" fmla="*/ 0 h 3026833"/>
                <a:gd name="connsiteX0" fmla="*/ 543560 w 1138611"/>
                <a:gd name="connsiteY0" fmla="*/ 0 h 3026833"/>
                <a:gd name="connsiteX1" fmla="*/ 1138611 w 1138611"/>
                <a:gd name="connsiteY1" fmla="*/ 0 h 3026833"/>
                <a:gd name="connsiteX2" fmla="*/ 1138611 w 1138611"/>
                <a:gd name="connsiteY2" fmla="*/ 3026833 h 3026833"/>
                <a:gd name="connsiteX3" fmla="*/ 0 w 1138611"/>
                <a:gd name="connsiteY3" fmla="*/ 2214033 h 3026833"/>
                <a:gd name="connsiteX4" fmla="*/ 543560 w 1138611"/>
                <a:gd name="connsiteY4" fmla="*/ 0 h 3026833"/>
                <a:gd name="connsiteX0" fmla="*/ 543560 w 1138611"/>
                <a:gd name="connsiteY0" fmla="*/ 0 h 3026833"/>
                <a:gd name="connsiteX1" fmla="*/ 1138611 w 1138611"/>
                <a:gd name="connsiteY1" fmla="*/ 0 h 3026833"/>
                <a:gd name="connsiteX2" fmla="*/ 1138611 w 1138611"/>
                <a:gd name="connsiteY2" fmla="*/ 3026833 h 3026833"/>
                <a:gd name="connsiteX3" fmla="*/ 0 w 1138611"/>
                <a:gd name="connsiteY3" fmla="*/ 2214033 h 3026833"/>
                <a:gd name="connsiteX4" fmla="*/ 543560 w 1138611"/>
                <a:gd name="connsiteY4" fmla="*/ 0 h 3026833"/>
                <a:gd name="connsiteX0" fmla="*/ 551180 w 1146231"/>
                <a:gd name="connsiteY0" fmla="*/ 0 h 3026833"/>
                <a:gd name="connsiteX1" fmla="*/ 1146231 w 1146231"/>
                <a:gd name="connsiteY1" fmla="*/ 0 h 3026833"/>
                <a:gd name="connsiteX2" fmla="*/ 1146231 w 1146231"/>
                <a:gd name="connsiteY2" fmla="*/ 3026833 h 3026833"/>
                <a:gd name="connsiteX3" fmla="*/ 0 w 1146231"/>
                <a:gd name="connsiteY3" fmla="*/ 2183553 h 3026833"/>
                <a:gd name="connsiteX4" fmla="*/ 551180 w 1146231"/>
                <a:gd name="connsiteY4" fmla="*/ 0 h 3026833"/>
                <a:gd name="connsiteX0" fmla="*/ 551180 w 1146231"/>
                <a:gd name="connsiteY0" fmla="*/ 0 h 3026833"/>
                <a:gd name="connsiteX1" fmla="*/ 1146231 w 1146231"/>
                <a:gd name="connsiteY1" fmla="*/ 0 h 3026833"/>
                <a:gd name="connsiteX2" fmla="*/ 1146231 w 1146231"/>
                <a:gd name="connsiteY2" fmla="*/ 3026833 h 3026833"/>
                <a:gd name="connsiteX3" fmla="*/ 0 w 1146231"/>
                <a:gd name="connsiteY3" fmla="*/ 2206413 h 3026833"/>
                <a:gd name="connsiteX4" fmla="*/ 551180 w 1146231"/>
                <a:gd name="connsiteY4" fmla="*/ 0 h 3026833"/>
                <a:gd name="connsiteX0" fmla="*/ 566420 w 1161471"/>
                <a:gd name="connsiteY0" fmla="*/ 0 h 3026833"/>
                <a:gd name="connsiteX1" fmla="*/ 1161471 w 1161471"/>
                <a:gd name="connsiteY1" fmla="*/ 0 h 3026833"/>
                <a:gd name="connsiteX2" fmla="*/ 1161471 w 1161471"/>
                <a:gd name="connsiteY2" fmla="*/ 3026833 h 3026833"/>
                <a:gd name="connsiteX3" fmla="*/ 0 w 1161471"/>
                <a:gd name="connsiteY3" fmla="*/ 2214033 h 3026833"/>
                <a:gd name="connsiteX4" fmla="*/ 566420 w 1161471"/>
                <a:gd name="connsiteY4" fmla="*/ 0 h 3026833"/>
                <a:gd name="connsiteX0" fmla="*/ 566420 w 1161471"/>
                <a:gd name="connsiteY0" fmla="*/ 0 h 3026833"/>
                <a:gd name="connsiteX1" fmla="*/ 1161471 w 1161471"/>
                <a:gd name="connsiteY1" fmla="*/ 0 h 3026833"/>
                <a:gd name="connsiteX2" fmla="*/ 1161471 w 1161471"/>
                <a:gd name="connsiteY2" fmla="*/ 3026833 h 3026833"/>
                <a:gd name="connsiteX3" fmla="*/ 0 w 1161471"/>
                <a:gd name="connsiteY3" fmla="*/ 2214033 h 3026833"/>
                <a:gd name="connsiteX4" fmla="*/ 566420 w 1161471"/>
                <a:gd name="connsiteY4" fmla="*/ 0 h 3026833"/>
                <a:gd name="connsiteX0" fmla="*/ 556895 w 1161471"/>
                <a:gd name="connsiteY0" fmla="*/ 14287 h 3026833"/>
                <a:gd name="connsiteX1" fmla="*/ 1161471 w 1161471"/>
                <a:gd name="connsiteY1" fmla="*/ 0 h 3026833"/>
                <a:gd name="connsiteX2" fmla="*/ 1161471 w 1161471"/>
                <a:gd name="connsiteY2" fmla="*/ 3026833 h 3026833"/>
                <a:gd name="connsiteX3" fmla="*/ 0 w 1161471"/>
                <a:gd name="connsiteY3" fmla="*/ 2214033 h 3026833"/>
                <a:gd name="connsiteX4" fmla="*/ 556895 w 1161471"/>
                <a:gd name="connsiteY4" fmla="*/ 14287 h 3026833"/>
                <a:gd name="connsiteX0" fmla="*/ 556895 w 1166234"/>
                <a:gd name="connsiteY0" fmla="*/ 0 h 3012546"/>
                <a:gd name="connsiteX1" fmla="*/ 1166234 w 1166234"/>
                <a:gd name="connsiteY1" fmla="*/ 0 h 3012546"/>
                <a:gd name="connsiteX2" fmla="*/ 1161471 w 1166234"/>
                <a:gd name="connsiteY2" fmla="*/ 3012546 h 3012546"/>
                <a:gd name="connsiteX3" fmla="*/ 0 w 1166234"/>
                <a:gd name="connsiteY3" fmla="*/ 2199746 h 3012546"/>
                <a:gd name="connsiteX4" fmla="*/ 556895 w 1166234"/>
                <a:gd name="connsiteY4" fmla="*/ 0 h 3012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6234" h="3012546">
                  <a:moveTo>
                    <a:pt x="556895" y="0"/>
                  </a:moveTo>
                  <a:lnTo>
                    <a:pt x="1166234" y="0"/>
                  </a:lnTo>
                  <a:cubicBezTo>
                    <a:pt x="1164646" y="1004182"/>
                    <a:pt x="1163059" y="2008364"/>
                    <a:pt x="1161471" y="3012546"/>
                  </a:cubicBezTo>
                  <a:lnTo>
                    <a:pt x="0" y="2199746"/>
                  </a:lnTo>
                  <a:cubicBezTo>
                    <a:pt x="186267" y="1507455"/>
                    <a:pt x="393488" y="753251"/>
                    <a:pt x="556895" y="0"/>
                  </a:cubicBez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cxnSp>
          <p:nvCxnSpPr>
            <p:cNvPr id="38" name="Straight Connector 37">
              <a:extLst>
                <a:ext uri="{FF2B5EF4-FFF2-40B4-BE49-F238E27FC236}">
                  <a16:creationId xmlns:a16="http://schemas.microsoft.com/office/drawing/2014/main" id="{F62D73DD-2B1E-41B7-B42D-A860B828C1F6}"/>
                </a:ext>
              </a:extLst>
            </p:cNvPr>
            <p:cNvCxnSpPr>
              <a:cxnSpLocks/>
            </p:cNvCxnSpPr>
            <p:nvPr/>
          </p:nvCxnSpPr>
          <p:spPr>
            <a:xfrm rot="2700000">
              <a:off x="8027506" y="4743427"/>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39" name="TextBox 38">
              <a:extLst>
                <a:ext uri="{FF2B5EF4-FFF2-40B4-BE49-F238E27FC236}">
                  <a16:creationId xmlns:a16="http://schemas.microsoft.com/office/drawing/2014/main" id="{4EB33D84-15E7-4A2D-96F5-F9A412165B7E}"/>
                </a:ext>
              </a:extLst>
            </p:cNvPr>
            <p:cNvSpPr txBox="1"/>
            <p:nvPr/>
          </p:nvSpPr>
          <p:spPr>
            <a:xfrm>
              <a:off x="8214073" y="5134645"/>
              <a:ext cx="317716" cy="369332"/>
            </a:xfrm>
            <a:prstGeom prst="rect">
              <a:avLst/>
            </a:prstGeom>
            <a:noFill/>
            <a:ln w="19050">
              <a:solidFill>
                <a:schemeClr val="tx1"/>
              </a:solidFill>
            </a:ln>
          </p:spPr>
          <p:txBody>
            <a:bodyPr wrap="square" rtlCol="0">
              <a:spAutoFit/>
            </a:bodyPr>
            <a:lstStyle/>
            <a:p>
              <a:r>
                <a:rPr lang="pt-BR" dirty="0"/>
                <a:t>D</a:t>
              </a:r>
              <a:endParaRPr lang="en-US" dirty="0"/>
            </a:p>
          </p:txBody>
        </p:sp>
        <p:cxnSp>
          <p:nvCxnSpPr>
            <p:cNvPr id="40" name="Straight Connector 39">
              <a:extLst>
                <a:ext uri="{FF2B5EF4-FFF2-40B4-BE49-F238E27FC236}">
                  <a16:creationId xmlns:a16="http://schemas.microsoft.com/office/drawing/2014/main" id="{E1E67B96-27E9-47AD-BC40-4512F8501152}"/>
                </a:ext>
              </a:extLst>
            </p:cNvPr>
            <p:cNvCxnSpPr>
              <a:cxnSpLocks/>
            </p:cNvCxnSpPr>
            <p:nvPr/>
          </p:nvCxnSpPr>
          <p:spPr>
            <a:xfrm rot="18900000">
              <a:off x="8654394" y="4743427"/>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41" name="Rectangle 216">
              <a:extLst>
                <a:ext uri="{FF2B5EF4-FFF2-40B4-BE49-F238E27FC236}">
                  <a16:creationId xmlns:a16="http://schemas.microsoft.com/office/drawing/2014/main" id="{EAB8006C-E80B-44CD-96A1-D04A59AE19EC}"/>
                </a:ext>
              </a:extLst>
            </p:cNvPr>
            <p:cNvSpPr/>
            <p:nvPr/>
          </p:nvSpPr>
          <p:spPr>
            <a:xfrm>
              <a:off x="8909021" y="1832833"/>
              <a:ext cx="2397694" cy="2197577"/>
            </a:xfrm>
            <a:custGeom>
              <a:avLst/>
              <a:gdLst>
                <a:gd name="connsiteX0" fmla="*/ 0 w 2397694"/>
                <a:gd name="connsiteY0" fmla="*/ 0 h 3016727"/>
                <a:gd name="connsiteX1" fmla="*/ 2397694 w 2397694"/>
                <a:gd name="connsiteY1" fmla="*/ 0 h 3016727"/>
                <a:gd name="connsiteX2" fmla="*/ 2397694 w 2397694"/>
                <a:gd name="connsiteY2" fmla="*/ 3016727 h 3016727"/>
                <a:gd name="connsiteX3" fmla="*/ 0 w 2397694"/>
                <a:gd name="connsiteY3" fmla="*/ 3016727 h 3016727"/>
                <a:gd name="connsiteX4" fmla="*/ 0 w 2397694"/>
                <a:gd name="connsiteY4" fmla="*/ 0 h 3016727"/>
                <a:gd name="connsiteX0" fmla="*/ 0 w 2397694"/>
                <a:gd name="connsiteY0" fmla="*/ 0 h 3016727"/>
                <a:gd name="connsiteX1" fmla="*/ 2397694 w 2397694"/>
                <a:gd name="connsiteY1" fmla="*/ 0 h 3016727"/>
                <a:gd name="connsiteX2" fmla="*/ 2397694 w 2397694"/>
                <a:gd name="connsiteY2" fmla="*/ 3016727 h 3016727"/>
                <a:gd name="connsiteX3" fmla="*/ 514350 w 2397694"/>
                <a:gd name="connsiteY3" fmla="*/ 2169002 h 3016727"/>
                <a:gd name="connsiteX4" fmla="*/ 0 w 2397694"/>
                <a:gd name="connsiteY4" fmla="*/ 0 h 3016727"/>
                <a:gd name="connsiteX0" fmla="*/ 0 w 2400869"/>
                <a:gd name="connsiteY0" fmla="*/ 0 h 2476977"/>
                <a:gd name="connsiteX1" fmla="*/ 2397694 w 2400869"/>
                <a:gd name="connsiteY1" fmla="*/ 0 h 2476977"/>
                <a:gd name="connsiteX2" fmla="*/ 2400869 w 2400869"/>
                <a:gd name="connsiteY2" fmla="*/ 2476977 h 2476977"/>
                <a:gd name="connsiteX3" fmla="*/ 514350 w 2400869"/>
                <a:gd name="connsiteY3" fmla="*/ 2169002 h 2476977"/>
                <a:gd name="connsiteX4" fmla="*/ 0 w 2400869"/>
                <a:gd name="connsiteY4" fmla="*/ 0 h 2476977"/>
                <a:gd name="connsiteX0" fmla="*/ 0 w 2397738"/>
                <a:gd name="connsiteY0" fmla="*/ 0 h 2210277"/>
                <a:gd name="connsiteX1" fmla="*/ 2397694 w 2397738"/>
                <a:gd name="connsiteY1" fmla="*/ 0 h 2210277"/>
                <a:gd name="connsiteX2" fmla="*/ 2381819 w 2397738"/>
                <a:gd name="connsiteY2" fmla="*/ 2210277 h 2210277"/>
                <a:gd name="connsiteX3" fmla="*/ 514350 w 2397738"/>
                <a:gd name="connsiteY3" fmla="*/ 2169002 h 2210277"/>
                <a:gd name="connsiteX4" fmla="*/ 0 w 2397738"/>
                <a:gd name="connsiteY4" fmla="*/ 0 h 2210277"/>
                <a:gd name="connsiteX0" fmla="*/ 0 w 2407219"/>
                <a:gd name="connsiteY0" fmla="*/ 0 h 2197577"/>
                <a:gd name="connsiteX1" fmla="*/ 2397694 w 2407219"/>
                <a:gd name="connsiteY1" fmla="*/ 0 h 2197577"/>
                <a:gd name="connsiteX2" fmla="*/ 2407219 w 2407219"/>
                <a:gd name="connsiteY2" fmla="*/ 2197577 h 2197577"/>
                <a:gd name="connsiteX3" fmla="*/ 514350 w 2407219"/>
                <a:gd name="connsiteY3" fmla="*/ 2169002 h 2197577"/>
                <a:gd name="connsiteX4" fmla="*/ 0 w 2407219"/>
                <a:gd name="connsiteY4" fmla="*/ 0 h 2197577"/>
                <a:gd name="connsiteX0" fmla="*/ 0 w 2397695"/>
                <a:gd name="connsiteY0" fmla="*/ 0 h 2197577"/>
                <a:gd name="connsiteX1" fmla="*/ 2397694 w 2397695"/>
                <a:gd name="connsiteY1" fmla="*/ 0 h 2197577"/>
                <a:gd name="connsiteX2" fmla="*/ 1835719 w 2397695"/>
                <a:gd name="connsiteY2" fmla="*/ 2197577 h 2197577"/>
                <a:gd name="connsiteX3" fmla="*/ 514350 w 2397695"/>
                <a:gd name="connsiteY3" fmla="*/ 2169002 h 2197577"/>
                <a:gd name="connsiteX4" fmla="*/ 0 w 2397695"/>
                <a:gd name="connsiteY4" fmla="*/ 0 h 2197577"/>
                <a:gd name="connsiteX0" fmla="*/ 0 w 2397696"/>
                <a:gd name="connsiteY0" fmla="*/ 0 h 2197577"/>
                <a:gd name="connsiteX1" fmla="*/ 2397694 w 2397696"/>
                <a:gd name="connsiteY1" fmla="*/ 0 h 2197577"/>
                <a:gd name="connsiteX2" fmla="*/ 1835719 w 2397696"/>
                <a:gd name="connsiteY2" fmla="*/ 2197577 h 2197577"/>
                <a:gd name="connsiteX3" fmla="*/ 514350 w 2397696"/>
                <a:gd name="connsiteY3" fmla="*/ 2169002 h 2197577"/>
                <a:gd name="connsiteX4" fmla="*/ 0 w 2397696"/>
                <a:gd name="connsiteY4" fmla="*/ 0 h 2197577"/>
                <a:gd name="connsiteX0" fmla="*/ 0 w 2397694"/>
                <a:gd name="connsiteY0" fmla="*/ 0 h 2197577"/>
                <a:gd name="connsiteX1" fmla="*/ 2397694 w 2397694"/>
                <a:gd name="connsiteY1" fmla="*/ 0 h 2197577"/>
                <a:gd name="connsiteX2" fmla="*/ 1835719 w 2397694"/>
                <a:gd name="connsiteY2" fmla="*/ 2197577 h 2197577"/>
                <a:gd name="connsiteX3" fmla="*/ 514350 w 2397694"/>
                <a:gd name="connsiteY3" fmla="*/ 2169002 h 2197577"/>
                <a:gd name="connsiteX4" fmla="*/ 0 w 2397694"/>
                <a:gd name="connsiteY4" fmla="*/ 0 h 2197577"/>
                <a:gd name="connsiteX0" fmla="*/ 0 w 2397694"/>
                <a:gd name="connsiteY0" fmla="*/ 0 h 2197577"/>
                <a:gd name="connsiteX1" fmla="*/ 2397694 w 2397694"/>
                <a:gd name="connsiteY1" fmla="*/ 0 h 2197577"/>
                <a:gd name="connsiteX2" fmla="*/ 1835719 w 2397694"/>
                <a:gd name="connsiteY2" fmla="*/ 2197577 h 2197577"/>
                <a:gd name="connsiteX3" fmla="*/ 514350 w 2397694"/>
                <a:gd name="connsiteY3" fmla="*/ 2169002 h 2197577"/>
                <a:gd name="connsiteX4" fmla="*/ 0 w 2397694"/>
                <a:gd name="connsiteY4" fmla="*/ 0 h 2197577"/>
                <a:gd name="connsiteX0" fmla="*/ 0 w 2397694"/>
                <a:gd name="connsiteY0" fmla="*/ 0 h 2197577"/>
                <a:gd name="connsiteX1" fmla="*/ 2397694 w 2397694"/>
                <a:gd name="connsiteY1" fmla="*/ 0 h 2197577"/>
                <a:gd name="connsiteX2" fmla="*/ 1835719 w 2397694"/>
                <a:gd name="connsiteY2" fmla="*/ 2197577 h 2197577"/>
                <a:gd name="connsiteX3" fmla="*/ 514350 w 2397694"/>
                <a:gd name="connsiteY3" fmla="*/ 2169002 h 2197577"/>
                <a:gd name="connsiteX4" fmla="*/ 0 w 2397694"/>
                <a:gd name="connsiteY4" fmla="*/ 0 h 2197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7694" h="2197577">
                  <a:moveTo>
                    <a:pt x="0" y="0"/>
                  </a:moveTo>
                  <a:lnTo>
                    <a:pt x="2397694" y="0"/>
                  </a:lnTo>
                  <a:cubicBezTo>
                    <a:pt x="2193012" y="818039"/>
                    <a:pt x="2070881" y="1326198"/>
                    <a:pt x="1835719" y="2197577"/>
                  </a:cubicBezTo>
                  <a:lnTo>
                    <a:pt x="514350" y="2169002"/>
                  </a:lnTo>
                  <a:lnTo>
                    <a:pt x="0" y="0"/>
                  </a:lnTo>
                  <a:close/>
                </a:path>
              </a:pathLst>
            </a:cu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sp>
          <p:nvSpPr>
            <p:cNvPr id="42" name="Freeform: Shape 41">
              <a:extLst>
                <a:ext uri="{FF2B5EF4-FFF2-40B4-BE49-F238E27FC236}">
                  <a16:creationId xmlns:a16="http://schemas.microsoft.com/office/drawing/2014/main" id="{DE85DBD6-C8B5-49A2-A2C9-D3D0FEDD23A0}"/>
                </a:ext>
              </a:extLst>
            </p:cNvPr>
            <p:cNvSpPr/>
            <p:nvPr/>
          </p:nvSpPr>
          <p:spPr>
            <a:xfrm>
              <a:off x="8320244" y="3999273"/>
              <a:ext cx="3587750" cy="854636"/>
            </a:xfrm>
            <a:custGeom>
              <a:avLst/>
              <a:gdLst>
                <a:gd name="connsiteX0" fmla="*/ 0 w 3014662"/>
                <a:gd name="connsiteY0" fmla="*/ 842963 h 847725"/>
                <a:gd name="connsiteX1" fmla="*/ 1138237 w 3014662"/>
                <a:gd name="connsiteY1" fmla="*/ 0 h 847725"/>
                <a:gd name="connsiteX2" fmla="*/ 3014662 w 3014662"/>
                <a:gd name="connsiteY2" fmla="*/ 847725 h 847725"/>
                <a:gd name="connsiteX3" fmla="*/ 0 w 3014662"/>
                <a:gd name="connsiteY3" fmla="*/ 842963 h 847725"/>
                <a:gd name="connsiteX0" fmla="*/ 0 w 3000375"/>
                <a:gd name="connsiteY0" fmla="*/ 833438 h 847725"/>
                <a:gd name="connsiteX1" fmla="*/ 1123950 w 3000375"/>
                <a:gd name="connsiteY1" fmla="*/ 0 h 847725"/>
                <a:gd name="connsiteX2" fmla="*/ 3000375 w 3000375"/>
                <a:gd name="connsiteY2" fmla="*/ 847725 h 847725"/>
                <a:gd name="connsiteX3" fmla="*/ 0 w 3000375"/>
                <a:gd name="connsiteY3" fmla="*/ 833438 h 847725"/>
                <a:gd name="connsiteX0" fmla="*/ 0 w 2981325"/>
                <a:gd name="connsiteY0" fmla="*/ 828676 h 847725"/>
                <a:gd name="connsiteX1" fmla="*/ 1104900 w 2981325"/>
                <a:gd name="connsiteY1" fmla="*/ 0 h 847725"/>
                <a:gd name="connsiteX2" fmla="*/ 2981325 w 2981325"/>
                <a:gd name="connsiteY2" fmla="*/ 847725 h 847725"/>
                <a:gd name="connsiteX3" fmla="*/ 0 w 2981325"/>
                <a:gd name="connsiteY3" fmla="*/ 828676 h 847725"/>
                <a:gd name="connsiteX0" fmla="*/ 0 w 2990850"/>
                <a:gd name="connsiteY0" fmla="*/ 841376 h 847725"/>
                <a:gd name="connsiteX1" fmla="*/ 1114425 w 2990850"/>
                <a:gd name="connsiteY1" fmla="*/ 0 h 847725"/>
                <a:gd name="connsiteX2" fmla="*/ 2990850 w 2990850"/>
                <a:gd name="connsiteY2" fmla="*/ 847725 h 847725"/>
                <a:gd name="connsiteX3" fmla="*/ 0 w 2990850"/>
                <a:gd name="connsiteY3" fmla="*/ 841376 h 847725"/>
                <a:gd name="connsiteX0" fmla="*/ 0 w 2962275"/>
                <a:gd name="connsiteY0" fmla="*/ 841376 h 841376"/>
                <a:gd name="connsiteX1" fmla="*/ 1114425 w 2962275"/>
                <a:gd name="connsiteY1" fmla="*/ 0 h 841376"/>
                <a:gd name="connsiteX2" fmla="*/ 2962275 w 2962275"/>
                <a:gd name="connsiteY2" fmla="*/ 841375 h 841376"/>
                <a:gd name="connsiteX3" fmla="*/ 0 w 2962275"/>
                <a:gd name="connsiteY3" fmla="*/ 841376 h 841376"/>
                <a:gd name="connsiteX0" fmla="*/ 0 w 2965450"/>
                <a:gd name="connsiteY0" fmla="*/ 841376 h 860425"/>
                <a:gd name="connsiteX1" fmla="*/ 1114425 w 2965450"/>
                <a:gd name="connsiteY1" fmla="*/ 0 h 860425"/>
                <a:gd name="connsiteX2" fmla="*/ 2965450 w 2965450"/>
                <a:gd name="connsiteY2" fmla="*/ 860425 h 860425"/>
                <a:gd name="connsiteX3" fmla="*/ 0 w 2965450"/>
                <a:gd name="connsiteY3" fmla="*/ 841376 h 860425"/>
                <a:gd name="connsiteX0" fmla="*/ 0 w 2952750"/>
                <a:gd name="connsiteY0" fmla="*/ 841376 h 860425"/>
                <a:gd name="connsiteX1" fmla="*/ 1114425 w 2952750"/>
                <a:gd name="connsiteY1" fmla="*/ 0 h 860425"/>
                <a:gd name="connsiteX2" fmla="*/ 2952750 w 2952750"/>
                <a:gd name="connsiteY2" fmla="*/ 860425 h 860425"/>
                <a:gd name="connsiteX3" fmla="*/ 0 w 2952750"/>
                <a:gd name="connsiteY3" fmla="*/ 841376 h 860425"/>
                <a:gd name="connsiteX0" fmla="*/ 0 w 2959100"/>
                <a:gd name="connsiteY0" fmla="*/ 841376 h 857250"/>
                <a:gd name="connsiteX1" fmla="*/ 1114425 w 2959100"/>
                <a:gd name="connsiteY1" fmla="*/ 0 h 857250"/>
                <a:gd name="connsiteX2" fmla="*/ 2959100 w 2959100"/>
                <a:gd name="connsiteY2" fmla="*/ 857250 h 857250"/>
                <a:gd name="connsiteX3" fmla="*/ 0 w 2959100"/>
                <a:gd name="connsiteY3" fmla="*/ 841376 h 857250"/>
                <a:gd name="connsiteX0" fmla="*/ 0 w 2946400"/>
                <a:gd name="connsiteY0" fmla="*/ 841376 h 857250"/>
                <a:gd name="connsiteX1" fmla="*/ 1114425 w 2946400"/>
                <a:gd name="connsiteY1" fmla="*/ 0 h 857250"/>
                <a:gd name="connsiteX2" fmla="*/ 2946400 w 2946400"/>
                <a:gd name="connsiteY2" fmla="*/ 857250 h 857250"/>
                <a:gd name="connsiteX3" fmla="*/ 0 w 2946400"/>
                <a:gd name="connsiteY3" fmla="*/ 841376 h 857250"/>
                <a:gd name="connsiteX0" fmla="*/ 0 w 2952750"/>
                <a:gd name="connsiteY0" fmla="*/ 841376 h 844550"/>
                <a:gd name="connsiteX1" fmla="*/ 1114425 w 2952750"/>
                <a:gd name="connsiteY1" fmla="*/ 0 h 844550"/>
                <a:gd name="connsiteX2" fmla="*/ 2952750 w 2952750"/>
                <a:gd name="connsiteY2" fmla="*/ 844550 h 844550"/>
                <a:gd name="connsiteX3" fmla="*/ 0 w 2952750"/>
                <a:gd name="connsiteY3" fmla="*/ 841376 h 844550"/>
                <a:gd name="connsiteX0" fmla="*/ 0 w 2971800"/>
                <a:gd name="connsiteY0" fmla="*/ 841376 h 854075"/>
                <a:gd name="connsiteX1" fmla="*/ 1114425 w 2971800"/>
                <a:gd name="connsiteY1" fmla="*/ 0 h 854075"/>
                <a:gd name="connsiteX2" fmla="*/ 2971800 w 2971800"/>
                <a:gd name="connsiteY2" fmla="*/ 854075 h 854075"/>
                <a:gd name="connsiteX3" fmla="*/ 0 w 2971800"/>
                <a:gd name="connsiteY3" fmla="*/ 841376 h 854075"/>
                <a:gd name="connsiteX0" fmla="*/ 0 w 2955925"/>
                <a:gd name="connsiteY0" fmla="*/ 841376 h 850900"/>
                <a:gd name="connsiteX1" fmla="*/ 1114425 w 2955925"/>
                <a:gd name="connsiteY1" fmla="*/ 0 h 850900"/>
                <a:gd name="connsiteX2" fmla="*/ 2955925 w 2955925"/>
                <a:gd name="connsiteY2" fmla="*/ 850900 h 850900"/>
                <a:gd name="connsiteX3" fmla="*/ 0 w 2955925"/>
                <a:gd name="connsiteY3" fmla="*/ 841376 h 850900"/>
                <a:gd name="connsiteX0" fmla="*/ 0 w 2965450"/>
                <a:gd name="connsiteY0" fmla="*/ 841376 h 846137"/>
                <a:gd name="connsiteX1" fmla="*/ 1114425 w 2965450"/>
                <a:gd name="connsiteY1" fmla="*/ 0 h 846137"/>
                <a:gd name="connsiteX2" fmla="*/ 2965450 w 2965450"/>
                <a:gd name="connsiteY2" fmla="*/ 846137 h 846137"/>
                <a:gd name="connsiteX3" fmla="*/ 0 w 2965450"/>
                <a:gd name="connsiteY3" fmla="*/ 841376 h 846137"/>
                <a:gd name="connsiteX0" fmla="*/ 0 w 2958306"/>
                <a:gd name="connsiteY0" fmla="*/ 841376 h 843756"/>
                <a:gd name="connsiteX1" fmla="*/ 1114425 w 2958306"/>
                <a:gd name="connsiteY1" fmla="*/ 0 h 843756"/>
                <a:gd name="connsiteX2" fmla="*/ 2958306 w 2958306"/>
                <a:gd name="connsiteY2" fmla="*/ 843756 h 843756"/>
                <a:gd name="connsiteX3" fmla="*/ 0 w 2958306"/>
                <a:gd name="connsiteY3" fmla="*/ 841376 h 843756"/>
                <a:gd name="connsiteX0" fmla="*/ 0 w 2955925"/>
                <a:gd name="connsiteY0" fmla="*/ 841376 h 850900"/>
                <a:gd name="connsiteX1" fmla="*/ 1114425 w 2955925"/>
                <a:gd name="connsiteY1" fmla="*/ 0 h 850900"/>
                <a:gd name="connsiteX2" fmla="*/ 2955925 w 2955925"/>
                <a:gd name="connsiteY2" fmla="*/ 850900 h 850900"/>
                <a:gd name="connsiteX3" fmla="*/ 0 w 2955925"/>
                <a:gd name="connsiteY3" fmla="*/ 841376 h 850900"/>
                <a:gd name="connsiteX0" fmla="*/ 0 w 2984500"/>
                <a:gd name="connsiteY0" fmla="*/ 841376 h 841376"/>
                <a:gd name="connsiteX1" fmla="*/ 1114425 w 2984500"/>
                <a:gd name="connsiteY1" fmla="*/ 0 h 841376"/>
                <a:gd name="connsiteX2" fmla="*/ 2984500 w 2984500"/>
                <a:gd name="connsiteY2" fmla="*/ 841375 h 841376"/>
                <a:gd name="connsiteX3" fmla="*/ 0 w 2984500"/>
                <a:gd name="connsiteY3" fmla="*/ 841376 h 841376"/>
                <a:gd name="connsiteX0" fmla="*/ 0 w 2995265"/>
                <a:gd name="connsiteY0" fmla="*/ 841376 h 841376"/>
                <a:gd name="connsiteX1" fmla="*/ 1114425 w 2995265"/>
                <a:gd name="connsiteY1" fmla="*/ 0 h 841376"/>
                <a:gd name="connsiteX2" fmla="*/ 2995265 w 2995265"/>
                <a:gd name="connsiteY2" fmla="*/ 302333 h 841376"/>
                <a:gd name="connsiteX3" fmla="*/ 2984500 w 2995265"/>
                <a:gd name="connsiteY3" fmla="*/ 841375 h 841376"/>
                <a:gd name="connsiteX4" fmla="*/ 0 w 2995265"/>
                <a:gd name="connsiteY4" fmla="*/ 841376 h 841376"/>
                <a:gd name="connsiteX0" fmla="*/ 0 w 2995265"/>
                <a:gd name="connsiteY0" fmla="*/ 841376 h 841376"/>
                <a:gd name="connsiteX1" fmla="*/ 1114425 w 2995265"/>
                <a:gd name="connsiteY1" fmla="*/ 0 h 841376"/>
                <a:gd name="connsiteX2" fmla="*/ 2995265 w 2995265"/>
                <a:gd name="connsiteY2" fmla="*/ 302333 h 841376"/>
                <a:gd name="connsiteX3" fmla="*/ 2984500 w 2995265"/>
                <a:gd name="connsiteY3" fmla="*/ 841375 h 841376"/>
                <a:gd name="connsiteX4" fmla="*/ 0 w 2995265"/>
                <a:gd name="connsiteY4" fmla="*/ 841376 h 841376"/>
                <a:gd name="connsiteX0" fmla="*/ 0 w 2995265"/>
                <a:gd name="connsiteY0" fmla="*/ 841376 h 841376"/>
                <a:gd name="connsiteX1" fmla="*/ 1114425 w 2995265"/>
                <a:gd name="connsiteY1" fmla="*/ 0 h 841376"/>
                <a:gd name="connsiteX2" fmla="*/ 2995265 w 2995265"/>
                <a:gd name="connsiteY2" fmla="*/ 302333 h 841376"/>
                <a:gd name="connsiteX3" fmla="*/ 2984500 w 2995265"/>
                <a:gd name="connsiteY3" fmla="*/ 841375 h 841376"/>
                <a:gd name="connsiteX4" fmla="*/ 0 w 2995265"/>
                <a:gd name="connsiteY4" fmla="*/ 841376 h 841376"/>
                <a:gd name="connsiteX0" fmla="*/ 0 w 2984500"/>
                <a:gd name="connsiteY0" fmla="*/ 841376 h 841376"/>
                <a:gd name="connsiteX1" fmla="*/ 1114425 w 2984500"/>
                <a:gd name="connsiteY1" fmla="*/ 0 h 841376"/>
                <a:gd name="connsiteX2" fmla="*/ 2982565 w 2984500"/>
                <a:gd name="connsiteY2" fmla="*/ 302333 h 841376"/>
                <a:gd name="connsiteX3" fmla="*/ 2984500 w 2984500"/>
                <a:gd name="connsiteY3" fmla="*/ 841375 h 841376"/>
                <a:gd name="connsiteX4" fmla="*/ 0 w 2984500"/>
                <a:gd name="connsiteY4" fmla="*/ 841376 h 841376"/>
                <a:gd name="connsiteX0" fmla="*/ 0 w 3000375"/>
                <a:gd name="connsiteY0" fmla="*/ 841376 h 841376"/>
                <a:gd name="connsiteX1" fmla="*/ 1114425 w 3000375"/>
                <a:gd name="connsiteY1" fmla="*/ 0 h 841376"/>
                <a:gd name="connsiteX2" fmla="*/ 2982565 w 3000375"/>
                <a:gd name="connsiteY2" fmla="*/ 302333 h 841376"/>
                <a:gd name="connsiteX3" fmla="*/ 3000375 w 3000375"/>
                <a:gd name="connsiteY3" fmla="*/ 838200 h 841376"/>
                <a:gd name="connsiteX4" fmla="*/ 0 w 3000375"/>
                <a:gd name="connsiteY4" fmla="*/ 841376 h 841376"/>
                <a:gd name="connsiteX0" fmla="*/ 0 w 3000375"/>
                <a:gd name="connsiteY0" fmla="*/ 841376 h 841376"/>
                <a:gd name="connsiteX1" fmla="*/ 1114425 w 3000375"/>
                <a:gd name="connsiteY1" fmla="*/ 0 h 841376"/>
                <a:gd name="connsiteX2" fmla="*/ 2992090 w 3000375"/>
                <a:gd name="connsiteY2" fmla="*/ 299158 h 841376"/>
                <a:gd name="connsiteX3" fmla="*/ 3000375 w 3000375"/>
                <a:gd name="connsiteY3" fmla="*/ 838200 h 841376"/>
                <a:gd name="connsiteX4" fmla="*/ 0 w 3000375"/>
                <a:gd name="connsiteY4" fmla="*/ 841376 h 841376"/>
                <a:gd name="connsiteX0" fmla="*/ 0 w 2992090"/>
                <a:gd name="connsiteY0" fmla="*/ 841376 h 841376"/>
                <a:gd name="connsiteX1" fmla="*/ 1114425 w 2992090"/>
                <a:gd name="connsiteY1" fmla="*/ 0 h 841376"/>
                <a:gd name="connsiteX2" fmla="*/ 2992090 w 2992090"/>
                <a:gd name="connsiteY2" fmla="*/ 299158 h 841376"/>
                <a:gd name="connsiteX3" fmla="*/ 2987675 w 2992090"/>
                <a:gd name="connsiteY3" fmla="*/ 838200 h 841376"/>
                <a:gd name="connsiteX4" fmla="*/ 0 w 2992090"/>
                <a:gd name="connsiteY4" fmla="*/ 841376 h 841376"/>
                <a:gd name="connsiteX0" fmla="*/ 0 w 2987808"/>
                <a:gd name="connsiteY0" fmla="*/ 841376 h 841376"/>
                <a:gd name="connsiteX1" fmla="*/ 1114425 w 2987808"/>
                <a:gd name="connsiteY1" fmla="*/ 0 h 841376"/>
                <a:gd name="connsiteX2" fmla="*/ 2979390 w 2987808"/>
                <a:gd name="connsiteY2" fmla="*/ 302333 h 841376"/>
                <a:gd name="connsiteX3" fmla="*/ 2987675 w 2987808"/>
                <a:gd name="connsiteY3" fmla="*/ 838200 h 841376"/>
                <a:gd name="connsiteX4" fmla="*/ 0 w 2987808"/>
                <a:gd name="connsiteY4" fmla="*/ 841376 h 841376"/>
                <a:gd name="connsiteX0" fmla="*/ 0 w 2988915"/>
                <a:gd name="connsiteY0" fmla="*/ 841376 h 841376"/>
                <a:gd name="connsiteX1" fmla="*/ 1114425 w 2988915"/>
                <a:gd name="connsiteY1" fmla="*/ 0 h 841376"/>
                <a:gd name="connsiteX2" fmla="*/ 2988915 w 2988915"/>
                <a:gd name="connsiteY2" fmla="*/ 299158 h 841376"/>
                <a:gd name="connsiteX3" fmla="*/ 2987675 w 2988915"/>
                <a:gd name="connsiteY3" fmla="*/ 838200 h 841376"/>
                <a:gd name="connsiteX4" fmla="*/ 0 w 2988915"/>
                <a:gd name="connsiteY4" fmla="*/ 841376 h 841376"/>
                <a:gd name="connsiteX0" fmla="*/ 0 w 2988000"/>
                <a:gd name="connsiteY0" fmla="*/ 841376 h 841376"/>
                <a:gd name="connsiteX1" fmla="*/ 1114425 w 2988000"/>
                <a:gd name="connsiteY1" fmla="*/ 0 h 841376"/>
                <a:gd name="connsiteX2" fmla="*/ 2986534 w 2988000"/>
                <a:gd name="connsiteY2" fmla="*/ 296777 h 841376"/>
                <a:gd name="connsiteX3" fmla="*/ 2987675 w 2988000"/>
                <a:gd name="connsiteY3" fmla="*/ 838200 h 841376"/>
                <a:gd name="connsiteX4" fmla="*/ 0 w 2988000"/>
                <a:gd name="connsiteY4" fmla="*/ 841376 h 841376"/>
                <a:gd name="connsiteX0" fmla="*/ 0 w 2988000"/>
                <a:gd name="connsiteY0" fmla="*/ 841376 h 841376"/>
                <a:gd name="connsiteX1" fmla="*/ 1114425 w 2988000"/>
                <a:gd name="connsiteY1" fmla="*/ 0 h 841376"/>
                <a:gd name="connsiteX2" fmla="*/ 2986534 w 2988000"/>
                <a:gd name="connsiteY2" fmla="*/ 296777 h 841376"/>
                <a:gd name="connsiteX3" fmla="*/ 2987675 w 2988000"/>
                <a:gd name="connsiteY3" fmla="*/ 838200 h 841376"/>
                <a:gd name="connsiteX4" fmla="*/ 0 w 2988000"/>
                <a:gd name="connsiteY4" fmla="*/ 841376 h 841376"/>
                <a:gd name="connsiteX0" fmla="*/ 0 w 2991296"/>
                <a:gd name="connsiteY0" fmla="*/ 841376 h 841376"/>
                <a:gd name="connsiteX1" fmla="*/ 1114425 w 2991296"/>
                <a:gd name="connsiteY1" fmla="*/ 0 h 841376"/>
                <a:gd name="connsiteX2" fmla="*/ 2991296 w 2991296"/>
                <a:gd name="connsiteY2" fmla="*/ 294396 h 841376"/>
                <a:gd name="connsiteX3" fmla="*/ 2987675 w 2991296"/>
                <a:gd name="connsiteY3" fmla="*/ 838200 h 841376"/>
                <a:gd name="connsiteX4" fmla="*/ 0 w 2991296"/>
                <a:gd name="connsiteY4" fmla="*/ 841376 h 841376"/>
                <a:gd name="connsiteX0" fmla="*/ 0 w 2991296"/>
                <a:gd name="connsiteY0" fmla="*/ 845626 h 845626"/>
                <a:gd name="connsiteX1" fmla="*/ 1114425 w 2991296"/>
                <a:gd name="connsiteY1" fmla="*/ 4250 h 845626"/>
                <a:gd name="connsiteX2" fmla="*/ 2991296 w 2991296"/>
                <a:gd name="connsiteY2" fmla="*/ 31946 h 845626"/>
                <a:gd name="connsiteX3" fmla="*/ 2987675 w 2991296"/>
                <a:gd name="connsiteY3" fmla="*/ 842450 h 845626"/>
                <a:gd name="connsiteX4" fmla="*/ 0 w 2991296"/>
                <a:gd name="connsiteY4" fmla="*/ 845626 h 845626"/>
                <a:gd name="connsiteX0" fmla="*/ 0 w 2991296"/>
                <a:gd name="connsiteY0" fmla="*/ 841376 h 841376"/>
                <a:gd name="connsiteX1" fmla="*/ 1114425 w 2991296"/>
                <a:gd name="connsiteY1" fmla="*/ 0 h 841376"/>
                <a:gd name="connsiteX2" fmla="*/ 2991296 w 2991296"/>
                <a:gd name="connsiteY2" fmla="*/ 27696 h 841376"/>
                <a:gd name="connsiteX3" fmla="*/ 2987675 w 2991296"/>
                <a:gd name="connsiteY3" fmla="*/ 838200 h 841376"/>
                <a:gd name="connsiteX4" fmla="*/ 0 w 2991296"/>
                <a:gd name="connsiteY4" fmla="*/ 841376 h 841376"/>
                <a:gd name="connsiteX0" fmla="*/ 0 w 2991296"/>
                <a:gd name="connsiteY0" fmla="*/ 841376 h 841376"/>
                <a:gd name="connsiteX1" fmla="*/ 1114425 w 2991296"/>
                <a:gd name="connsiteY1" fmla="*/ 0 h 841376"/>
                <a:gd name="connsiteX2" fmla="*/ 2991296 w 2991296"/>
                <a:gd name="connsiteY2" fmla="*/ 27696 h 841376"/>
                <a:gd name="connsiteX3" fmla="*/ 2987675 w 2991296"/>
                <a:gd name="connsiteY3" fmla="*/ 838200 h 841376"/>
                <a:gd name="connsiteX4" fmla="*/ 0 w 2991296"/>
                <a:gd name="connsiteY4" fmla="*/ 841376 h 841376"/>
                <a:gd name="connsiteX0" fmla="*/ 0 w 3578227"/>
                <a:gd name="connsiteY0" fmla="*/ 841376 h 850900"/>
                <a:gd name="connsiteX1" fmla="*/ 1114425 w 3578227"/>
                <a:gd name="connsiteY1" fmla="*/ 0 h 850900"/>
                <a:gd name="connsiteX2" fmla="*/ 2991296 w 3578227"/>
                <a:gd name="connsiteY2" fmla="*/ 27696 h 850900"/>
                <a:gd name="connsiteX3" fmla="*/ 3578225 w 3578227"/>
                <a:gd name="connsiteY3" fmla="*/ 850900 h 850900"/>
                <a:gd name="connsiteX4" fmla="*/ 0 w 3578227"/>
                <a:gd name="connsiteY4" fmla="*/ 841376 h 850900"/>
                <a:gd name="connsiteX0" fmla="*/ 0 w 3578225"/>
                <a:gd name="connsiteY0" fmla="*/ 841376 h 850900"/>
                <a:gd name="connsiteX1" fmla="*/ 1114425 w 3578225"/>
                <a:gd name="connsiteY1" fmla="*/ 0 h 850900"/>
                <a:gd name="connsiteX2" fmla="*/ 2991296 w 3578225"/>
                <a:gd name="connsiteY2" fmla="*/ 27696 h 850900"/>
                <a:gd name="connsiteX3" fmla="*/ 3578225 w 3578225"/>
                <a:gd name="connsiteY3" fmla="*/ 850900 h 850900"/>
                <a:gd name="connsiteX4" fmla="*/ 0 w 3578225"/>
                <a:gd name="connsiteY4" fmla="*/ 841376 h 850900"/>
                <a:gd name="connsiteX0" fmla="*/ 0 w 3578225"/>
                <a:gd name="connsiteY0" fmla="*/ 841376 h 850900"/>
                <a:gd name="connsiteX1" fmla="*/ 1114425 w 3578225"/>
                <a:gd name="connsiteY1" fmla="*/ 0 h 850900"/>
                <a:gd name="connsiteX2" fmla="*/ 2991296 w 3578225"/>
                <a:gd name="connsiteY2" fmla="*/ 27696 h 850900"/>
                <a:gd name="connsiteX3" fmla="*/ 3578225 w 3578225"/>
                <a:gd name="connsiteY3" fmla="*/ 850900 h 850900"/>
                <a:gd name="connsiteX4" fmla="*/ 0 w 3578225"/>
                <a:gd name="connsiteY4" fmla="*/ 841376 h 850900"/>
                <a:gd name="connsiteX0" fmla="*/ 0 w 3587750"/>
                <a:gd name="connsiteY0" fmla="*/ 841376 h 850900"/>
                <a:gd name="connsiteX1" fmla="*/ 1114425 w 3587750"/>
                <a:gd name="connsiteY1" fmla="*/ 0 h 850900"/>
                <a:gd name="connsiteX2" fmla="*/ 2991296 w 3587750"/>
                <a:gd name="connsiteY2" fmla="*/ 27696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419796 w 3587750"/>
                <a:gd name="connsiteY2" fmla="*/ 20076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419796 w 3587750"/>
                <a:gd name="connsiteY2" fmla="*/ 20076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419796 w 3587750"/>
                <a:gd name="connsiteY2" fmla="*/ 20076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419796 w 3587750"/>
                <a:gd name="connsiteY2" fmla="*/ 20076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419796 w 3587750"/>
                <a:gd name="connsiteY2" fmla="*/ 20076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419796 w 3587750"/>
                <a:gd name="connsiteY2" fmla="*/ 20076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419796 w 3587750"/>
                <a:gd name="connsiteY2" fmla="*/ 20076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400746 w 3587750"/>
                <a:gd name="connsiteY2" fmla="*/ 24839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400746 w 3587750"/>
                <a:gd name="connsiteY2" fmla="*/ 20076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400746 w 3587750"/>
                <a:gd name="connsiteY2" fmla="*/ 10551 h 850900"/>
                <a:gd name="connsiteX3" fmla="*/ 3587750 w 3587750"/>
                <a:gd name="connsiteY3" fmla="*/ 850900 h 850900"/>
                <a:gd name="connsiteX4" fmla="*/ 0 w 3587750"/>
                <a:gd name="connsiteY4" fmla="*/ 841376 h 850900"/>
                <a:gd name="connsiteX0" fmla="*/ 0 w 3587750"/>
                <a:gd name="connsiteY0" fmla="*/ 845282 h 854806"/>
                <a:gd name="connsiteX1" fmla="*/ 1114425 w 3587750"/>
                <a:gd name="connsiteY1" fmla="*/ 3906 h 854806"/>
                <a:gd name="connsiteX2" fmla="*/ 2400746 w 3587750"/>
                <a:gd name="connsiteY2" fmla="*/ 170 h 854806"/>
                <a:gd name="connsiteX3" fmla="*/ 3587750 w 3587750"/>
                <a:gd name="connsiteY3" fmla="*/ 854806 h 854806"/>
                <a:gd name="connsiteX4" fmla="*/ 0 w 3587750"/>
                <a:gd name="connsiteY4" fmla="*/ 845282 h 854806"/>
                <a:gd name="connsiteX0" fmla="*/ 0 w 3587750"/>
                <a:gd name="connsiteY0" fmla="*/ 841376 h 850900"/>
                <a:gd name="connsiteX1" fmla="*/ 1114425 w 3587750"/>
                <a:gd name="connsiteY1" fmla="*/ 0 h 850900"/>
                <a:gd name="connsiteX2" fmla="*/ 2395983 w 3587750"/>
                <a:gd name="connsiteY2" fmla="*/ 15314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395983 w 3587750"/>
                <a:gd name="connsiteY2" fmla="*/ 15314 h 850900"/>
                <a:gd name="connsiteX3" fmla="*/ 3587750 w 3587750"/>
                <a:gd name="connsiteY3" fmla="*/ 850900 h 850900"/>
                <a:gd name="connsiteX4" fmla="*/ 0 w 3587750"/>
                <a:gd name="connsiteY4" fmla="*/ 841376 h 850900"/>
                <a:gd name="connsiteX0" fmla="*/ 0 w 3587750"/>
                <a:gd name="connsiteY0" fmla="*/ 841376 h 850900"/>
                <a:gd name="connsiteX1" fmla="*/ 1114425 w 3587750"/>
                <a:gd name="connsiteY1" fmla="*/ 0 h 850900"/>
                <a:gd name="connsiteX2" fmla="*/ 2424558 w 3587750"/>
                <a:gd name="connsiteY2" fmla="*/ 5789 h 850900"/>
                <a:gd name="connsiteX3" fmla="*/ 3587750 w 3587750"/>
                <a:gd name="connsiteY3" fmla="*/ 850900 h 850900"/>
                <a:gd name="connsiteX4" fmla="*/ 0 w 3587750"/>
                <a:gd name="connsiteY4" fmla="*/ 841376 h 850900"/>
                <a:gd name="connsiteX0" fmla="*/ 0 w 3587750"/>
                <a:gd name="connsiteY0" fmla="*/ 845282 h 854806"/>
                <a:gd name="connsiteX1" fmla="*/ 1114425 w 3587750"/>
                <a:gd name="connsiteY1" fmla="*/ 3906 h 854806"/>
                <a:gd name="connsiteX2" fmla="*/ 2422177 w 3587750"/>
                <a:gd name="connsiteY2" fmla="*/ 170 h 854806"/>
                <a:gd name="connsiteX3" fmla="*/ 3587750 w 3587750"/>
                <a:gd name="connsiteY3" fmla="*/ 854806 h 854806"/>
                <a:gd name="connsiteX4" fmla="*/ 0 w 3587750"/>
                <a:gd name="connsiteY4" fmla="*/ 845282 h 854806"/>
                <a:gd name="connsiteX0" fmla="*/ 0 w 3587750"/>
                <a:gd name="connsiteY0" fmla="*/ 845112 h 854636"/>
                <a:gd name="connsiteX1" fmla="*/ 1114425 w 3587750"/>
                <a:gd name="connsiteY1" fmla="*/ 3736 h 854636"/>
                <a:gd name="connsiteX2" fmla="*/ 2422177 w 3587750"/>
                <a:gd name="connsiteY2" fmla="*/ 0 h 854636"/>
                <a:gd name="connsiteX3" fmla="*/ 3587750 w 3587750"/>
                <a:gd name="connsiteY3" fmla="*/ 854636 h 854636"/>
                <a:gd name="connsiteX4" fmla="*/ 0 w 3587750"/>
                <a:gd name="connsiteY4" fmla="*/ 845112 h 854636"/>
                <a:gd name="connsiteX0" fmla="*/ 0 w 3587750"/>
                <a:gd name="connsiteY0" fmla="*/ 845112 h 854636"/>
                <a:gd name="connsiteX1" fmla="*/ 1114425 w 3587750"/>
                <a:gd name="connsiteY1" fmla="*/ 3736 h 854636"/>
                <a:gd name="connsiteX2" fmla="*/ 2422177 w 3587750"/>
                <a:gd name="connsiteY2" fmla="*/ 0 h 854636"/>
                <a:gd name="connsiteX3" fmla="*/ 3587750 w 3587750"/>
                <a:gd name="connsiteY3" fmla="*/ 854636 h 854636"/>
                <a:gd name="connsiteX4" fmla="*/ 0 w 3587750"/>
                <a:gd name="connsiteY4" fmla="*/ 845112 h 854636"/>
                <a:gd name="connsiteX0" fmla="*/ 0 w 3587750"/>
                <a:gd name="connsiteY0" fmla="*/ 845112 h 854636"/>
                <a:gd name="connsiteX1" fmla="*/ 1114425 w 3587750"/>
                <a:gd name="connsiteY1" fmla="*/ 3736 h 854636"/>
                <a:gd name="connsiteX2" fmla="*/ 2422177 w 3587750"/>
                <a:gd name="connsiteY2" fmla="*/ 0 h 854636"/>
                <a:gd name="connsiteX3" fmla="*/ 3587750 w 3587750"/>
                <a:gd name="connsiteY3" fmla="*/ 854636 h 854636"/>
                <a:gd name="connsiteX4" fmla="*/ 0 w 3587750"/>
                <a:gd name="connsiteY4" fmla="*/ 845112 h 854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7750" h="854636">
                  <a:moveTo>
                    <a:pt x="0" y="845112"/>
                  </a:moveTo>
                  <a:lnTo>
                    <a:pt x="1114425" y="3736"/>
                  </a:lnTo>
                  <a:lnTo>
                    <a:pt x="2422177" y="0"/>
                  </a:lnTo>
                  <a:lnTo>
                    <a:pt x="3587750" y="854636"/>
                  </a:lnTo>
                  <a:lnTo>
                    <a:pt x="0" y="845112"/>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cxnSp>
          <p:nvCxnSpPr>
            <p:cNvPr id="43" name="Straight Connector 42">
              <a:extLst>
                <a:ext uri="{FF2B5EF4-FFF2-40B4-BE49-F238E27FC236}">
                  <a16:creationId xmlns:a16="http://schemas.microsoft.com/office/drawing/2014/main" id="{575D36F4-A04A-427E-83F8-16840B4E902F}"/>
                </a:ext>
              </a:extLst>
            </p:cNvPr>
            <p:cNvCxnSpPr>
              <a:cxnSpLocks/>
            </p:cNvCxnSpPr>
            <p:nvPr/>
          </p:nvCxnSpPr>
          <p:spPr>
            <a:xfrm rot="2700000">
              <a:off x="9190766" y="1145219"/>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814BD1B9-F33B-4478-9E00-30060EE45C3D}"/>
                </a:ext>
              </a:extLst>
            </p:cNvPr>
            <p:cNvCxnSpPr>
              <a:cxnSpLocks/>
            </p:cNvCxnSpPr>
            <p:nvPr/>
          </p:nvCxnSpPr>
          <p:spPr>
            <a:xfrm rot="18900000">
              <a:off x="8030220" y="1145220"/>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45" name="Rectangle 221">
              <a:extLst>
                <a:ext uri="{FF2B5EF4-FFF2-40B4-BE49-F238E27FC236}">
                  <a16:creationId xmlns:a16="http://schemas.microsoft.com/office/drawing/2014/main" id="{09034D86-D835-49A1-B4E3-31761F60C42C}"/>
                </a:ext>
              </a:extLst>
            </p:cNvPr>
            <p:cNvSpPr/>
            <p:nvPr/>
          </p:nvSpPr>
          <p:spPr>
            <a:xfrm>
              <a:off x="8313971" y="1822728"/>
              <a:ext cx="1128451" cy="3026833"/>
            </a:xfrm>
            <a:custGeom>
              <a:avLst/>
              <a:gdLst>
                <a:gd name="connsiteX0" fmla="*/ 0 w 595051"/>
                <a:gd name="connsiteY0" fmla="*/ 0 h 3026833"/>
                <a:gd name="connsiteX1" fmla="*/ 595051 w 595051"/>
                <a:gd name="connsiteY1" fmla="*/ 0 h 3026833"/>
                <a:gd name="connsiteX2" fmla="*/ 595051 w 595051"/>
                <a:gd name="connsiteY2" fmla="*/ 3026833 h 3026833"/>
                <a:gd name="connsiteX3" fmla="*/ 0 w 595051"/>
                <a:gd name="connsiteY3" fmla="*/ 3026833 h 3026833"/>
                <a:gd name="connsiteX4" fmla="*/ 0 w 595051"/>
                <a:gd name="connsiteY4" fmla="*/ 0 h 3026833"/>
                <a:gd name="connsiteX0" fmla="*/ 0 w 1099876"/>
                <a:gd name="connsiteY0" fmla="*/ 0 h 3026833"/>
                <a:gd name="connsiteX1" fmla="*/ 595051 w 1099876"/>
                <a:gd name="connsiteY1" fmla="*/ 0 h 3026833"/>
                <a:gd name="connsiteX2" fmla="*/ 1099876 w 1099876"/>
                <a:gd name="connsiteY2" fmla="*/ 2188633 h 3026833"/>
                <a:gd name="connsiteX3" fmla="*/ 0 w 1099876"/>
                <a:gd name="connsiteY3" fmla="*/ 3026833 h 3026833"/>
                <a:gd name="connsiteX4" fmla="*/ 0 w 1099876"/>
                <a:gd name="connsiteY4" fmla="*/ 0 h 3026833"/>
                <a:gd name="connsiteX0" fmla="*/ 0 w 1109401"/>
                <a:gd name="connsiteY0" fmla="*/ 0 h 3026833"/>
                <a:gd name="connsiteX1" fmla="*/ 595051 w 1109401"/>
                <a:gd name="connsiteY1" fmla="*/ 0 h 3026833"/>
                <a:gd name="connsiteX2" fmla="*/ 1109401 w 1109401"/>
                <a:gd name="connsiteY2" fmla="*/ 2188633 h 3026833"/>
                <a:gd name="connsiteX3" fmla="*/ 0 w 1109401"/>
                <a:gd name="connsiteY3" fmla="*/ 3026833 h 3026833"/>
                <a:gd name="connsiteX4" fmla="*/ 0 w 1109401"/>
                <a:gd name="connsiteY4" fmla="*/ 0 h 3026833"/>
                <a:gd name="connsiteX0" fmla="*/ 0 w 1128451"/>
                <a:gd name="connsiteY0" fmla="*/ 0 h 3026833"/>
                <a:gd name="connsiteX1" fmla="*/ 595051 w 1128451"/>
                <a:gd name="connsiteY1" fmla="*/ 0 h 3026833"/>
                <a:gd name="connsiteX2" fmla="*/ 1128451 w 1128451"/>
                <a:gd name="connsiteY2" fmla="*/ 2179108 h 3026833"/>
                <a:gd name="connsiteX3" fmla="*/ 0 w 1128451"/>
                <a:gd name="connsiteY3" fmla="*/ 3026833 h 3026833"/>
                <a:gd name="connsiteX4" fmla="*/ 0 w 1128451"/>
                <a:gd name="connsiteY4" fmla="*/ 0 h 30268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451" h="3026833">
                  <a:moveTo>
                    <a:pt x="0" y="0"/>
                  </a:moveTo>
                  <a:lnTo>
                    <a:pt x="595051" y="0"/>
                  </a:lnTo>
                  <a:lnTo>
                    <a:pt x="1128451" y="2179108"/>
                  </a:lnTo>
                  <a:lnTo>
                    <a:pt x="0" y="3026833"/>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46" name="Oval 45">
              <a:extLst>
                <a:ext uri="{FF2B5EF4-FFF2-40B4-BE49-F238E27FC236}">
                  <a16:creationId xmlns:a16="http://schemas.microsoft.com/office/drawing/2014/main" id="{B85F4529-878D-4FC6-96B8-7F8954C837C4}"/>
                </a:ext>
              </a:extLst>
            </p:cNvPr>
            <p:cNvSpPr/>
            <p:nvPr/>
          </p:nvSpPr>
          <p:spPr>
            <a:xfrm>
              <a:off x="8766703" y="1683205"/>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47" name="Oval 46">
              <a:extLst>
                <a:ext uri="{FF2B5EF4-FFF2-40B4-BE49-F238E27FC236}">
                  <a16:creationId xmlns:a16="http://schemas.microsoft.com/office/drawing/2014/main" id="{280FEB38-D1FF-4662-AC35-425D08F4567F}"/>
                </a:ext>
              </a:extLst>
            </p:cNvPr>
            <p:cNvSpPr/>
            <p:nvPr/>
          </p:nvSpPr>
          <p:spPr>
            <a:xfrm>
              <a:off x="9303052" y="3872524"/>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sp>
          <p:nvSpPr>
            <p:cNvPr id="48" name="Oval 47">
              <a:extLst>
                <a:ext uri="{FF2B5EF4-FFF2-40B4-BE49-F238E27FC236}">
                  <a16:creationId xmlns:a16="http://schemas.microsoft.com/office/drawing/2014/main" id="{D45291AD-F910-4E9A-AF0F-B1671BCF2DC2}"/>
                </a:ext>
              </a:extLst>
            </p:cNvPr>
            <p:cNvSpPr/>
            <p:nvPr/>
          </p:nvSpPr>
          <p:spPr>
            <a:xfrm>
              <a:off x="8166327" y="1685004"/>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49" name="TextBox 48">
              <a:extLst>
                <a:ext uri="{FF2B5EF4-FFF2-40B4-BE49-F238E27FC236}">
                  <a16:creationId xmlns:a16="http://schemas.microsoft.com/office/drawing/2014/main" id="{3356C535-E5EC-4F9B-B4F1-EC48DD985A3D}"/>
                </a:ext>
              </a:extLst>
            </p:cNvPr>
            <p:cNvSpPr txBox="1"/>
            <p:nvPr/>
          </p:nvSpPr>
          <p:spPr>
            <a:xfrm>
              <a:off x="10972899" y="4799365"/>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p>
          </p:txBody>
        </p:sp>
        <p:sp>
          <p:nvSpPr>
            <p:cNvPr id="50" name="TextBox 49">
              <a:extLst>
                <a:ext uri="{FF2B5EF4-FFF2-40B4-BE49-F238E27FC236}">
                  <a16:creationId xmlns:a16="http://schemas.microsoft.com/office/drawing/2014/main" id="{63DC7D14-4260-4590-B6B5-C1D6A62F42DF}"/>
                </a:ext>
              </a:extLst>
            </p:cNvPr>
            <p:cNvSpPr txBox="1"/>
            <p:nvPr/>
          </p:nvSpPr>
          <p:spPr>
            <a:xfrm>
              <a:off x="9936584" y="2489395"/>
              <a:ext cx="317716" cy="369332"/>
            </a:xfrm>
            <a:prstGeom prst="rect">
              <a:avLst/>
            </a:prstGeom>
            <a:noFill/>
            <a:ln w="19050">
              <a:solidFill>
                <a:schemeClr val="bg1"/>
              </a:solidFill>
            </a:ln>
          </p:spPr>
          <p:txBody>
            <a:bodyPr wrap="square" rtlCol="0">
              <a:spAutoFit/>
            </a:bodyPr>
            <a:lstStyle/>
            <a:p>
              <a:r>
                <a:rPr lang="pt-BR" dirty="0"/>
                <a:t>G</a:t>
              </a:r>
              <a:endParaRPr lang="en-US" dirty="0"/>
            </a:p>
          </p:txBody>
        </p:sp>
        <p:sp>
          <p:nvSpPr>
            <p:cNvPr id="51" name="TextBox 50">
              <a:extLst>
                <a:ext uri="{FF2B5EF4-FFF2-40B4-BE49-F238E27FC236}">
                  <a16:creationId xmlns:a16="http://schemas.microsoft.com/office/drawing/2014/main" id="{7301CF70-D53B-497C-9816-6BE64C9B6C04}"/>
                </a:ext>
              </a:extLst>
            </p:cNvPr>
            <p:cNvSpPr txBox="1"/>
            <p:nvPr/>
          </p:nvSpPr>
          <p:spPr>
            <a:xfrm>
              <a:off x="7641595" y="3239727"/>
              <a:ext cx="317716" cy="369332"/>
            </a:xfrm>
            <a:prstGeom prst="rect">
              <a:avLst/>
            </a:prstGeom>
            <a:noFill/>
            <a:ln w="19050">
              <a:solidFill>
                <a:schemeClr val="tx1"/>
              </a:solidFill>
            </a:ln>
          </p:spPr>
          <p:txBody>
            <a:bodyPr wrap="square" rtlCol="0">
              <a:spAutoFit/>
            </a:bodyPr>
            <a:lstStyle/>
            <a:p>
              <a:r>
                <a:rPr lang="pt-BR" dirty="0"/>
                <a:t>C</a:t>
              </a:r>
              <a:endParaRPr lang="en-US" dirty="0"/>
            </a:p>
          </p:txBody>
        </p:sp>
        <p:sp>
          <p:nvSpPr>
            <p:cNvPr id="52" name="TextBox 51">
              <a:extLst>
                <a:ext uri="{FF2B5EF4-FFF2-40B4-BE49-F238E27FC236}">
                  <a16:creationId xmlns:a16="http://schemas.microsoft.com/office/drawing/2014/main" id="{20E7B9D1-C38C-4A6D-9A65-0DCA5F5789A1}"/>
                </a:ext>
              </a:extLst>
            </p:cNvPr>
            <p:cNvSpPr txBox="1"/>
            <p:nvPr/>
          </p:nvSpPr>
          <p:spPr>
            <a:xfrm>
              <a:off x="8601531" y="3249114"/>
              <a:ext cx="317716" cy="369332"/>
            </a:xfrm>
            <a:prstGeom prst="rect">
              <a:avLst/>
            </a:prstGeom>
            <a:noFill/>
            <a:ln w="19050">
              <a:solidFill>
                <a:schemeClr val="bg1"/>
              </a:solidFill>
            </a:ln>
          </p:spPr>
          <p:txBody>
            <a:bodyPr wrap="square" rtlCol="0">
              <a:spAutoFit/>
            </a:bodyPr>
            <a:lstStyle/>
            <a:p>
              <a:pPr algn="ctr"/>
              <a:r>
                <a:rPr lang="pt-BR" dirty="0"/>
                <a:t>I</a:t>
              </a:r>
              <a:endParaRPr lang="en-US" dirty="0"/>
            </a:p>
          </p:txBody>
        </p:sp>
        <p:sp>
          <p:nvSpPr>
            <p:cNvPr id="53" name="TextBox 52">
              <a:extLst>
                <a:ext uri="{FF2B5EF4-FFF2-40B4-BE49-F238E27FC236}">
                  <a16:creationId xmlns:a16="http://schemas.microsoft.com/office/drawing/2014/main" id="{BAA6936C-24B8-4431-A405-D7CFF8619631}"/>
                </a:ext>
              </a:extLst>
            </p:cNvPr>
            <p:cNvSpPr txBox="1"/>
            <p:nvPr/>
          </p:nvSpPr>
          <p:spPr>
            <a:xfrm>
              <a:off x="7920040" y="4296522"/>
              <a:ext cx="403983" cy="369332"/>
            </a:xfrm>
            <a:prstGeom prst="rect">
              <a:avLst/>
            </a:prstGeom>
            <a:noFill/>
          </p:spPr>
          <p:txBody>
            <a:bodyPr wrap="square">
              <a:spAutoFit/>
            </a:bodyPr>
            <a:lstStyle/>
            <a:p>
              <a:r>
                <a:rPr lang="en-US" dirty="0">
                  <a:latin typeface="Consolas" panose="020B0609020204030204" pitchFamily="49" charset="0"/>
                </a:rPr>
                <a:t>c</a:t>
              </a:r>
              <a:r>
                <a:rPr lang="en-US" baseline="-25000" dirty="0">
                  <a:latin typeface="Consolas" panose="020B0609020204030204" pitchFamily="49" charset="0"/>
                </a:rPr>
                <a:t>0</a:t>
              </a:r>
            </a:p>
          </p:txBody>
        </p:sp>
        <p:cxnSp>
          <p:nvCxnSpPr>
            <p:cNvPr id="54" name="Straight Arrow Connector 53">
              <a:extLst>
                <a:ext uri="{FF2B5EF4-FFF2-40B4-BE49-F238E27FC236}">
                  <a16:creationId xmlns:a16="http://schemas.microsoft.com/office/drawing/2014/main" id="{9ECC946F-99BD-459B-8BFF-17E3FB06E8FA}"/>
                </a:ext>
              </a:extLst>
            </p:cNvPr>
            <p:cNvCxnSpPr>
              <a:cxnSpLocks/>
            </p:cNvCxnSpPr>
            <p:nvPr/>
          </p:nvCxnSpPr>
          <p:spPr>
            <a:xfrm rot="16200000" flipV="1">
              <a:off x="8030587" y="34214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a:extLst>
                <a:ext uri="{FF2B5EF4-FFF2-40B4-BE49-F238E27FC236}">
                  <a16:creationId xmlns:a16="http://schemas.microsoft.com/office/drawing/2014/main" id="{C4621724-E368-4B3F-9D3D-07F924C7EB99}"/>
                </a:ext>
              </a:extLst>
            </p:cNvPr>
            <p:cNvCxnSpPr>
              <a:cxnSpLocks/>
            </p:cNvCxnSpPr>
            <p:nvPr/>
          </p:nvCxnSpPr>
          <p:spPr>
            <a:xfrm rot="5400000" flipV="1">
              <a:off x="8162946" y="343378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6" name="Straight Arrow Connector 55">
              <a:extLst>
                <a:ext uri="{FF2B5EF4-FFF2-40B4-BE49-F238E27FC236}">
                  <a16:creationId xmlns:a16="http://schemas.microsoft.com/office/drawing/2014/main" id="{2F874252-02E8-4937-B1AB-275F8921FB27}"/>
                </a:ext>
              </a:extLst>
            </p:cNvPr>
            <p:cNvCxnSpPr>
              <a:cxnSpLocks/>
            </p:cNvCxnSpPr>
            <p:nvPr/>
          </p:nvCxnSpPr>
          <p:spPr>
            <a:xfrm rot="4620000" flipV="1">
              <a:off x="9066847" y="297725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7" name="TextBox 56">
              <a:extLst>
                <a:ext uri="{FF2B5EF4-FFF2-40B4-BE49-F238E27FC236}">
                  <a16:creationId xmlns:a16="http://schemas.microsoft.com/office/drawing/2014/main" id="{203D4841-9A7B-4EAA-83B9-1130575D20A5}"/>
                </a:ext>
              </a:extLst>
            </p:cNvPr>
            <p:cNvSpPr txBox="1"/>
            <p:nvPr/>
          </p:nvSpPr>
          <p:spPr>
            <a:xfrm>
              <a:off x="8261350" y="4285102"/>
              <a:ext cx="403983" cy="369332"/>
            </a:xfrm>
            <a:prstGeom prst="rect">
              <a:avLst/>
            </a:prstGeom>
            <a:noFill/>
          </p:spPr>
          <p:txBody>
            <a:bodyPr wrap="square">
              <a:spAutoFit/>
            </a:bodyPr>
            <a:lstStyle/>
            <a:p>
              <a:pPr algn="ctr"/>
              <a:r>
                <a:rPr lang="en-US" dirty="0">
                  <a:latin typeface="Consolas" panose="020B0609020204030204" pitchFamily="49" charset="0"/>
                </a:rPr>
                <a:t>i</a:t>
              </a:r>
              <a:r>
                <a:rPr lang="en-US" baseline="-25000" dirty="0">
                  <a:latin typeface="Consolas" panose="020B0609020204030204" pitchFamily="49" charset="0"/>
                </a:rPr>
                <a:t>1</a:t>
              </a:r>
            </a:p>
          </p:txBody>
        </p:sp>
        <p:sp>
          <p:nvSpPr>
            <p:cNvPr id="58" name="TextBox 57">
              <a:extLst>
                <a:ext uri="{FF2B5EF4-FFF2-40B4-BE49-F238E27FC236}">
                  <a16:creationId xmlns:a16="http://schemas.microsoft.com/office/drawing/2014/main" id="{30BC50DC-F276-4560-BC32-D5C855E82F64}"/>
                </a:ext>
              </a:extLst>
            </p:cNvPr>
            <p:cNvSpPr txBox="1"/>
            <p:nvPr/>
          </p:nvSpPr>
          <p:spPr>
            <a:xfrm>
              <a:off x="8555196" y="4505511"/>
              <a:ext cx="403983" cy="369332"/>
            </a:xfrm>
            <a:prstGeom prst="rect">
              <a:avLst/>
            </a:prstGeom>
            <a:noFill/>
          </p:spPr>
          <p:txBody>
            <a:bodyPr wrap="square">
              <a:spAutoFit/>
            </a:bodyPr>
            <a:lstStyle/>
            <a:p>
              <a:pPr algn="ctr"/>
              <a:r>
                <a:rPr lang="en-US" dirty="0">
                  <a:latin typeface="Consolas" panose="020B0609020204030204" pitchFamily="49" charset="0"/>
                </a:rPr>
                <a:t>n</a:t>
              </a:r>
              <a:r>
                <a:rPr lang="en-US" baseline="-25000" dirty="0">
                  <a:latin typeface="Consolas" panose="020B0609020204030204" pitchFamily="49" charset="0"/>
                </a:rPr>
                <a:t>0</a:t>
              </a:r>
            </a:p>
          </p:txBody>
        </p:sp>
        <p:sp>
          <p:nvSpPr>
            <p:cNvPr id="59" name="TextBox 58">
              <a:extLst>
                <a:ext uri="{FF2B5EF4-FFF2-40B4-BE49-F238E27FC236}">
                  <a16:creationId xmlns:a16="http://schemas.microsoft.com/office/drawing/2014/main" id="{9094FBAC-A8C7-4D12-979C-D03C88D235E5}"/>
                </a:ext>
              </a:extLst>
            </p:cNvPr>
            <p:cNvSpPr txBox="1"/>
            <p:nvPr/>
          </p:nvSpPr>
          <p:spPr>
            <a:xfrm>
              <a:off x="11246498" y="4484411"/>
              <a:ext cx="403983" cy="369332"/>
            </a:xfrm>
            <a:prstGeom prst="rect">
              <a:avLst/>
            </a:prstGeom>
            <a:noFill/>
          </p:spPr>
          <p:txBody>
            <a:bodyPr wrap="square">
              <a:spAutoFit/>
            </a:bodyPr>
            <a:lstStyle/>
            <a:p>
              <a:pPr algn="ctr"/>
              <a:r>
                <a:rPr lang="en-US" dirty="0">
                  <a:latin typeface="Consolas" panose="020B0609020204030204" pitchFamily="49" charset="0"/>
                </a:rPr>
                <a:t>n</a:t>
              </a:r>
              <a:r>
                <a:rPr lang="en-US" baseline="-25000" dirty="0">
                  <a:latin typeface="Consolas" panose="020B0609020204030204" pitchFamily="49" charset="0"/>
                </a:rPr>
                <a:t>1</a:t>
              </a:r>
            </a:p>
          </p:txBody>
        </p:sp>
        <p:sp>
          <p:nvSpPr>
            <p:cNvPr id="60" name="TextBox 59">
              <a:extLst>
                <a:ext uri="{FF2B5EF4-FFF2-40B4-BE49-F238E27FC236}">
                  <a16:creationId xmlns:a16="http://schemas.microsoft.com/office/drawing/2014/main" id="{6D21BF72-EF2F-401B-B0F6-D2D0D4AB2AB8}"/>
                </a:ext>
              </a:extLst>
            </p:cNvPr>
            <p:cNvSpPr txBox="1"/>
            <p:nvPr/>
          </p:nvSpPr>
          <p:spPr>
            <a:xfrm>
              <a:off x="8447436" y="1218952"/>
              <a:ext cx="317716" cy="369332"/>
            </a:xfrm>
            <a:prstGeom prst="rect">
              <a:avLst/>
            </a:prstGeom>
            <a:noFill/>
            <a:ln w="19050">
              <a:solidFill>
                <a:schemeClr val="tx1"/>
              </a:solidFill>
            </a:ln>
          </p:spPr>
          <p:txBody>
            <a:bodyPr wrap="square" rtlCol="0">
              <a:spAutoFit/>
            </a:bodyPr>
            <a:lstStyle/>
            <a:p>
              <a:r>
                <a:rPr lang="pt-BR" dirty="0"/>
                <a:t>E</a:t>
              </a:r>
              <a:endParaRPr lang="en-US" dirty="0"/>
            </a:p>
          </p:txBody>
        </p:sp>
        <p:cxnSp>
          <p:nvCxnSpPr>
            <p:cNvPr id="61" name="Straight Arrow Connector 60">
              <a:extLst>
                <a:ext uri="{FF2B5EF4-FFF2-40B4-BE49-F238E27FC236}">
                  <a16:creationId xmlns:a16="http://schemas.microsoft.com/office/drawing/2014/main" id="{EC1F5F7D-5A95-46AE-9F92-F3C551B83899}"/>
                </a:ext>
              </a:extLst>
            </p:cNvPr>
            <p:cNvCxnSpPr>
              <a:cxnSpLocks/>
            </p:cNvCxnSpPr>
            <p:nvPr/>
          </p:nvCxnSpPr>
          <p:spPr>
            <a:xfrm rot="16200000" flipV="1">
              <a:off x="11629815" y="3213222"/>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2" name="Straight Arrow Connector 61">
              <a:extLst>
                <a:ext uri="{FF2B5EF4-FFF2-40B4-BE49-F238E27FC236}">
                  <a16:creationId xmlns:a16="http://schemas.microsoft.com/office/drawing/2014/main" id="{7D77C659-182C-46A8-AAC4-395B16A0AD5D}"/>
                </a:ext>
              </a:extLst>
            </p:cNvPr>
            <p:cNvCxnSpPr>
              <a:cxnSpLocks/>
            </p:cNvCxnSpPr>
            <p:nvPr/>
          </p:nvCxnSpPr>
          <p:spPr>
            <a:xfrm rot="10800000" flipV="1">
              <a:off x="9885550" y="191537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3" name="Straight Arrow Connector 62">
              <a:extLst>
                <a:ext uri="{FF2B5EF4-FFF2-40B4-BE49-F238E27FC236}">
                  <a16:creationId xmlns:a16="http://schemas.microsoft.com/office/drawing/2014/main" id="{2EBF3BD0-A7E7-4F2B-AC5D-AF5953BBCC71}"/>
                </a:ext>
              </a:extLst>
            </p:cNvPr>
            <p:cNvCxnSpPr>
              <a:cxnSpLocks/>
            </p:cNvCxnSpPr>
            <p:nvPr/>
          </p:nvCxnSpPr>
          <p:spPr>
            <a:xfrm flipV="1">
              <a:off x="10020103" y="4770558"/>
              <a:ext cx="3383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4" name="TextBox 63">
              <a:extLst>
                <a:ext uri="{FF2B5EF4-FFF2-40B4-BE49-F238E27FC236}">
                  <a16:creationId xmlns:a16="http://schemas.microsoft.com/office/drawing/2014/main" id="{5A89744E-2BFA-4E9F-962D-B48001F0B427}"/>
                </a:ext>
              </a:extLst>
            </p:cNvPr>
            <p:cNvSpPr txBox="1"/>
            <p:nvPr/>
          </p:nvSpPr>
          <p:spPr>
            <a:xfrm>
              <a:off x="10026538" y="5031659"/>
              <a:ext cx="317716" cy="369332"/>
            </a:xfrm>
            <a:prstGeom prst="rect">
              <a:avLst/>
            </a:prstGeom>
            <a:noFill/>
            <a:ln w="19050">
              <a:solidFill>
                <a:schemeClr val="tx1"/>
              </a:solidFill>
            </a:ln>
          </p:spPr>
          <p:txBody>
            <a:bodyPr wrap="square" rtlCol="0">
              <a:spAutoFit/>
            </a:bodyPr>
            <a:lstStyle/>
            <a:p>
              <a:r>
                <a:rPr lang="pt-BR" dirty="0"/>
                <a:t>A</a:t>
              </a:r>
              <a:endParaRPr lang="en-US" dirty="0"/>
            </a:p>
          </p:txBody>
        </p:sp>
        <p:cxnSp>
          <p:nvCxnSpPr>
            <p:cNvPr id="65" name="Straight Arrow Connector 64">
              <a:extLst>
                <a:ext uri="{FF2B5EF4-FFF2-40B4-BE49-F238E27FC236}">
                  <a16:creationId xmlns:a16="http://schemas.microsoft.com/office/drawing/2014/main" id="{C828D0CA-CF6C-42F6-A607-8580726FEAAF}"/>
                </a:ext>
              </a:extLst>
            </p:cNvPr>
            <p:cNvCxnSpPr>
              <a:cxnSpLocks/>
            </p:cNvCxnSpPr>
            <p:nvPr/>
          </p:nvCxnSpPr>
          <p:spPr>
            <a:xfrm rot="10800000" flipV="1">
              <a:off x="10028540" y="4930691"/>
              <a:ext cx="3383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6" name="TextBox 65">
              <a:extLst>
                <a:ext uri="{FF2B5EF4-FFF2-40B4-BE49-F238E27FC236}">
                  <a16:creationId xmlns:a16="http://schemas.microsoft.com/office/drawing/2014/main" id="{5C779971-3B59-4DE0-BA06-819A436997F5}"/>
                </a:ext>
              </a:extLst>
            </p:cNvPr>
            <p:cNvSpPr txBox="1"/>
            <p:nvPr/>
          </p:nvSpPr>
          <p:spPr>
            <a:xfrm>
              <a:off x="9949009" y="1218952"/>
              <a:ext cx="317716" cy="369332"/>
            </a:xfrm>
            <a:prstGeom prst="rect">
              <a:avLst/>
            </a:prstGeom>
            <a:noFill/>
            <a:ln w="19050">
              <a:solidFill>
                <a:schemeClr val="tx1"/>
              </a:solidFill>
            </a:ln>
          </p:spPr>
          <p:txBody>
            <a:bodyPr wrap="square" rtlCol="0">
              <a:spAutoFit/>
            </a:bodyPr>
            <a:lstStyle/>
            <a:p>
              <a:r>
                <a:rPr lang="pt-BR" dirty="0"/>
                <a:t>F</a:t>
              </a:r>
              <a:endParaRPr lang="en-US" dirty="0"/>
            </a:p>
          </p:txBody>
        </p:sp>
        <p:sp>
          <p:nvSpPr>
            <p:cNvPr id="67" name="TextBox 66">
              <a:extLst>
                <a:ext uri="{FF2B5EF4-FFF2-40B4-BE49-F238E27FC236}">
                  <a16:creationId xmlns:a16="http://schemas.microsoft.com/office/drawing/2014/main" id="{28207572-FADA-4E62-8CCF-EC83FB5F6370}"/>
                </a:ext>
              </a:extLst>
            </p:cNvPr>
            <p:cNvSpPr txBox="1"/>
            <p:nvPr/>
          </p:nvSpPr>
          <p:spPr>
            <a:xfrm>
              <a:off x="9416136" y="3601484"/>
              <a:ext cx="469397" cy="369332"/>
            </a:xfrm>
            <a:prstGeom prst="rect">
              <a:avLst/>
            </a:prstGeom>
            <a:noFill/>
          </p:spPr>
          <p:txBody>
            <a:bodyPr wrap="square">
              <a:spAutoFit/>
            </a:bodyPr>
            <a:lstStyle/>
            <a:p>
              <a:pPr algn="ctr"/>
              <a:r>
                <a:rPr lang="en-US" dirty="0">
                  <a:solidFill>
                    <a:srgbClr val="FF0000"/>
                  </a:solidFill>
                  <a:latin typeface="Consolas" panose="020B0609020204030204" pitchFamily="49" charset="0"/>
                </a:rPr>
                <a:t>g</a:t>
              </a:r>
              <a:r>
                <a:rPr lang="en-US" baseline="-25000" dirty="0">
                  <a:solidFill>
                    <a:srgbClr val="FF0000"/>
                  </a:solidFill>
                  <a:latin typeface="Consolas" panose="020B0609020204030204" pitchFamily="49" charset="0"/>
                </a:rPr>
                <a:t>0</a:t>
              </a:r>
            </a:p>
          </p:txBody>
        </p:sp>
        <p:sp>
          <p:nvSpPr>
            <p:cNvPr id="68" name="TextBox 67">
              <a:extLst>
                <a:ext uri="{FF2B5EF4-FFF2-40B4-BE49-F238E27FC236}">
                  <a16:creationId xmlns:a16="http://schemas.microsoft.com/office/drawing/2014/main" id="{38636226-9A6E-454E-81B3-ABE10102B591}"/>
                </a:ext>
              </a:extLst>
            </p:cNvPr>
            <p:cNvSpPr txBox="1"/>
            <p:nvPr/>
          </p:nvSpPr>
          <p:spPr>
            <a:xfrm>
              <a:off x="9907369" y="4239373"/>
              <a:ext cx="317716" cy="369332"/>
            </a:xfrm>
            <a:prstGeom prst="rect">
              <a:avLst/>
            </a:prstGeom>
            <a:noFill/>
            <a:ln w="19050">
              <a:solidFill>
                <a:schemeClr val="bg1"/>
              </a:solidFill>
            </a:ln>
          </p:spPr>
          <p:txBody>
            <a:bodyPr wrap="square" rtlCol="0">
              <a:spAutoFit/>
            </a:bodyPr>
            <a:lstStyle/>
            <a:p>
              <a:pPr algn="ctr"/>
              <a:r>
                <a:rPr lang="pt-BR" dirty="0"/>
                <a:t>N</a:t>
              </a:r>
              <a:endParaRPr lang="en-US" dirty="0"/>
            </a:p>
          </p:txBody>
        </p:sp>
        <p:cxnSp>
          <p:nvCxnSpPr>
            <p:cNvPr id="69" name="Straight Arrow Connector 68">
              <a:extLst>
                <a:ext uri="{FF2B5EF4-FFF2-40B4-BE49-F238E27FC236}">
                  <a16:creationId xmlns:a16="http://schemas.microsoft.com/office/drawing/2014/main" id="{5F2B14AC-BE0D-4DF1-BEAD-964939881CF7}"/>
                </a:ext>
              </a:extLst>
            </p:cNvPr>
            <p:cNvCxnSpPr>
              <a:cxnSpLocks/>
            </p:cNvCxnSpPr>
            <p:nvPr/>
          </p:nvCxnSpPr>
          <p:spPr>
            <a:xfrm rot="15420000" flipV="1">
              <a:off x="8895174" y="3008572"/>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0" name="Oval 69">
              <a:extLst>
                <a:ext uri="{FF2B5EF4-FFF2-40B4-BE49-F238E27FC236}">
                  <a16:creationId xmlns:a16="http://schemas.microsoft.com/office/drawing/2014/main" id="{D223D1B0-ABEA-4BB5-91F2-63321AEC1580}"/>
                </a:ext>
              </a:extLst>
            </p:cNvPr>
            <p:cNvSpPr/>
            <p:nvPr/>
          </p:nvSpPr>
          <p:spPr>
            <a:xfrm>
              <a:off x="11776817" y="1688257"/>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71" name="Oval 70">
              <a:extLst>
                <a:ext uri="{FF2B5EF4-FFF2-40B4-BE49-F238E27FC236}">
                  <a16:creationId xmlns:a16="http://schemas.microsoft.com/office/drawing/2014/main" id="{54212932-1773-4C19-83ED-95A7FDC61296}"/>
                </a:ext>
              </a:extLst>
            </p:cNvPr>
            <p:cNvSpPr/>
            <p:nvPr/>
          </p:nvSpPr>
          <p:spPr>
            <a:xfrm>
              <a:off x="11768824" y="469017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a:t>
              </a:r>
              <a:endParaRPr lang="en-US" dirty="0"/>
            </a:p>
          </p:txBody>
        </p:sp>
        <p:cxnSp>
          <p:nvCxnSpPr>
            <p:cNvPr id="72" name="Straight Arrow Connector 71">
              <a:extLst>
                <a:ext uri="{FF2B5EF4-FFF2-40B4-BE49-F238E27FC236}">
                  <a16:creationId xmlns:a16="http://schemas.microsoft.com/office/drawing/2014/main" id="{B10303B2-789A-486A-B2C5-AF591EF4D9F2}"/>
                </a:ext>
              </a:extLst>
            </p:cNvPr>
            <p:cNvCxnSpPr>
              <a:cxnSpLocks/>
            </p:cNvCxnSpPr>
            <p:nvPr/>
          </p:nvCxnSpPr>
          <p:spPr>
            <a:xfrm flipH="1">
              <a:off x="8489459" y="1879409"/>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3" name="TextBox 72">
              <a:extLst>
                <a:ext uri="{FF2B5EF4-FFF2-40B4-BE49-F238E27FC236}">
                  <a16:creationId xmlns:a16="http://schemas.microsoft.com/office/drawing/2014/main" id="{41680D9B-9EE8-4A1B-B8E4-1DC4F30D690F}"/>
                </a:ext>
              </a:extLst>
            </p:cNvPr>
            <p:cNvSpPr txBox="1"/>
            <p:nvPr/>
          </p:nvSpPr>
          <p:spPr>
            <a:xfrm>
              <a:off x="9155532" y="4048331"/>
              <a:ext cx="403983" cy="369332"/>
            </a:xfrm>
            <a:prstGeom prst="rect">
              <a:avLst/>
            </a:prstGeom>
            <a:noFill/>
          </p:spPr>
          <p:txBody>
            <a:bodyPr wrap="square">
              <a:spAutoFit/>
            </a:bodyPr>
            <a:lstStyle/>
            <a:p>
              <a:pPr algn="ctr"/>
              <a:r>
                <a:rPr lang="en-US" dirty="0">
                  <a:latin typeface="Consolas" panose="020B0609020204030204" pitchFamily="49" charset="0"/>
                </a:rPr>
                <a:t>n</a:t>
              </a:r>
              <a:r>
                <a:rPr lang="en-US" baseline="-25000" dirty="0">
                  <a:latin typeface="Consolas" panose="020B0609020204030204" pitchFamily="49" charset="0"/>
                </a:rPr>
                <a:t>3</a:t>
              </a:r>
            </a:p>
          </p:txBody>
        </p:sp>
        <p:cxnSp>
          <p:nvCxnSpPr>
            <p:cNvPr id="74" name="Straight Arrow Connector 73">
              <a:extLst>
                <a:ext uri="{FF2B5EF4-FFF2-40B4-BE49-F238E27FC236}">
                  <a16:creationId xmlns:a16="http://schemas.microsoft.com/office/drawing/2014/main" id="{32E15A21-76FD-41C2-9D81-76D5303A8BC9}"/>
                </a:ext>
              </a:extLst>
            </p:cNvPr>
            <p:cNvCxnSpPr>
              <a:cxnSpLocks/>
            </p:cNvCxnSpPr>
            <p:nvPr/>
          </p:nvCxnSpPr>
          <p:spPr>
            <a:xfrm rot="8520000" flipV="1">
              <a:off x="8786970" y="442403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5" name="Straight Arrow Connector 74">
              <a:extLst>
                <a:ext uri="{FF2B5EF4-FFF2-40B4-BE49-F238E27FC236}">
                  <a16:creationId xmlns:a16="http://schemas.microsoft.com/office/drawing/2014/main" id="{80955587-CD38-4E0F-9162-70A3761AEF85}"/>
                </a:ext>
              </a:extLst>
            </p:cNvPr>
            <p:cNvCxnSpPr>
              <a:cxnSpLocks/>
            </p:cNvCxnSpPr>
            <p:nvPr/>
          </p:nvCxnSpPr>
          <p:spPr>
            <a:xfrm rot="19320000" flipV="1">
              <a:off x="8712224" y="431346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6" name="Oval 75">
              <a:extLst>
                <a:ext uri="{FF2B5EF4-FFF2-40B4-BE49-F238E27FC236}">
                  <a16:creationId xmlns:a16="http://schemas.microsoft.com/office/drawing/2014/main" id="{F52E37B7-7793-4F89-A92A-CD95E7E870E4}"/>
                </a:ext>
              </a:extLst>
            </p:cNvPr>
            <p:cNvSpPr/>
            <p:nvPr/>
          </p:nvSpPr>
          <p:spPr>
            <a:xfrm>
              <a:off x="8202663" y="469642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77" name="TextBox 76">
              <a:extLst>
                <a:ext uri="{FF2B5EF4-FFF2-40B4-BE49-F238E27FC236}">
                  <a16:creationId xmlns:a16="http://schemas.microsoft.com/office/drawing/2014/main" id="{3EE040D7-C534-4997-A8DE-D20C8015C2A1}"/>
                </a:ext>
              </a:extLst>
            </p:cNvPr>
            <p:cNvSpPr txBox="1"/>
            <p:nvPr/>
          </p:nvSpPr>
          <p:spPr>
            <a:xfrm>
              <a:off x="10260476" y="3941251"/>
              <a:ext cx="403983" cy="369332"/>
            </a:xfrm>
            <a:prstGeom prst="rect">
              <a:avLst/>
            </a:prstGeom>
            <a:noFill/>
          </p:spPr>
          <p:txBody>
            <a:bodyPr wrap="square">
              <a:spAutoFit/>
            </a:bodyPr>
            <a:lstStyle/>
            <a:p>
              <a:pPr algn="ctr"/>
              <a:r>
                <a:rPr lang="en-US" dirty="0">
                  <a:latin typeface="Consolas" panose="020B0609020204030204" pitchFamily="49" charset="0"/>
                </a:rPr>
                <a:t>n</a:t>
              </a:r>
              <a:r>
                <a:rPr lang="en-US" baseline="-25000" dirty="0">
                  <a:latin typeface="Consolas" panose="020B0609020204030204" pitchFamily="49" charset="0"/>
                </a:rPr>
                <a:t>2</a:t>
              </a:r>
            </a:p>
          </p:txBody>
        </p:sp>
        <p:sp>
          <p:nvSpPr>
            <p:cNvPr id="78" name="TextBox 77">
              <a:extLst>
                <a:ext uri="{FF2B5EF4-FFF2-40B4-BE49-F238E27FC236}">
                  <a16:creationId xmlns:a16="http://schemas.microsoft.com/office/drawing/2014/main" id="{52ABE7D3-5155-4D18-8B7D-8CA1EEA981F3}"/>
                </a:ext>
              </a:extLst>
            </p:cNvPr>
            <p:cNvSpPr txBox="1"/>
            <p:nvPr/>
          </p:nvSpPr>
          <p:spPr>
            <a:xfrm>
              <a:off x="9032093" y="3562474"/>
              <a:ext cx="403983" cy="369332"/>
            </a:xfrm>
            <a:prstGeom prst="rect">
              <a:avLst/>
            </a:prstGeom>
            <a:noFill/>
          </p:spPr>
          <p:txBody>
            <a:bodyPr wrap="square">
              <a:spAutoFit/>
            </a:bodyPr>
            <a:lstStyle/>
            <a:p>
              <a:r>
                <a:rPr lang="en-US" dirty="0">
                  <a:latin typeface="Consolas" panose="020B0609020204030204" pitchFamily="49" charset="0"/>
                </a:rPr>
                <a:t>i</a:t>
              </a:r>
              <a:r>
                <a:rPr lang="en-US" baseline="-25000" dirty="0">
                  <a:latin typeface="Consolas" panose="020B0609020204030204" pitchFamily="49" charset="0"/>
                </a:rPr>
                <a:t>2</a:t>
              </a:r>
            </a:p>
          </p:txBody>
        </p:sp>
        <p:sp>
          <p:nvSpPr>
            <p:cNvPr id="79" name="TextBox 78">
              <a:extLst>
                <a:ext uri="{FF2B5EF4-FFF2-40B4-BE49-F238E27FC236}">
                  <a16:creationId xmlns:a16="http://schemas.microsoft.com/office/drawing/2014/main" id="{ACDE8EA2-A7AD-47CC-8B6D-2772D81154F5}"/>
                </a:ext>
              </a:extLst>
            </p:cNvPr>
            <p:cNvSpPr txBox="1"/>
            <p:nvPr/>
          </p:nvSpPr>
          <p:spPr>
            <a:xfrm>
              <a:off x="11341673" y="2909641"/>
              <a:ext cx="377234" cy="369332"/>
            </a:xfrm>
            <a:prstGeom prst="rect">
              <a:avLst/>
            </a:prstGeom>
            <a:noFill/>
            <a:ln w="19050">
              <a:solidFill>
                <a:schemeClr val="bg1"/>
              </a:solidFill>
            </a:ln>
          </p:spPr>
          <p:txBody>
            <a:bodyPr wrap="square" rtlCol="0">
              <a:spAutoFit/>
            </a:bodyPr>
            <a:lstStyle/>
            <a:p>
              <a:pPr algn="ctr"/>
              <a:r>
                <a:rPr lang="pt-BR" dirty="0"/>
                <a:t>L</a:t>
              </a:r>
              <a:endParaRPr lang="en-US" dirty="0"/>
            </a:p>
          </p:txBody>
        </p:sp>
        <p:sp>
          <p:nvSpPr>
            <p:cNvPr id="80" name="Oval 79">
              <a:extLst>
                <a:ext uri="{FF2B5EF4-FFF2-40B4-BE49-F238E27FC236}">
                  <a16:creationId xmlns:a16="http://schemas.microsoft.com/office/drawing/2014/main" id="{FBFB379D-8FA7-4265-8A27-67B658D90E3D}"/>
                </a:ext>
              </a:extLst>
            </p:cNvPr>
            <p:cNvSpPr/>
            <p:nvPr/>
          </p:nvSpPr>
          <p:spPr>
            <a:xfrm>
              <a:off x="11195592" y="1688381"/>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81" name="Oval 80">
              <a:extLst>
                <a:ext uri="{FF2B5EF4-FFF2-40B4-BE49-F238E27FC236}">
                  <a16:creationId xmlns:a16="http://schemas.microsoft.com/office/drawing/2014/main" id="{293CA001-8B2E-4D1E-9CE0-21423A41FEA1}"/>
                </a:ext>
              </a:extLst>
            </p:cNvPr>
            <p:cNvSpPr/>
            <p:nvPr/>
          </p:nvSpPr>
          <p:spPr>
            <a:xfrm>
              <a:off x="10613831" y="385870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F</a:t>
              </a:r>
              <a:endParaRPr lang="en-US" dirty="0"/>
            </a:p>
          </p:txBody>
        </p:sp>
        <p:cxnSp>
          <p:nvCxnSpPr>
            <p:cNvPr id="82" name="Straight Arrow Connector 81">
              <a:extLst>
                <a:ext uri="{FF2B5EF4-FFF2-40B4-BE49-F238E27FC236}">
                  <a16:creationId xmlns:a16="http://schemas.microsoft.com/office/drawing/2014/main" id="{ADA3735D-C69C-4B4C-A7DA-DF1BE32E7ACA}"/>
                </a:ext>
              </a:extLst>
            </p:cNvPr>
            <p:cNvCxnSpPr>
              <a:cxnSpLocks/>
            </p:cNvCxnSpPr>
            <p:nvPr/>
          </p:nvCxnSpPr>
          <p:spPr>
            <a:xfrm flipV="1">
              <a:off x="9936584" y="3931806"/>
              <a:ext cx="3383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3" name="Straight Arrow Connector 82">
              <a:extLst>
                <a:ext uri="{FF2B5EF4-FFF2-40B4-BE49-F238E27FC236}">
                  <a16:creationId xmlns:a16="http://schemas.microsoft.com/office/drawing/2014/main" id="{308097C6-A9DE-460F-8C4B-8E4C55619F08}"/>
                </a:ext>
              </a:extLst>
            </p:cNvPr>
            <p:cNvCxnSpPr>
              <a:cxnSpLocks/>
            </p:cNvCxnSpPr>
            <p:nvPr/>
          </p:nvCxnSpPr>
          <p:spPr>
            <a:xfrm rot="10800000" flipV="1">
              <a:off x="9926278" y="4075593"/>
              <a:ext cx="3383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4" name="TextBox 83">
              <a:extLst>
                <a:ext uri="{FF2B5EF4-FFF2-40B4-BE49-F238E27FC236}">
                  <a16:creationId xmlns:a16="http://schemas.microsoft.com/office/drawing/2014/main" id="{BFF687CF-DBF0-4462-9B34-D5E4D7770ECE}"/>
                </a:ext>
              </a:extLst>
            </p:cNvPr>
            <p:cNvSpPr txBox="1"/>
            <p:nvPr/>
          </p:nvSpPr>
          <p:spPr>
            <a:xfrm>
              <a:off x="11561178" y="4310212"/>
              <a:ext cx="403983" cy="369332"/>
            </a:xfrm>
            <a:prstGeom prst="rect">
              <a:avLst/>
            </a:prstGeom>
            <a:noFill/>
          </p:spPr>
          <p:txBody>
            <a:bodyPr wrap="square">
              <a:spAutoFit/>
            </a:bodyPr>
            <a:lstStyle/>
            <a:p>
              <a:r>
                <a:rPr lang="en-US" dirty="0">
                  <a:latin typeface="Consolas" panose="020B0609020204030204" pitchFamily="49" charset="0"/>
                </a:rPr>
                <a:t>l</a:t>
              </a:r>
              <a:r>
                <a:rPr lang="en-US" baseline="-25000" dirty="0">
                  <a:latin typeface="Consolas" panose="020B0609020204030204" pitchFamily="49" charset="0"/>
                </a:rPr>
                <a:t>2</a:t>
              </a:r>
            </a:p>
          </p:txBody>
        </p:sp>
        <p:sp>
          <p:nvSpPr>
            <p:cNvPr id="85" name="TextBox 84">
              <a:extLst>
                <a:ext uri="{FF2B5EF4-FFF2-40B4-BE49-F238E27FC236}">
                  <a16:creationId xmlns:a16="http://schemas.microsoft.com/office/drawing/2014/main" id="{33089F8F-34AD-4AD0-9598-5FC9D7B3EAB1}"/>
                </a:ext>
              </a:extLst>
            </p:cNvPr>
            <p:cNvSpPr txBox="1"/>
            <p:nvPr/>
          </p:nvSpPr>
          <p:spPr>
            <a:xfrm>
              <a:off x="10802152" y="3715857"/>
              <a:ext cx="403983" cy="369332"/>
            </a:xfrm>
            <a:prstGeom prst="rect">
              <a:avLst/>
            </a:prstGeom>
            <a:noFill/>
          </p:spPr>
          <p:txBody>
            <a:bodyPr wrap="square">
              <a:spAutoFit/>
            </a:bodyPr>
            <a:lstStyle/>
            <a:p>
              <a:r>
                <a:rPr lang="en-US" dirty="0">
                  <a:latin typeface="Consolas" panose="020B0609020204030204" pitchFamily="49" charset="0"/>
                </a:rPr>
                <a:t>l</a:t>
              </a:r>
              <a:r>
                <a:rPr lang="en-US" baseline="-25000" dirty="0">
                  <a:latin typeface="Consolas" panose="020B0609020204030204" pitchFamily="49" charset="0"/>
                </a:rPr>
                <a:t>1</a:t>
              </a:r>
            </a:p>
          </p:txBody>
        </p:sp>
        <p:cxnSp>
          <p:nvCxnSpPr>
            <p:cNvPr id="86" name="Straight Arrow Connector 85">
              <a:extLst>
                <a:ext uri="{FF2B5EF4-FFF2-40B4-BE49-F238E27FC236}">
                  <a16:creationId xmlns:a16="http://schemas.microsoft.com/office/drawing/2014/main" id="{9A085934-9394-482A-9DC2-FFFE70BC1ED4}"/>
                </a:ext>
              </a:extLst>
            </p:cNvPr>
            <p:cNvCxnSpPr>
              <a:cxnSpLocks/>
            </p:cNvCxnSpPr>
            <p:nvPr/>
          </p:nvCxnSpPr>
          <p:spPr>
            <a:xfrm flipH="1">
              <a:off x="11538865" y="1915375"/>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7" name="Straight Arrow Connector 86">
              <a:extLst>
                <a:ext uri="{FF2B5EF4-FFF2-40B4-BE49-F238E27FC236}">
                  <a16:creationId xmlns:a16="http://schemas.microsoft.com/office/drawing/2014/main" id="{62490639-5BAE-4FAC-8625-C1226D51B7F0}"/>
                </a:ext>
              </a:extLst>
            </p:cNvPr>
            <p:cNvCxnSpPr>
              <a:cxnSpLocks/>
            </p:cNvCxnSpPr>
            <p:nvPr/>
          </p:nvCxnSpPr>
          <p:spPr>
            <a:xfrm rot="2220000" flipV="1">
              <a:off x="11088099" y="4303859"/>
              <a:ext cx="3383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8" name="Straight Arrow Connector 87">
              <a:extLst>
                <a:ext uri="{FF2B5EF4-FFF2-40B4-BE49-F238E27FC236}">
                  <a16:creationId xmlns:a16="http://schemas.microsoft.com/office/drawing/2014/main" id="{AFEB7452-797F-4E22-9D11-A08D0B7EF179}"/>
                </a:ext>
              </a:extLst>
            </p:cNvPr>
            <p:cNvCxnSpPr>
              <a:cxnSpLocks/>
            </p:cNvCxnSpPr>
            <p:nvPr/>
          </p:nvCxnSpPr>
          <p:spPr>
            <a:xfrm rot="13020000" flipV="1">
              <a:off x="11002451" y="4407629"/>
              <a:ext cx="3383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9" name="Straight Arrow Connector 88">
              <a:extLst>
                <a:ext uri="{FF2B5EF4-FFF2-40B4-BE49-F238E27FC236}">
                  <a16:creationId xmlns:a16="http://schemas.microsoft.com/office/drawing/2014/main" id="{7ADF1D82-D560-4A09-995A-1EAD790C44E1}"/>
                </a:ext>
              </a:extLst>
            </p:cNvPr>
            <p:cNvCxnSpPr>
              <a:cxnSpLocks/>
            </p:cNvCxnSpPr>
            <p:nvPr/>
          </p:nvCxnSpPr>
          <p:spPr>
            <a:xfrm rot="17100000" flipV="1">
              <a:off x="10744762" y="297908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0" name="Straight Arrow Connector 89">
              <a:extLst>
                <a:ext uri="{FF2B5EF4-FFF2-40B4-BE49-F238E27FC236}">
                  <a16:creationId xmlns:a16="http://schemas.microsoft.com/office/drawing/2014/main" id="{C687F700-9960-4DA1-A247-19B74148C0DB}"/>
                </a:ext>
              </a:extLst>
            </p:cNvPr>
            <p:cNvCxnSpPr>
              <a:cxnSpLocks/>
            </p:cNvCxnSpPr>
            <p:nvPr/>
          </p:nvCxnSpPr>
          <p:spPr>
            <a:xfrm rot="6300000" flipV="1">
              <a:off x="10877563" y="302469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91" name="Group 90">
            <a:extLst>
              <a:ext uri="{FF2B5EF4-FFF2-40B4-BE49-F238E27FC236}">
                <a16:creationId xmlns:a16="http://schemas.microsoft.com/office/drawing/2014/main" id="{E190A94A-452F-4AE0-9AA7-0DF39B48744D}"/>
              </a:ext>
            </a:extLst>
          </p:cNvPr>
          <p:cNvGrpSpPr/>
          <p:nvPr/>
        </p:nvGrpSpPr>
        <p:grpSpPr>
          <a:xfrm>
            <a:off x="7795274" y="1988174"/>
            <a:ext cx="1957010" cy="4524739"/>
            <a:chOff x="4998567" y="1228900"/>
            <a:chExt cx="1957010" cy="4524739"/>
          </a:xfrm>
        </p:grpSpPr>
        <p:sp>
          <p:nvSpPr>
            <p:cNvPr id="92" name="Rectangle 91">
              <a:extLst>
                <a:ext uri="{FF2B5EF4-FFF2-40B4-BE49-F238E27FC236}">
                  <a16:creationId xmlns:a16="http://schemas.microsoft.com/office/drawing/2014/main" id="{6BCBA0E4-4CBA-4BBA-BD13-5932C7BDC1B0}"/>
                </a:ext>
              </a:extLst>
            </p:cNvPr>
            <p:cNvSpPr/>
            <p:nvPr/>
          </p:nvSpPr>
          <p:spPr>
            <a:xfrm>
              <a:off x="5675635" y="1473506"/>
              <a:ext cx="595051" cy="1776224"/>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93" name="Oval 92">
              <a:extLst>
                <a:ext uri="{FF2B5EF4-FFF2-40B4-BE49-F238E27FC236}">
                  <a16:creationId xmlns:a16="http://schemas.microsoft.com/office/drawing/2014/main" id="{59286928-3ABF-41B2-9177-A840BAB80CB2}"/>
                </a:ext>
              </a:extLst>
            </p:cNvPr>
            <p:cNvSpPr/>
            <p:nvPr/>
          </p:nvSpPr>
          <p:spPr>
            <a:xfrm>
              <a:off x="5530935" y="1228900"/>
              <a:ext cx="884450" cy="491478"/>
            </a:xfrm>
            <a:prstGeom prst="ellipse">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a:t>
              </a:r>
            </a:p>
          </p:txBody>
        </p:sp>
        <p:sp>
          <p:nvSpPr>
            <p:cNvPr id="94" name="Rectangle 93">
              <a:extLst>
                <a:ext uri="{FF2B5EF4-FFF2-40B4-BE49-F238E27FC236}">
                  <a16:creationId xmlns:a16="http://schemas.microsoft.com/office/drawing/2014/main" id="{44DB4A26-6F6C-4E0D-BEA9-10C2C246AC3A}"/>
                </a:ext>
              </a:extLst>
            </p:cNvPr>
            <p:cNvSpPr/>
            <p:nvPr/>
          </p:nvSpPr>
          <p:spPr>
            <a:xfrm>
              <a:off x="5681906" y="3231481"/>
              <a:ext cx="595051" cy="1776224"/>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95" name="Oval 94">
              <a:extLst>
                <a:ext uri="{FF2B5EF4-FFF2-40B4-BE49-F238E27FC236}">
                  <a16:creationId xmlns:a16="http://schemas.microsoft.com/office/drawing/2014/main" id="{541A6DB4-9A83-486E-BA35-9DD76DF3ED10}"/>
                </a:ext>
              </a:extLst>
            </p:cNvPr>
            <p:cNvSpPr/>
            <p:nvPr/>
          </p:nvSpPr>
          <p:spPr>
            <a:xfrm>
              <a:off x="5469602" y="4738411"/>
              <a:ext cx="987413" cy="548693"/>
            </a:xfrm>
            <a:prstGeom prst="ellipse">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a:t>
              </a:r>
            </a:p>
          </p:txBody>
        </p:sp>
        <p:cxnSp>
          <p:nvCxnSpPr>
            <p:cNvPr id="96" name="Straight Connector 95">
              <a:extLst>
                <a:ext uri="{FF2B5EF4-FFF2-40B4-BE49-F238E27FC236}">
                  <a16:creationId xmlns:a16="http://schemas.microsoft.com/office/drawing/2014/main" id="{C8F898CD-95FD-4A31-B936-9EA72B649495}"/>
                </a:ext>
              </a:extLst>
            </p:cNvPr>
            <p:cNvCxnSpPr>
              <a:cxnSpLocks/>
            </p:cNvCxnSpPr>
            <p:nvPr/>
          </p:nvCxnSpPr>
          <p:spPr>
            <a:xfrm rot="2700000">
              <a:off x="6558702" y="2574816"/>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97" name="Straight Connector 96">
              <a:extLst>
                <a:ext uri="{FF2B5EF4-FFF2-40B4-BE49-F238E27FC236}">
                  <a16:creationId xmlns:a16="http://schemas.microsoft.com/office/drawing/2014/main" id="{045DDE01-2409-4F51-94EC-CC55BE501324}"/>
                </a:ext>
              </a:extLst>
            </p:cNvPr>
            <p:cNvCxnSpPr>
              <a:cxnSpLocks/>
            </p:cNvCxnSpPr>
            <p:nvPr/>
          </p:nvCxnSpPr>
          <p:spPr>
            <a:xfrm rot="18900000">
              <a:off x="5398156" y="2574817"/>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98" name="Straight Connector 97">
              <a:extLst>
                <a:ext uri="{FF2B5EF4-FFF2-40B4-BE49-F238E27FC236}">
                  <a16:creationId xmlns:a16="http://schemas.microsoft.com/office/drawing/2014/main" id="{738B06F1-2C62-4010-A0B7-7C56F0D6A672}"/>
                </a:ext>
              </a:extLst>
            </p:cNvPr>
            <p:cNvCxnSpPr>
              <a:cxnSpLocks/>
            </p:cNvCxnSpPr>
            <p:nvPr/>
          </p:nvCxnSpPr>
          <p:spPr>
            <a:xfrm rot="18900000">
              <a:off x="6558702" y="4901570"/>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99" name="Straight Connector 98">
              <a:extLst>
                <a:ext uri="{FF2B5EF4-FFF2-40B4-BE49-F238E27FC236}">
                  <a16:creationId xmlns:a16="http://schemas.microsoft.com/office/drawing/2014/main" id="{B56FE60F-99A1-44D0-83E4-DD580795CB5C}"/>
                </a:ext>
              </a:extLst>
            </p:cNvPr>
            <p:cNvCxnSpPr>
              <a:cxnSpLocks/>
            </p:cNvCxnSpPr>
            <p:nvPr/>
          </p:nvCxnSpPr>
          <p:spPr>
            <a:xfrm rot="2700000">
              <a:off x="5395442" y="4901571"/>
              <a:ext cx="0" cy="79375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100" name="Oval 99">
              <a:extLst>
                <a:ext uri="{FF2B5EF4-FFF2-40B4-BE49-F238E27FC236}">
                  <a16:creationId xmlns:a16="http://schemas.microsoft.com/office/drawing/2014/main" id="{BD3043C7-3759-43CA-B947-50719625F0EB}"/>
                </a:ext>
              </a:extLst>
            </p:cNvPr>
            <p:cNvSpPr/>
            <p:nvPr/>
          </p:nvSpPr>
          <p:spPr>
            <a:xfrm>
              <a:off x="6134639" y="3112802"/>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a:t>
              </a:r>
              <a:endParaRPr lang="en-US" dirty="0"/>
            </a:p>
          </p:txBody>
        </p:sp>
        <p:sp>
          <p:nvSpPr>
            <p:cNvPr id="101" name="Oval 100">
              <a:extLst>
                <a:ext uri="{FF2B5EF4-FFF2-40B4-BE49-F238E27FC236}">
                  <a16:creationId xmlns:a16="http://schemas.microsoft.com/office/drawing/2014/main" id="{7C7F0E4E-3588-48BA-99CB-D65F95E7512B}"/>
                </a:ext>
              </a:extLst>
            </p:cNvPr>
            <p:cNvSpPr/>
            <p:nvPr/>
          </p:nvSpPr>
          <p:spPr>
            <a:xfrm>
              <a:off x="6142486" y="4873234"/>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102" name="Oval 101">
              <a:extLst>
                <a:ext uri="{FF2B5EF4-FFF2-40B4-BE49-F238E27FC236}">
                  <a16:creationId xmlns:a16="http://schemas.microsoft.com/office/drawing/2014/main" id="{E402E689-3BFC-441B-8116-3A4EE98B06C8}"/>
                </a:ext>
              </a:extLst>
            </p:cNvPr>
            <p:cNvSpPr/>
            <p:nvPr/>
          </p:nvSpPr>
          <p:spPr>
            <a:xfrm>
              <a:off x="5501988" y="488393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103" name="Oval 102">
              <a:extLst>
                <a:ext uri="{FF2B5EF4-FFF2-40B4-BE49-F238E27FC236}">
                  <a16:creationId xmlns:a16="http://schemas.microsoft.com/office/drawing/2014/main" id="{1ADC1CF5-EB93-4721-B566-D830003B1197}"/>
                </a:ext>
              </a:extLst>
            </p:cNvPr>
            <p:cNvSpPr/>
            <p:nvPr/>
          </p:nvSpPr>
          <p:spPr>
            <a:xfrm>
              <a:off x="5534263" y="311460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104" name="TextBox 103">
              <a:extLst>
                <a:ext uri="{FF2B5EF4-FFF2-40B4-BE49-F238E27FC236}">
                  <a16:creationId xmlns:a16="http://schemas.microsoft.com/office/drawing/2014/main" id="{A0BB1D98-4701-4CE6-A2E5-6E7D6CC7BA4A}"/>
                </a:ext>
              </a:extLst>
            </p:cNvPr>
            <p:cNvSpPr txBox="1"/>
            <p:nvPr/>
          </p:nvSpPr>
          <p:spPr>
            <a:xfrm>
              <a:off x="5063905" y="3898832"/>
              <a:ext cx="317716" cy="369332"/>
            </a:xfrm>
            <a:prstGeom prst="rect">
              <a:avLst/>
            </a:prstGeom>
            <a:noFill/>
            <a:ln w="19050">
              <a:solidFill>
                <a:schemeClr val="tx1"/>
              </a:solidFill>
            </a:ln>
          </p:spPr>
          <p:txBody>
            <a:bodyPr wrap="square" rtlCol="0">
              <a:spAutoFit/>
            </a:bodyPr>
            <a:lstStyle/>
            <a:p>
              <a:r>
                <a:rPr lang="pt-BR" dirty="0"/>
                <a:t>C</a:t>
              </a:r>
              <a:endParaRPr lang="en-US" dirty="0"/>
            </a:p>
          </p:txBody>
        </p:sp>
        <p:sp>
          <p:nvSpPr>
            <p:cNvPr id="105" name="TextBox 104">
              <a:extLst>
                <a:ext uri="{FF2B5EF4-FFF2-40B4-BE49-F238E27FC236}">
                  <a16:creationId xmlns:a16="http://schemas.microsoft.com/office/drawing/2014/main" id="{C681B8F1-8441-46F3-87C7-630B4DB9E650}"/>
                </a:ext>
              </a:extLst>
            </p:cNvPr>
            <p:cNvSpPr txBox="1"/>
            <p:nvPr/>
          </p:nvSpPr>
          <p:spPr>
            <a:xfrm>
              <a:off x="5802312" y="3948085"/>
              <a:ext cx="317716" cy="369332"/>
            </a:xfrm>
            <a:prstGeom prst="rect">
              <a:avLst/>
            </a:prstGeom>
            <a:noFill/>
            <a:ln w="19050">
              <a:solidFill>
                <a:schemeClr val="bg1"/>
              </a:solidFill>
            </a:ln>
          </p:spPr>
          <p:txBody>
            <a:bodyPr wrap="square" rtlCol="0">
              <a:spAutoFit/>
            </a:bodyPr>
            <a:lstStyle/>
            <a:p>
              <a:pPr algn="ctr"/>
              <a:r>
                <a:rPr lang="pt-BR" dirty="0"/>
                <a:t>I</a:t>
              </a:r>
              <a:endParaRPr lang="en-US" dirty="0"/>
            </a:p>
          </p:txBody>
        </p:sp>
        <p:cxnSp>
          <p:nvCxnSpPr>
            <p:cNvPr id="106" name="Straight Arrow Connector 105">
              <a:extLst>
                <a:ext uri="{FF2B5EF4-FFF2-40B4-BE49-F238E27FC236}">
                  <a16:creationId xmlns:a16="http://schemas.microsoft.com/office/drawing/2014/main" id="{64D80B13-C489-4396-B77F-6D60B3DAD318}"/>
                </a:ext>
              </a:extLst>
            </p:cNvPr>
            <p:cNvCxnSpPr>
              <a:cxnSpLocks/>
            </p:cNvCxnSpPr>
            <p:nvPr/>
          </p:nvCxnSpPr>
          <p:spPr>
            <a:xfrm rot="16200000" flipV="1">
              <a:off x="5398523" y="412061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7" name="Straight Arrow Connector 106">
              <a:extLst>
                <a:ext uri="{FF2B5EF4-FFF2-40B4-BE49-F238E27FC236}">
                  <a16:creationId xmlns:a16="http://schemas.microsoft.com/office/drawing/2014/main" id="{89E2A92C-334B-4015-B0B5-BAEB4A9B92B1}"/>
                </a:ext>
              </a:extLst>
            </p:cNvPr>
            <p:cNvCxnSpPr>
              <a:cxnSpLocks/>
            </p:cNvCxnSpPr>
            <p:nvPr/>
          </p:nvCxnSpPr>
          <p:spPr>
            <a:xfrm rot="5400000" flipV="1">
              <a:off x="6135349" y="412061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8" name="Straight Arrow Connector 107">
              <a:extLst>
                <a:ext uri="{FF2B5EF4-FFF2-40B4-BE49-F238E27FC236}">
                  <a16:creationId xmlns:a16="http://schemas.microsoft.com/office/drawing/2014/main" id="{52731DF4-B397-4DA2-93C3-6ADDEC704292}"/>
                </a:ext>
              </a:extLst>
            </p:cNvPr>
            <p:cNvCxnSpPr>
              <a:cxnSpLocks/>
            </p:cNvCxnSpPr>
            <p:nvPr/>
          </p:nvCxnSpPr>
          <p:spPr>
            <a:xfrm flipH="1">
              <a:off x="5892529" y="3285403"/>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9" name="Straight Arrow Connector 108">
              <a:extLst>
                <a:ext uri="{FF2B5EF4-FFF2-40B4-BE49-F238E27FC236}">
                  <a16:creationId xmlns:a16="http://schemas.microsoft.com/office/drawing/2014/main" id="{F102E04C-9BD2-4C52-B807-A3AFEA4D286F}"/>
                </a:ext>
              </a:extLst>
            </p:cNvPr>
            <p:cNvCxnSpPr>
              <a:cxnSpLocks/>
            </p:cNvCxnSpPr>
            <p:nvPr/>
          </p:nvCxnSpPr>
          <p:spPr>
            <a:xfrm rot="10800000" flipH="1">
              <a:off x="5885770" y="4700511"/>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0" name="TextBox 109">
              <a:extLst>
                <a:ext uri="{FF2B5EF4-FFF2-40B4-BE49-F238E27FC236}">
                  <a16:creationId xmlns:a16="http://schemas.microsoft.com/office/drawing/2014/main" id="{0CB10EAC-42D5-4949-B7C7-EF77A4CED379}"/>
                </a:ext>
              </a:extLst>
            </p:cNvPr>
            <p:cNvSpPr txBox="1"/>
            <p:nvPr/>
          </p:nvSpPr>
          <p:spPr>
            <a:xfrm>
              <a:off x="5845413" y="5384307"/>
              <a:ext cx="317716" cy="369332"/>
            </a:xfrm>
            <a:prstGeom prst="rect">
              <a:avLst/>
            </a:prstGeom>
            <a:noFill/>
            <a:ln w="19050">
              <a:solidFill>
                <a:schemeClr val="tx1"/>
              </a:solidFill>
            </a:ln>
          </p:spPr>
          <p:txBody>
            <a:bodyPr wrap="square" rtlCol="0">
              <a:spAutoFit/>
            </a:bodyPr>
            <a:lstStyle/>
            <a:p>
              <a:r>
                <a:rPr lang="pt-BR" dirty="0"/>
                <a:t>D</a:t>
              </a:r>
              <a:endParaRPr lang="en-US" dirty="0"/>
            </a:p>
          </p:txBody>
        </p:sp>
        <p:sp>
          <p:nvSpPr>
            <p:cNvPr id="111" name="TextBox 110">
              <a:extLst>
                <a:ext uri="{FF2B5EF4-FFF2-40B4-BE49-F238E27FC236}">
                  <a16:creationId xmlns:a16="http://schemas.microsoft.com/office/drawing/2014/main" id="{09E197C5-2FEB-42BB-9BC9-B7CFCE7970C2}"/>
                </a:ext>
              </a:extLst>
            </p:cNvPr>
            <p:cNvSpPr txBox="1"/>
            <p:nvPr/>
          </p:nvSpPr>
          <p:spPr>
            <a:xfrm>
              <a:off x="5082440" y="2128565"/>
              <a:ext cx="317716" cy="369332"/>
            </a:xfrm>
            <a:prstGeom prst="rect">
              <a:avLst/>
            </a:prstGeom>
            <a:noFill/>
            <a:ln w="19050">
              <a:solidFill>
                <a:schemeClr val="tx1"/>
              </a:solidFill>
            </a:ln>
          </p:spPr>
          <p:txBody>
            <a:bodyPr wrap="square" rtlCol="0">
              <a:spAutoFit/>
            </a:bodyPr>
            <a:lstStyle/>
            <a:p>
              <a:r>
                <a:rPr lang="pt-BR" dirty="0"/>
                <a:t>E</a:t>
              </a:r>
              <a:endParaRPr lang="en-US" dirty="0"/>
            </a:p>
          </p:txBody>
        </p:sp>
        <p:sp>
          <p:nvSpPr>
            <p:cNvPr id="112" name="TextBox 111">
              <a:extLst>
                <a:ext uri="{FF2B5EF4-FFF2-40B4-BE49-F238E27FC236}">
                  <a16:creationId xmlns:a16="http://schemas.microsoft.com/office/drawing/2014/main" id="{736AE004-0800-4266-9FF7-26994D116F84}"/>
                </a:ext>
              </a:extLst>
            </p:cNvPr>
            <p:cNvSpPr txBox="1"/>
            <p:nvPr/>
          </p:nvSpPr>
          <p:spPr>
            <a:xfrm>
              <a:off x="5955216" y="3277594"/>
              <a:ext cx="403983" cy="369332"/>
            </a:xfrm>
            <a:prstGeom prst="rect">
              <a:avLst/>
            </a:prstGeom>
            <a:noFill/>
          </p:spPr>
          <p:txBody>
            <a:bodyPr wrap="square">
              <a:spAutoFit/>
            </a:bodyPr>
            <a:lstStyle/>
            <a:p>
              <a:r>
                <a:rPr lang="en-US" dirty="0">
                  <a:latin typeface="Consolas" panose="020B0609020204030204" pitchFamily="49" charset="0"/>
                </a:rPr>
                <a:t>i</a:t>
              </a:r>
              <a:r>
                <a:rPr lang="en-US" baseline="-25000" dirty="0">
                  <a:latin typeface="Consolas" panose="020B0609020204030204" pitchFamily="49" charset="0"/>
                </a:rPr>
                <a:t>3</a:t>
              </a:r>
            </a:p>
          </p:txBody>
        </p:sp>
        <p:cxnSp>
          <p:nvCxnSpPr>
            <p:cNvPr id="113" name="Straight Arrow Connector 112">
              <a:extLst>
                <a:ext uri="{FF2B5EF4-FFF2-40B4-BE49-F238E27FC236}">
                  <a16:creationId xmlns:a16="http://schemas.microsoft.com/office/drawing/2014/main" id="{E14E884C-342F-4D57-9A57-BA232B2C8A70}"/>
                </a:ext>
              </a:extLst>
            </p:cNvPr>
            <p:cNvCxnSpPr>
              <a:cxnSpLocks/>
            </p:cNvCxnSpPr>
            <p:nvPr/>
          </p:nvCxnSpPr>
          <p:spPr>
            <a:xfrm rot="5400000" flipV="1">
              <a:off x="6118150" y="229172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4" name="Straight Arrow Connector 113">
              <a:extLst>
                <a:ext uri="{FF2B5EF4-FFF2-40B4-BE49-F238E27FC236}">
                  <a16:creationId xmlns:a16="http://schemas.microsoft.com/office/drawing/2014/main" id="{7E303C99-C0EF-4A44-B97C-B8E1AE194074}"/>
                </a:ext>
              </a:extLst>
            </p:cNvPr>
            <p:cNvCxnSpPr>
              <a:cxnSpLocks/>
            </p:cNvCxnSpPr>
            <p:nvPr/>
          </p:nvCxnSpPr>
          <p:spPr>
            <a:xfrm rot="-2760000" flipV="1">
              <a:off x="6352828" y="2826037"/>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5" name="TextBox 114">
              <a:extLst>
                <a:ext uri="{FF2B5EF4-FFF2-40B4-BE49-F238E27FC236}">
                  <a16:creationId xmlns:a16="http://schemas.microsoft.com/office/drawing/2014/main" id="{1B46B219-22A2-47C5-8D31-7A9C053F70BC}"/>
                </a:ext>
              </a:extLst>
            </p:cNvPr>
            <p:cNvSpPr txBox="1"/>
            <p:nvPr/>
          </p:nvSpPr>
          <p:spPr>
            <a:xfrm>
              <a:off x="6519948" y="2136045"/>
              <a:ext cx="317716" cy="369332"/>
            </a:xfrm>
            <a:prstGeom prst="rect">
              <a:avLst/>
            </a:prstGeom>
            <a:noFill/>
            <a:ln w="19050">
              <a:solidFill>
                <a:schemeClr val="tx1"/>
              </a:solidFill>
            </a:ln>
          </p:spPr>
          <p:txBody>
            <a:bodyPr wrap="square" rtlCol="0">
              <a:spAutoFit/>
            </a:bodyPr>
            <a:lstStyle/>
            <a:p>
              <a:r>
                <a:rPr lang="pt-BR" dirty="0"/>
                <a:t>A</a:t>
              </a:r>
              <a:endParaRPr lang="en-US" dirty="0"/>
            </a:p>
          </p:txBody>
        </p:sp>
        <p:cxnSp>
          <p:nvCxnSpPr>
            <p:cNvPr id="116" name="Straight Arrow Connector 115">
              <a:extLst>
                <a:ext uri="{FF2B5EF4-FFF2-40B4-BE49-F238E27FC236}">
                  <a16:creationId xmlns:a16="http://schemas.microsoft.com/office/drawing/2014/main" id="{2D363DC5-D9F9-4F84-959E-EB536170AECE}"/>
                </a:ext>
              </a:extLst>
            </p:cNvPr>
            <p:cNvCxnSpPr>
              <a:cxnSpLocks/>
            </p:cNvCxnSpPr>
            <p:nvPr/>
          </p:nvCxnSpPr>
          <p:spPr>
            <a:xfrm rot="16200000" flipV="1">
              <a:off x="5392433" y="227902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7" name="TextBox 116">
              <a:extLst>
                <a:ext uri="{FF2B5EF4-FFF2-40B4-BE49-F238E27FC236}">
                  <a16:creationId xmlns:a16="http://schemas.microsoft.com/office/drawing/2014/main" id="{C0DB4548-B10D-4EC7-87C3-6EAB542AAF68}"/>
                </a:ext>
              </a:extLst>
            </p:cNvPr>
            <p:cNvSpPr txBox="1"/>
            <p:nvPr/>
          </p:nvSpPr>
          <p:spPr>
            <a:xfrm>
              <a:off x="6224160" y="1656685"/>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p>
          </p:txBody>
        </p:sp>
        <p:sp>
          <p:nvSpPr>
            <p:cNvPr id="118" name="TextBox 117">
              <a:extLst>
                <a:ext uri="{FF2B5EF4-FFF2-40B4-BE49-F238E27FC236}">
                  <a16:creationId xmlns:a16="http://schemas.microsoft.com/office/drawing/2014/main" id="{BF3138DD-39BD-4CB2-BCD0-BB87870A5B1D}"/>
                </a:ext>
              </a:extLst>
            </p:cNvPr>
            <p:cNvSpPr txBox="1"/>
            <p:nvPr/>
          </p:nvSpPr>
          <p:spPr>
            <a:xfrm>
              <a:off x="5338587" y="2618670"/>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e</a:t>
              </a:r>
              <a:r>
                <a:rPr lang="en-US" baseline="-25000" dirty="0">
                  <a:solidFill>
                    <a:srgbClr val="FF0000"/>
                  </a:solidFill>
                  <a:latin typeface="Consolas" panose="020B0609020204030204" pitchFamily="49" charset="0"/>
                </a:rPr>
                <a:t>0</a:t>
              </a:r>
            </a:p>
          </p:txBody>
        </p:sp>
        <p:sp>
          <p:nvSpPr>
            <p:cNvPr id="119" name="TextBox 118">
              <a:extLst>
                <a:ext uri="{FF2B5EF4-FFF2-40B4-BE49-F238E27FC236}">
                  <a16:creationId xmlns:a16="http://schemas.microsoft.com/office/drawing/2014/main" id="{468358F3-D33A-480D-99F7-9F29FAD7D8D6}"/>
                </a:ext>
              </a:extLst>
            </p:cNvPr>
            <p:cNvSpPr txBox="1"/>
            <p:nvPr/>
          </p:nvSpPr>
          <p:spPr>
            <a:xfrm>
              <a:off x="5816456" y="2332924"/>
              <a:ext cx="317716" cy="369332"/>
            </a:xfrm>
            <a:prstGeom prst="rect">
              <a:avLst/>
            </a:prstGeom>
            <a:noFill/>
            <a:ln w="19050">
              <a:solidFill>
                <a:schemeClr val="bg1"/>
              </a:solidFill>
            </a:ln>
          </p:spPr>
          <p:txBody>
            <a:bodyPr wrap="square" rtlCol="0">
              <a:spAutoFit/>
            </a:bodyPr>
            <a:lstStyle/>
            <a:p>
              <a:pPr algn="ctr"/>
              <a:r>
                <a:rPr lang="pt-BR" dirty="0"/>
                <a:t>N</a:t>
              </a:r>
              <a:endParaRPr lang="en-US" dirty="0"/>
            </a:p>
          </p:txBody>
        </p:sp>
        <p:sp>
          <p:nvSpPr>
            <p:cNvPr id="120" name="TextBox 119">
              <a:extLst>
                <a:ext uri="{FF2B5EF4-FFF2-40B4-BE49-F238E27FC236}">
                  <a16:creationId xmlns:a16="http://schemas.microsoft.com/office/drawing/2014/main" id="{034C59A0-0EB9-4B95-9C86-693D0E576492}"/>
                </a:ext>
              </a:extLst>
            </p:cNvPr>
            <p:cNvSpPr txBox="1"/>
            <p:nvPr/>
          </p:nvSpPr>
          <p:spPr>
            <a:xfrm>
              <a:off x="5585102" y="2790803"/>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3</a:t>
              </a:r>
            </a:p>
          </p:txBody>
        </p:sp>
        <p:cxnSp>
          <p:nvCxnSpPr>
            <p:cNvPr id="121" name="Straight Arrow Connector 120">
              <a:extLst>
                <a:ext uri="{FF2B5EF4-FFF2-40B4-BE49-F238E27FC236}">
                  <a16:creationId xmlns:a16="http://schemas.microsoft.com/office/drawing/2014/main" id="{E4792E66-91BF-4F06-BB1F-D007B9FB124E}"/>
                </a:ext>
              </a:extLst>
            </p:cNvPr>
            <p:cNvCxnSpPr>
              <a:cxnSpLocks/>
            </p:cNvCxnSpPr>
            <p:nvPr/>
          </p:nvCxnSpPr>
          <p:spPr>
            <a:xfrm rot="10800000" flipH="1">
              <a:off x="5892529" y="3161578"/>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2" name="Straight Arrow Connector 121">
              <a:extLst>
                <a:ext uri="{FF2B5EF4-FFF2-40B4-BE49-F238E27FC236}">
                  <a16:creationId xmlns:a16="http://schemas.microsoft.com/office/drawing/2014/main" id="{9A4D2AC6-4DFB-47C8-85EC-DE85E095ED2F}"/>
                </a:ext>
              </a:extLst>
            </p:cNvPr>
            <p:cNvCxnSpPr>
              <a:cxnSpLocks/>
            </p:cNvCxnSpPr>
            <p:nvPr/>
          </p:nvCxnSpPr>
          <p:spPr>
            <a:xfrm rot="16200000" flipV="1">
              <a:off x="5984566" y="242974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3" name="Straight Arrow Connector 122">
              <a:extLst>
                <a:ext uri="{FF2B5EF4-FFF2-40B4-BE49-F238E27FC236}">
                  <a16:creationId xmlns:a16="http://schemas.microsoft.com/office/drawing/2014/main" id="{42C070DE-C251-4640-B1E7-17E8F406B2C5}"/>
                </a:ext>
              </a:extLst>
            </p:cNvPr>
            <p:cNvCxnSpPr>
              <a:cxnSpLocks/>
            </p:cNvCxnSpPr>
            <p:nvPr/>
          </p:nvCxnSpPr>
          <p:spPr>
            <a:xfrm rot="5400000" flipV="1">
              <a:off x="5514560" y="248266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4" name="Straight Arrow Connector 123">
              <a:extLst>
                <a:ext uri="{FF2B5EF4-FFF2-40B4-BE49-F238E27FC236}">
                  <a16:creationId xmlns:a16="http://schemas.microsoft.com/office/drawing/2014/main" id="{672D0697-1D4A-440D-B150-5C084AF4FE95}"/>
                </a:ext>
              </a:extLst>
            </p:cNvPr>
            <p:cNvCxnSpPr>
              <a:cxnSpLocks/>
            </p:cNvCxnSpPr>
            <p:nvPr/>
          </p:nvCxnSpPr>
          <p:spPr>
            <a:xfrm flipH="1">
              <a:off x="5882811" y="1773306"/>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5" name="TextBox 124">
              <a:extLst>
                <a:ext uri="{FF2B5EF4-FFF2-40B4-BE49-F238E27FC236}">
                  <a16:creationId xmlns:a16="http://schemas.microsoft.com/office/drawing/2014/main" id="{0CA1018D-0B4B-4B0F-B7FD-110794A6ADA3}"/>
                </a:ext>
              </a:extLst>
            </p:cNvPr>
            <p:cNvSpPr txBox="1"/>
            <p:nvPr/>
          </p:nvSpPr>
          <p:spPr>
            <a:xfrm>
              <a:off x="6568605" y="3907995"/>
              <a:ext cx="317716" cy="369332"/>
            </a:xfrm>
            <a:prstGeom prst="rect">
              <a:avLst/>
            </a:prstGeom>
            <a:noFill/>
            <a:ln w="19050">
              <a:solidFill>
                <a:schemeClr val="tx1"/>
              </a:solidFill>
            </a:ln>
          </p:spPr>
          <p:txBody>
            <a:bodyPr wrap="square" rtlCol="0">
              <a:spAutoFit/>
            </a:bodyPr>
            <a:lstStyle/>
            <a:p>
              <a:r>
                <a:rPr lang="pt-BR" dirty="0"/>
                <a:t>B</a:t>
              </a:r>
              <a:endParaRPr lang="en-US" dirty="0"/>
            </a:p>
          </p:txBody>
        </p:sp>
        <p:sp>
          <p:nvSpPr>
            <p:cNvPr id="126" name="TextBox 125">
              <a:extLst>
                <a:ext uri="{FF2B5EF4-FFF2-40B4-BE49-F238E27FC236}">
                  <a16:creationId xmlns:a16="http://schemas.microsoft.com/office/drawing/2014/main" id="{82CDDC0E-5CB4-4E31-BA62-A5961DC60867}"/>
                </a:ext>
              </a:extLst>
            </p:cNvPr>
            <p:cNvSpPr txBox="1"/>
            <p:nvPr/>
          </p:nvSpPr>
          <p:spPr>
            <a:xfrm>
              <a:off x="5963309" y="2778014"/>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0</a:t>
              </a:r>
            </a:p>
          </p:txBody>
        </p:sp>
        <p:sp>
          <p:nvSpPr>
            <p:cNvPr id="127" name="TextBox 126">
              <a:extLst>
                <a:ext uri="{FF2B5EF4-FFF2-40B4-BE49-F238E27FC236}">
                  <a16:creationId xmlns:a16="http://schemas.microsoft.com/office/drawing/2014/main" id="{B879435D-1090-4ACF-93E9-B27739E2D098}"/>
                </a:ext>
              </a:extLst>
            </p:cNvPr>
            <p:cNvSpPr txBox="1"/>
            <p:nvPr/>
          </p:nvSpPr>
          <p:spPr>
            <a:xfrm>
              <a:off x="5955216" y="1705892"/>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1</a:t>
              </a:r>
            </a:p>
          </p:txBody>
        </p:sp>
        <p:sp>
          <p:nvSpPr>
            <p:cNvPr id="128" name="TextBox 127">
              <a:extLst>
                <a:ext uri="{FF2B5EF4-FFF2-40B4-BE49-F238E27FC236}">
                  <a16:creationId xmlns:a16="http://schemas.microsoft.com/office/drawing/2014/main" id="{941D37EC-3BB5-498B-8A25-137BF1B2DCE7}"/>
                </a:ext>
              </a:extLst>
            </p:cNvPr>
            <p:cNvSpPr txBox="1"/>
            <p:nvPr/>
          </p:nvSpPr>
          <p:spPr>
            <a:xfrm>
              <a:off x="5590117" y="1685874"/>
              <a:ext cx="403983"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2</a:t>
              </a:r>
            </a:p>
          </p:txBody>
        </p:sp>
        <p:sp>
          <p:nvSpPr>
            <p:cNvPr id="129" name="Oval 128">
              <a:extLst>
                <a:ext uri="{FF2B5EF4-FFF2-40B4-BE49-F238E27FC236}">
                  <a16:creationId xmlns:a16="http://schemas.microsoft.com/office/drawing/2014/main" id="{FEE555CE-03F6-44C6-9A81-12F29E0E9B0E}"/>
                </a:ext>
              </a:extLst>
            </p:cNvPr>
            <p:cNvSpPr/>
            <p:nvPr/>
          </p:nvSpPr>
          <p:spPr>
            <a:xfrm>
              <a:off x="6133231" y="1329639"/>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130" name="Oval 129">
              <a:extLst>
                <a:ext uri="{FF2B5EF4-FFF2-40B4-BE49-F238E27FC236}">
                  <a16:creationId xmlns:a16="http://schemas.microsoft.com/office/drawing/2014/main" id="{027ADCE5-3C93-49D1-9ED9-8CC69BF4FFF8}"/>
                </a:ext>
              </a:extLst>
            </p:cNvPr>
            <p:cNvSpPr/>
            <p:nvPr/>
          </p:nvSpPr>
          <p:spPr>
            <a:xfrm>
              <a:off x="5547515" y="1341608"/>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grpSp>
      <p:grpSp>
        <p:nvGrpSpPr>
          <p:cNvPr id="131" name="Group 130">
            <a:extLst>
              <a:ext uri="{FF2B5EF4-FFF2-40B4-BE49-F238E27FC236}">
                <a16:creationId xmlns:a16="http://schemas.microsoft.com/office/drawing/2014/main" id="{0DEBECE6-CFBD-4F09-A986-48F259650871}"/>
              </a:ext>
            </a:extLst>
          </p:cNvPr>
          <p:cNvGrpSpPr/>
          <p:nvPr/>
        </p:nvGrpSpPr>
        <p:grpSpPr>
          <a:xfrm>
            <a:off x="10316468" y="2318018"/>
            <a:ext cx="3864236" cy="3674244"/>
            <a:chOff x="5009388" y="1703879"/>
            <a:chExt cx="3864236" cy="3674244"/>
          </a:xfrm>
        </p:grpSpPr>
        <p:sp>
          <p:nvSpPr>
            <p:cNvPr id="132" name="Rectangle 197">
              <a:extLst>
                <a:ext uri="{FF2B5EF4-FFF2-40B4-BE49-F238E27FC236}">
                  <a16:creationId xmlns:a16="http://schemas.microsoft.com/office/drawing/2014/main" id="{D5ACC71C-5009-4BD8-8485-9C4F725F8973}"/>
                </a:ext>
              </a:extLst>
            </p:cNvPr>
            <p:cNvSpPr/>
            <p:nvPr/>
          </p:nvSpPr>
          <p:spPr>
            <a:xfrm rot="5400000">
              <a:off x="6248515" y="4140950"/>
              <a:ext cx="1403952" cy="799505"/>
            </a:xfrm>
            <a:custGeom>
              <a:avLst/>
              <a:gdLst>
                <a:gd name="connsiteX0" fmla="*/ 0 w 1399494"/>
                <a:gd name="connsiteY0" fmla="*/ 0 h 1776224"/>
                <a:gd name="connsiteX1" fmla="*/ 1399494 w 1399494"/>
                <a:gd name="connsiteY1" fmla="*/ 0 h 1776224"/>
                <a:gd name="connsiteX2" fmla="*/ 1399494 w 1399494"/>
                <a:gd name="connsiteY2" fmla="*/ 1776224 h 1776224"/>
                <a:gd name="connsiteX3" fmla="*/ 0 w 1399494"/>
                <a:gd name="connsiteY3" fmla="*/ 1776224 h 1776224"/>
                <a:gd name="connsiteX4" fmla="*/ 0 w 1399494"/>
                <a:gd name="connsiteY4" fmla="*/ 0 h 1776224"/>
                <a:gd name="connsiteX0" fmla="*/ 0 w 1404256"/>
                <a:gd name="connsiteY0" fmla="*/ 0 h 1776224"/>
                <a:gd name="connsiteX1" fmla="*/ 1404256 w 1404256"/>
                <a:gd name="connsiteY1" fmla="*/ 381000 h 1776224"/>
                <a:gd name="connsiteX2" fmla="*/ 1399494 w 1404256"/>
                <a:gd name="connsiteY2" fmla="*/ 1776224 h 1776224"/>
                <a:gd name="connsiteX3" fmla="*/ 0 w 1404256"/>
                <a:gd name="connsiteY3" fmla="*/ 1776224 h 1776224"/>
                <a:gd name="connsiteX4" fmla="*/ 0 w 1404256"/>
                <a:gd name="connsiteY4" fmla="*/ 0 h 1776224"/>
                <a:gd name="connsiteX0" fmla="*/ 0 w 1404256"/>
                <a:gd name="connsiteY0" fmla="*/ 4763 h 1395224"/>
                <a:gd name="connsiteX1" fmla="*/ 1404256 w 1404256"/>
                <a:gd name="connsiteY1" fmla="*/ 0 h 1395224"/>
                <a:gd name="connsiteX2" fmla="*/ 1399494 w 1404256"/>
                <a:gd name="connsiteY2" fmla="*/ 1395224 h 1395224"/>
                <a:gd name="connsiteX3" fmla="*/ 0 w 1404256"/>
                <a:gd name="connsiteY3" fmla="*/ 1395224 h 1395224"/>
                <a:gd name="connsiteX4" fmla="*/ 0 w 1404256"/>
                <a:gd name="connsiteY4" fmla="*/ 4763 h 1395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256" h="1395224">
                  <a:moveTo>
                    <a:pt x="0" y="4763"/>
                  </a:moveTo>
                  <a:lnTo>
                    <a:pt x="1404256" y="0"/>
                  </a:lnTo>
                  <a:cubicBezTo>
                    <a:pt x="1402669" y="465075"/>
                    <a:pt x="1401081" y="930149"/>
                    <a:pt x="1399494" y="1395224"/>
                  </a:cubicBezTo>
                  <a:lnTo>
                    <a:pt x="0" y="1395224"/>
                  </a:lnTo>
                  <a:lnTo>
                    <a:pt x="0" y="4763"/>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grpSp>
          <p:nvGrpSpPr>
            <p:cNvPr id="133" name="Group 132">
              <a:extLst>
                <a:ext uri="{FF2B5EF4-FFF2-40B4-BE49-F238E27FC236}">
                  <a16:creationId xmlns:a16="http://schemas.microsoft.com/office/drawing/2014/main" id="{FBC22BB0-ED69-4953-960C-D72C11B0522C}"/>
                </a:ext>
              </a:extLst>
            </p:cNvPr>
            <p:cNvGrpSpPr/>
            <p:nvPr/>
          </p:nvGrpSpPr>
          <p:grpSpPr>
            <a:xfrm>
              <a:off x="5020612" y="1703879"/>
              <a:ext cx="3853012" cy="1533967"/>
              <a:chOff x="238224" y="4636821"/>
              <a:chExt cx="3853012" cy="1533967"/>
            </a:xfrm>
          </p:grpSpPr>
          <p:sp>
            <p:nvSpPr>
              <p:cNvPr id="184" name="Rectangle 183">
                <a:extLst>
                  <a:ext uri="{FF2B5EF4-FFF2-40B4-BE49-F238E27FC236}">
                    <a16:creationId xmlns:a16="http://schemas.microsoft.com/office/drawing/2014/main" id="{094548DE-9F3B-4FEB-8FC2-2D4C0012CD96}"/>
                  </a:ext>
                </a:extLst>
              </p:cNvPr>
              <p:cNvSpPr/>
              <p:nvPr/>
            </p:nvSpPr>
            <p:spPr>
              <a:xfrm rot="5400000">
                <a:off x="561566" y="4582929"/>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185" name="Rectangle 184">
                <a:extLst>
                  <a:ext uri="{FF2B5EF4-FFF2-40B4-BE49-F238E27FC236}">
                    <a16:creationId xmlns:a16="http://schemas.microsoft.com/office/drawing/2014/main" id="{55099A89-AD94-4887-9EBC-86037A260DE3}"/>
                  </a:ext>
                </a:extLst>
              </p:cNvPr>
              <p:cNvSpPr/>
              <p:nvPr/>
            </p:nvSpPr>
            <p:spPr>
              <a:xfrm rot="5400000">
                <a:off x="2337293" y="4583096"/>
                <a:ext cx="1399148"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186" name="Oval 185">
                <a:extLst>
                  <a:ext uri="{FF2B5EF4-FFF2-40B4-BE49-F238E27FC236}">
                    <a16:creationId xmlns:a16="http://schemas.microsoft.com/office/drawing/2014/main" id="{CD8BC501-B2C4-4CB1-9836-2FF73A49E67C}"/>
                  </a:ext>
                </a:extLst>
              </p:cNvPr>
              <p:cNvSpPr/>
              <p:nvPr/>
            </p:nvSpPr>
            <p:spPr>
              <a:xfrm>
                <a:off x="3822295" y="4640168"/>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sp>
            <p:nvSpPr>
              <p:cNvPr id="187" name="Oval 186">
                <a:extLst>
                  <a:ext uri="{FF2B5EF4-FFF2-40B4-BE49-F238E27FC236}">
                    <a16:creationId xmlns:a16="http://schemas.microsoft.com/office/drawing/2014/main" id="{4AF5B48D-70FC-4348-8437-2B7DA0340EB6}"/>
                  </a:ext>
                </a:extLst>
              </p:cNvPr>
              <p:cNvSpPr/>
              <p:nvPr/>
            </p:nvSpPr>
            <p:spPr>
              <a:xfrm>
                <a:off x="2014450" y="463682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188" name="Oval 187">
                <a:extLst>
                  <a:ext uri="{FF2B5EF4-FFF2-40B4-BE49-F238E27FC236}">
                    <a16:creationId xmlns:a16="http://schemas.microsoft.com/office/drawing/2014/main" id="{8505877D-44A2-4DF1-8943-CD33A8159575}"/>
                  </a:ext>
                </a:extLst>
              </p:cNvPr>
              <p:cNvSpPr/>
              <p:nvPr/>
            </p:nvSpPr>
            <p:spPr>
              <a:xfrm>
                <a:off x="238224" y="463682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cxnSp>
            <p:nvCxnSpPr>
              <p:cNvPr id="189" name="Straight Arrow Connector 188">
                <a:extLst>
                  <a:ext uri="{FF2B5EF4-FFF2-40B4-BE49-F238E27FC236}">
                    <a16:creationId xmlns:a16="http://schemas.microsoft.com/office/drawing/2014/main" id="{0EC995BE-6924-4072-A6C7-F48EAE9727A9}"/>
                  </a:ext>
                </a:extLst>
              </p:cNvPr>
              <p:cNvCxnSpPr>
                <a:cxnSpLocks/>
              </p:cNvCxnSpPr>
              <p:nvPr/>
            </p:nvCxnSpPr>
            <p:spPr>
              <a:xfrm rot="16200000" flipV="1">
                <a:off x="1832087" y="5412502"/>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0" name="Straight Arrow Connector 189">
                <a:extLst>
                  <a:ext uri="{FF2B5EF4-FFF2-40B4-BE49-F238E27FC236}">
                    <a16:creationId xmlns:a16="http://schemas.microsoft.com/office/drawing/2014/main" id="{91E88195-1A26-4940-AC10-C7888B772DCD}"/>
                  </a:ext>
                </a:extLst>
              </p:cNvPr>
              <p:cNvCxnSpPr>
                <a:cxnSpLocks/>
              </p:cNvCxnSpPr>
              <p:nvPr/>
            </p:nvCxnSpPr>
            <p:spPr>
              <a:xfrm rot="5400000" flipV="1">
                <a:off x="2003522" y="544431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1" name="Straight Arrow Connector 190">
                <a:extLst>
                  <a:ext uri="{FF2B5EF4-FFF2-40B4-BE49-F238E27FC236}">
                    <a16:creationId xmlns:a16="http://schemas.microsoft.com/office/drawing/2014/main" id="{A56ED334-49AB-4A00-956B-AB0DB3077264}"/>
                  </a:ext>
                </a:extLst>
              </p:cNvPr>
              <p:cNvCxnSpPr>
                <a:cxnSpLocks/>
              </p:cNvCxnSpPr>
              <p:nvPr/>
            </p:nvCxnSpPr>
            <p:spPr>
              <a:xfrm flipV="1">
                <a:off x="1045260" y="608585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2" name="Straight Arrow Connector 191">
                <a:extLst>
                  <a:ext uri="{FF2B5EF4-FFF2-40B4-BE49-F238E27FC236}">
                    <a16:creationId xmlns:a16="http://schemas.microsoft.com/office/drawing/2014/main" id="{CE0BB366-8547-4A06-BBF9-EC6E22D3D8D9}"/>
                  </a:ext>
                </a:extLst>
              </p:cNvPr>
              <p:cNvCxnSpPr>
                <a:cxnSpLocks/>
              </p:cNvCxnSpPr>
              <p:nvPr/>
            </p:nvCxnSpPr>
            <p:spPr>
              <a:xfrm rot="16200000" flipV="1">
                <a:off x="3624487" y="541250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3" name="Straight Arrow Connector 192">
                <a:extLst>
                  <a:ext uri="{FF2B5EF4-FFF2-40B4-BE49-F238E27FC236}">
                    <a16:creationId xmlns:a16="http://schemas.microsoft.com/office/drawing/2014/main" id="{CC7453FC-2E84-407F-961C-ECBFD56045A6}"/>
                  </a:ext>
                </a:extLst>
              </p:cNvPr>
              <p:cNvCxnSpPr>
                <a:cxnSpLocks/>
              </p:cNvCxnSpPr>
              <p:nvPr/>
            </p:nvCxnSpPr>
            <p:spPr>
              <a:xfrm rot="5400000" flipV="1">
                <a:off x="249176" y="544431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4" name="TextBox 193">
                <a:extLst>
                  <a:ext uri="{FF2B5EF4-FFF2-40B4-BE49-F238E27FC236}">
                    <a16:creationId xmlns:a16="http://schemas.microsoft.com/office/drawing/2014/main" id="{AFB5D67C-08C2-409C-83F9-1715131DA3B7}"/>
                  </a:ext>
                </a:extLst>
              </p:cNvPr>
              <p:cNvSpPr txBox="1"/>
              <p:nvPr/>
            </p:nvSpPr>
            <p:spPr>
              <a:xfrm>
                <a:off x="1086449" y="5232292"/>
                <a:ext cx="310896" cy="307777"/>
              </a:xfrm>
              <a:prstGeom prst="rect">
                <a:avLst/>
              </a:prstGeom>
              <a:noFill/>
              <a:ln w="19050">
                <a:solidFill>
                  <a:schemeClr val="bg1"/>
                </a:solidFill>
              </a:ln>
            </p:spPr>
            <p:txBody>
              <a:bodyPr wrap="square" rtlCol="0">
                <a:spAutoFit/>
              </a:bodyPr>
              <a:lstStyle/>
              <a:p>
                <a:r>
                  <a:rPr lang="pt-BR" sz="1400" dirty="0"/>
                  <a:t>C</a:t>
                </a:r>
                <a:endParaRPr lang="en-US" sz="1400" dirty="0"/>
              </a:p>
            </p:txBody>
          </p:sp>
          <p:sp>
            <p:nvSpPr>
              <p:cNvPr id="195" name="TextBox 194">
                <a:extLst>
                  <a:ext uri="{FF2B5EF4-FFF2-40B4-BE49-F238E27FC236}">
                    <a16:creationId xmlns:a16="http://schemas.microsoft.com/office/drawing/2014/main" id="{A89A0C75-31ED-47DB-A858-7D17D5C97A2D}"/>
                  </a:ext>
                </a:extLst>
              </p:cNvPr>
              <p:cNvSpPr txBox="1"/>
              <p:nvPr/>
            </p:nvSpPr>
            <p:spPr>
              <a:xfrm>
                <a:off x="2937355" y="5228535"/>
                <a:ext cx="310896" cy="307777"/>
              </a:xfrm>
              <a:prstGeom prst="rect">
                <a:avLst/>
              </a:prstGeom>
              <a:noFill/>
              <a:ln w="19050">
                <a:solidFill>
                  <a:schemeClr val="bg1"/>
                </a:solidFill>
              </a:ln>
            </p:spPr>
            <p:txBody>
              <a:bodyPr wrap="square" rtlCol="0">
                <a:spAutoFit/>
              </a:bodyPr>
              <a:lstStyle/>
              <a:p>
                <a:r>
                  <a:rPr lang="pt-BR" sz="1400" dirty="0"/>
                  <a:t>D</a:t>
                </a:r>
                <a:endParaRPr lang="en-US" sz="1400" dirty="0"/>
              </a:p>
            </p:txBody>
          </p:sp>
          <p:cxnSp>
            <p:nvCxnSpPr>
              <p:cNvPr id="196" name="Straight Arrow Connector 195">
                <a:extLst>
                  <a:ext uri="{FF2B5EF4-FFF2-40B4-BE49-F238E27FC236}">
                    <a16:creationId xmlns:a16="http://schemas.microsoft.com/office/drawing/2014/main" id="{3E042596-BF53-489C-BE5F-F7D072C074F6}"/>
                  </a:ext>
                </a:extLst>
              </p:cNvPr>
              <p:cNvCxnSpPr>
                <a:cxnSpLocks/>
              </p:cNvCxnSpPr>
              <p:nvPr/>
            </p:nvCxnSpPr>
            <p:spPr>
              <a:xfrm flipV="1">
                <a:off x="2837805" y="608434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7" name="Straight Arrow Connector 196">
                <a:extLst>
                  <a:ext uri="{FF2B5EF4-FFF2-40B4-BE49-F238E27FC236}">
                    <a16:creationId xmlns:a16="http://schemas.microsoft.com/office/drawing/2014/main" id="{41CA716D-FD7F-4917-BB66-B20FCE8097CE}"/>
                  </a:ext>
                </a:extLst>
              </p:cNvPr>
              <p:cNvCxnSpPr>
                <a:cxnSpLocks/>
              </p:cNvCxnSpPr>
              <p:nvPr/>
            </p:nvCxnSpPr>
            <p:spPr>
              <a:xfrm rot="10800000" flipV="1">
                <a:off x="1045260" y="482739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8" name="Straight Arrow Connector 197">
                <a:extLst>
                  <a:ext uri="{FF2B5EF4-FFF2-40B4-BE49-F238E27FC236}">
                    <a16:creationId xmlns:a16="http://schemas.microsoft.com/office/drawing/2014/main" id="{005AE5C5-B31F-43F8-8AAD-9122DF0C7AA9}"/>
                  </a:ext>
                </a:extLst>
              </p:cNvPr>
              <p:cNvCxnSpPr>
                <a:cxnSpLocks/>
              </p:cNvCxnSpPr>
              <p:nvPr/>
            </p:nvCxnSpPr>
            <p:spPr>
              <a:xfrm rot="10800000" flipV="1">
                <a:off x="2823516" y="483424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134" name="Rectangle 192">
              <a:extLst>
                <a:ext uri="{FF2B5EF4-FFF2-40B4-BE49-F238E27FC236}">
                  <a16:creationId xmlns:a16="http://schemas.microsoft.com/office/drawing/2014/main" id="{833553F4-1D6D-4ADA-9BFD-C009A8F3E614}"/>
                </a:ext>
              </a:extLst>
            </p:cNvPr>
            <p:cNvSpPr/>
            <p:nvPr/>
          </p:nvSpPr>
          <p:spPr>
            <a:xfrm rot="5400000">
              <a:off x="5745670" y="2649913"/>
              <a:ext cx="595051" cy="1776224"/>
            </a:xfrm>
            <a:custGeom>
              <a:avLst/>
              <a:gdLst>
                <a:gd name="connsiteX0" fmla="*/ 0 w 595051"/>
                <a:gd name="connsiteY0" fmla="*/ 0 h 1776224"/>
                <a:gd name="connsiteX1" fmla="*/ 595051 w 595051"/>
                <a:gd name="connsiteY1" fmla="*/ 0 h 1776224"/>
                <a:gd name="connsiteX2" fmla="*/ 595051 w 595051"/>
                <a:gd name="connsiteY2" fmla="*/ 1776224 h 1776224"/>
                <a:gd name="connsiteX3" fmla="*/ 0 w 595051"/>
                <a:gd name="connsiteY3" fmla="*/ 1776224 h 1776224"/>
                <a:gd name="connsiteX4" fmla="*/ 0 w 595051"/>
                <a:gd name="connsiteY4" fmla="*/ 0 h 1776224"/>
                <a:gd name="connsiteX0" fmla="*/ 0 w 604579"/>
                <a:gd name="connsiteY0" fmla="*/ 0 h 1776224"/>
                <a:gd name="connsiteX1" fmla="*/ 604579 w 604579"/>
                <a:gd name="connsiteY1" fmla="*/ 381000 h 1776224"/>
                <a:gd name="connsiteX2" fmla="*/ 595051 w 604579"/>
                <a:gd name="connsiteY2" fmla="*/ 1776224 h 1776224"/>
                <a:gd name="connsiteX3" fmla="*/ 0 w 604579"/>
                <a:gd name="connsiteY3" fmla="*/ 1776224 h 1776224"/>
                <a:gd name="connsiteX4" fmla="*/ 0 w 604579"/>
                <a:gd name="connsiteY4" fmla="*/ 0 h 1776224"/>
                <a:gd name="connsiteX0" fmla="*/ 0 w 595051"/>
                <a:gd name="connsiteY0" fmla="*/ 0 h 1776224"/>
                <a:gd name="connsiteX1" fmla="*/ 590294 w 595051"/>
                <a:gd name="connsiteY1" fmla="*/ 381000 h 1776224"/>
                <a:gd name="connsiteX2" fmla="*/ 595051 w 595051"/>
                <a:gd name="connsiteY2" fmla="*/ 1776224 h 1776224"/>
                <a:gd name="connsiteX3" fmla="*/ 0 w 595051"/>
                <a:gd name="connsiteY3" fmla="*/ 1776224 h 1776224"/>
                <a:gd name="connsiteX4" fmla="*/ 0 w 595051"/>
                <a:gd name="connsiteY4" fmla="*/ 0 h 1776224"/>
                <a:gd name="connsiteX0" fmla="*/ 0 w 595516"/>
                <a:gd name="connsiteY0" fmla="*/ 0 h 1776224"/>
                <a:gd name="connsiteX1" fmla="*/ 595060 w 595516"/>
                <a:gd name="connsiteY1" fmla="*/ 376237 h 1776224"/>
                <a:gd name="connsiteX2" fmla="*/ 595051 w 595516"/>
                <a:gd name="connsiteY2" fmla="*/ 1776224 h 1776224"/>
                <a:gd name="connsiteX3" fmla="*/ 0 w 595516"/>
                <a:gd name="connsiteY3" fmla="*/ 1776224 h 1776224"/>
                <a:gd name="connsiteX4" fmla="*/ 0 w 595516"/>
                <a:gd name="connsiteY4" fmla="*/ 0 h 1776224"/>
                <a:gd name="connsiteX0" fmla="*/ 0 w 595516"/>
                <a:gd name="connsiteY0" fmla="*/ 0 h 1776224"/>
                <a:gd name="connsiteX1" fmla="*/ 595060 w 595516"/>
                <a:gd name="connsiteY1" fmla="*/ 383381 h 1776224"/>
                <a:gd name="connsiteX2" fmla="*/ 595051 w 595516"/>
                <a:gd name="connsiteY2" fmla="*/ 1776224 h 1776224"/>
                <a:gd name="connsiteX3" fmla="*/ 0 w 595516"/>
                <a:gd name="connsiteY3" fmla="*/ 1776224 h 1776224"/>
                <a:gd name="connsiteX4" fmla="*/ 0 w 595516"/>
                <a:gd name="connsiteY4" fmla="*/ 0 h 1776224"/>
                <a:gd name="connsiteX0" fmla="*/ 0 w 595051"/>
                <a:gd name="connsiteY0" fmla="*/ 0 h 1776224"/>
                <a:gd name="connsiteX1" fmla="*/ 590298 w 595051"/>
                <a:gd name="connsiteY1" fmla="*/ 395287 h 1776224"/>
                <a:gd name="connsiteX2" fmla="*/ 595051 w 595051"/>
                <a:gd name="connsiteY2" fmla="*/ 1776224 h 1776224"/>
                <a:gd name="connsiteX3" fmla="*/ 0 w 595051"/>
                <a:gd name="connsiteY3" fmla="*/ 1776224 h 1776224"/>
                <a:gd name="connsiteX4" fmla="*/ 0 w 595051"/>
                <a:gd name="connsiteY4" fmla="*/ 0 h 1776224"/>
                <a:gd name="connsiteX0" fmla="*/ 0 w 595051"/>
                <a:gd name="connsiteY0" fmla="*/ 0 h 1776224"/>
                <a:gd name="connsiteX1" fmla="*/ 590301 w 595051"/>
                <a:gd name="connsiteY1" fmla="*/ 385762 h 1776224"/>
                <a:gd name="connsiteX2" fmla="*/ 595051 w 595051"/>
                <a:gd name="connsiteY2" fmla="*/ 1776224 h 1776224"/>
                <a:gd name="connsiteX3" fmla="*/ 0 w 595051"/>
                <a:gd name="connsiteY3" fmla="*/ 1776224 h 1776224"/>
                <a:gd name="connsiteX4" fmla="*/ 0 w 595051"/>
                <a:gd name="connsiteY4" fmla="*/ 0 h 1776224"/>
                <a:gd name="connsiteX0" fmla="*/ 0 w 595051"/>
                <a:gd name="connsiteY0" fmla="*/ 0 h 1776224"/>
                <a:gd name="connsiteX1" fmla="*/ 590304 w 595051"/>
                <a:gd name="connsiteY1" fmla="*/ 380999 h 1776224"/>
                <a:gd name="connsiteX2" fmla="*/ 595051 w 595051"/>
                <a:gd name="connsiteY2" fmla="*/ 1776224 h 1776224"/>
                <a:gd name="connsiteX3" fmla="*/ 0 w 595051"/>
                <a:gd name="connsiteY3" fmla="*/ 1776224 h 1776224"/>
                <a:gd name="connsiteX4" fmla="*/ 0 w 595051"/>
                <a:gd name="connsiteY4" fmla="*/ 0 h 1776224"/>
                <a:gd name="connsiteX0" fmla="*/ 0 w 595051"/>
                <a:gd name="connsiteY0" fmla="*/ 0 h 1776224"/>
                <a:gd name="connsiteX1" fmla="*/ 592689 w 595051"/>
                <a:gd name="connsiteY1" fmla="*/ 378618 h 1776224"/>
                <a:gd name="connsiteX2" fmla="*/ 595051 w 595051"/>
                <a:gd name="connsiteY2" fmla="*/ 1776224 h 1776224"/>
                <a:gd name="connsiteX3" fmla="*/ 0 w 595051"/>
                <a:gd name="connsiteY3" fmla="*/ 1776224 h 1776224"/>
                <a:gd name="connsiteX4" fmla="*/ 0 w 595051"/>
                <a:gd name="connsiteY4" fmla="*/ 0 h 1776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051" h="1776224">
                  <a:moveTo>
                    <a:pt x="0" y="0"/>
                  </a:moveTo>
                  <a:lnTo>
                    <a:pt x="592689" y="378618"/>
                  </a:lnTo>
                  <a:cubicBezTo>
                    <a:pt x="594275" y="843693"/>
                    <a:pt x="593465" y="1311149"/>
                    <a:pt x="595051" y="1776224"/>
                  </a:cubicBezTo>
                  <a:lnTo>
                    <a:pt x="0" y="1776224"/>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35" name="Rectangle 193">
              <a:extLst>
                <a:ext uri="{FF2B5EF4-FFF2-40B4-BE49-F238E27FC236}">
                  <a16:creationId xmlns:a16="http://schemas.microsoft.com/office/drawing/2014/main" id="{CEA96936-2870-4619-B010-6AF397C50DCC}"/>
                </a:ext>
              </a:extLst>
            </p:cNvPr>
            <p:cNvSpPr/>
            <p:nvPr/>
          </p:nvSpPr>
          <p:spPr>
            <a:xfrm rot="5400000">
              <a:off x="7521893" y="2648116"/>
              <a:ext cx="595054" cy="1776224"/>
            </a:xfrm>
            <a:custGeom>
              <a:avLst/>
              <a:gdLst>
                <a:gd name="connsiteX0" fmla="*/ 0 w 595051"/>
                <a:gd name="connsiteY0" fmla="*/ 0 h 1776224"/>
                <a:gd name="connsiteX1" fmla="*/ 595051 w 595051"/>
                <a:gd name="connsiteY1" fmla="*/ 0 h 1776224"/>
                <a:gd name="connsiteX2" fmla="*/ 595051 w 595051"/>
                <a:gd name="connsiteY2" fmla="*/ 1776224 h 1776224"/>
                <a:gd name="connsiteX3" fmla="*/ 0 w 595051"/>
                <a:gd name="connsiteY3" fmla="*/ 1776224 h 1776224"/>
                <a:gd name="connsiteX4" fmla="*/ 0 w 595051"/>
                <a:gd name="connsiteY4" fmla="*/ 0 h 1776224"/>
                <a:gd name="connsiteX0" fmla="*/ 0 w 595054"/>
                <a:gd name="connsiteY0" fmla="*/ 0 h 1776224"/>
                <a:gd name="connsiteX1" fmla="*/ 595051 w 595054"/>
                <a:gd name="connsiteY1" fmla="*/ 0 h 1776224"/>
                <a:gd name="connsiteX2" fmla="*/ 595054 w 595054"/>
                <a:gd name="connsiteY2" fmla="*/ 1360299 h 1776224"/>
                <a:gd name="connsiteX3" fmla="*/ 0 w 595054"/>
                <a:gd name="connsiteY3" fmla="*/ 1776224 h 1776224"/>
                <a:gd name="connsiteX4" fmla="*/ 0 w 595054"/>
                <a:gd name="connsiteY4" fmla="*/ 0 h 1776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054" h="1776224">
                  <a:moveTo>
                    <a:pt x="0" y="0"/>
                  </a:moveTo>
                  <a:lnTo>
                    <a:pt x="595051" y="0"/>
                  </a:lnTo>
                  <a:lnTo>
                    <a:pt x="595054" y="1360299"/>
                  </a:lnTo>
                  <a:lnTo>
                    <a:pt x="0" y="1776224"/>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36" name="Rectangle 197">
              <a:extLst>
                <a:ext uri="{FF2B5EF4-FFF2-40B4-BE49-F238E27FC236}">
                  <a16:creationId xmlns:a16="http://schemas.microsoft.com/office/drawing/2014/main" id="{54E4E23D-BFC7-4517-9666-008D842A13E2}"/>
                </a:ext>
              </a:extLst>
            </p:cNvPr>
            <p:cNvSpPr/>
            <p:nvPr/>
          </p:nvSpPr>
          <p:spPr>
            <a:xfrm rot="5400000">
              <a:off x="5151073" y="3838270"/>
              <a:ext cx="1404256" cy="1395224"/>
            </a:xfrm>
            <a:custGeom>
              <a:avLst/>
              <a:gdLst>
                <a:gd name="connsiteX0" fmla="*/ 0 w 1399494"/>
                <a:gd name="connsiteY0" fmla="*/ 0 h 1776224"/>
                <a:gd name="connsiteX1" fmla="*/ 1399494 w 1399494"/>
                <a:gd name="connsiteY1" fmla="*/ 0 h 1776224"/>
                <a:gd name="connsiteX2" fmla="*/ 1399494 w 1399494"/>
                <a:gd name="connsiteY2" fmla="*/ 1776224 h 1776224"/>
                <a:gd name="connsiteX3" fmla="*/ 0 w 1399494"/>
                <a:gd name="connsiteY3" fmla="*/ 1776224 h 1776224"/>
                <a:gd name="connsiteX4" fmla="*/ 0 w 1399494"/>
                <a:gd name="connsiteY4" fmla="*/ 0 h 1776224"/>
                <a:gd name="connsiteX0" fmla="*/ 0 w 1404256"/>
                <a:gd name="connsiteY0" fmla="*/ 0 h 1776224"/>
                <a:gd name="connsiteX1" fmla="*/ 1404256 w 1404256"/>
                <a:gd name="connsiteY1" fmla="*/ 381000 h 1776224"/>
                <a:gd name="connsiteX2" fmla="*/ 1399494 w 1404256"/>
                <a:gd name="connsiteY2" fmla="*/ 1776224 h 1776224"/>
                <a:gd name="connsiteX3" fmla="*/ 0 w 1404256"/>
                <a:gd name="connsiteY3" fmla="*/ 1776224 h 1776224"/>
                <a:gd name="connsiteX4" fmla="*/ 0 w 1404256"/>
                <a:gd name="connsiteY4" fmla="*/ 0 h 1776224"/>
                <a:gd name="connsiteX0" fmla="*/ 0 w 1404256"/>
                <a:gd name="connsiteY0" fmla="*/ 4763 h 1395224"/>
                <a:gd name="connsiteX1" fmla="*/ 1404256 w 1404256"/>
                <a:gd name="connsiteY1" fmla="*/ 0 h 1395224"/>
                <a:gd name="connsiteX2" fmla="*/ 1399494 w 1404256"/>
                <a:gd name="connsiteY2" fmla="*/ 1395224 h 1395224"/>
                <a:gd name="connsiteX3" fmla="*/ 0 w 1404256"/>
                <a:gd name="connsiteY3" fmla="*/ 1395224 h 1395224"/>
                <a:gd name="connsiteX4" fmla="*/ 0 w 1404256"/>
                <a:gd name="connsiteY4" fmla="*/ 4763 h 1395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256" h="1395224">
                  <a:moveTo>
                    <a:pt x="0" y="4763"/>
                  </a:moveTo>
                  <a:lnTo>
                    <a:pt x="1404256" y="0"/>
                  </a:lnTo>
                  <a:cubicBezTo>
                    <a:pt x="1402669" y="465075"/>
                    <a:pt x="1401081" y="930149"/>
                    <a:pt x="1399494" y="1395224"/>
                  </a:cubicBezTo>
                  <a:lnTo>
                    <a:pt x="0" y="1395224"/>
                  </a:lnTo>
                  <a:lnTo>
                    <a:pt x="0" y="4763"/>
                  </a:lnTo>
                  <a:close/>
                </a:path>
              </a:pathLst>
            </a:cu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137" name="Rectangle 198">
              <a:extLst>
                <a:ext uri="{FF2B5EF4-FFF2-40B4-BE49-F238E27FC236}">
                  <a16:creationId xmlns:a16="http://schemas.microsoft.com/office/drawing/2014/main" id="{B837E902-9BBD-4A11-87F6-8CE2184B2367}"/>
                </a:ext>
              </a:extLst>
            </p:cNvPr>
            <p:cNvSpPr/>
            <p:nvPr/>
          </p:nvSpPr>
          <p:spPr>
            <a:xfrm rot="5400000">
              <a:off x="7323324" y="3858639"/>
              <a:ext cx="1410961" cy="1357124"/>
            </a:xfrm>
            <a:custGeom>
              <a:avLst/>
              <a:gdLst>
                <a:gd name="connsiteX0" fmla="*/ 0 w 1399148"/>
                <a:gd name="connsiteY0" fmla="*/ 0 h 1776224"/>
                <a:gd name="connsiteX1" fmla="*/ 1399148 w 1399148"/>
                <a:gd name="connsiteY1" fmla="*/ 0 h 1776224"/>
                <a:gd name="connsiteX2" fmla="*/ 1399148 w 1399148"/>
                <a:gd name="connsiteY2" fmla="*/ 1776224 h 1776224"/>
                <a:gd name="connsiteX3" fmla="*/ 0 w 1399148"/>
                <a:gd name="connsiteY3" fmla="*/ 1776224 h 1776224"/>
                <a:gd name="connsiteX4" fmla="*/ 0 w 1399148"/>
                <a:gd name="connsiteY4" fmla="*/ 0 h 1776224"/>
                <a:gd name="connsiteX0" fmla="*/ 0 w 1403910"/>
                <a:gd name="connsiteY0" fmla="*/ 0 h 1776224"/>
                <a:gd name="connsiteX1" fmla="*/ 1399148 w 1403910"/>
                <a:gd name="connsiteY1" fmla="*/ 0 h 1776224"/>
                <a:gd name="connsiteX2" fmla="*/ 1403910 w 1403910"/>
                <a:gd name="connsiteY2" fmla="*/ 1357124 h 1776224"/>
                <a:gd name="connsiteX3" fmla="*/ 0 w 1403910"/>
                <a:gd name="connsiteY3" fmla="*/ 1776224 h 1776224"/>
                <a:gd name="connsiteX4" fmla="*/ 0 w 1403910"/>
                <a:gd name="connsiteY4" fmla="*/ 0 h 1776224"/>
                <a:gd name="connsiteX0" fmla="*/ 4763 w 1408673"/>
                <a:gd name="connsiteY0" fmla="*/ 0 h 1357124"/>
                <a:gd name="connsiteX1" fmla="*/ 1403911 w 1408673"/>
                <a:gd name="connsiteY1" fmla="*/ 0 h 1357124"/>
                <a:gd name="connsiteX2" fmla="*/ 1408673 w 1408673"/>
                <a:gd name="connsiteY2" fmla="*/ 1357124 h 1357124"/>
                <a:gd name="connsiteX3" fmla="*/ 0 w 1408673"/>
                <a:gd name="connsiteY3" fmla="*/ 1347599 h 1357124"/>
                <a:gd name="connsiteX4" fmla="*/ 4763 w 1408673"/>
                <a:gd name="connsiteY4" fmla="*/ 0 h 1357124"/>
                <a:gd name="connsiteX0" fmla="*/ 212 w 1404122"/>
                <a:gd name="connsiteY0" fmla="*/ 0 h 1366649"/>
                <a:gd name="connsiteX1" fmla="*/ 1399360 w 1404122"/>
                <a:gd name="connsiteY1" fmla="*/ 0 h 1366649"/>
                <a:gd name="connsiteX2" fmla="*/ 1404122 w 1404122"/>
                <a:gd name="connsiteY2" fmla="*/ 1357124 h 1366649"/>
                <a:gd name="connsiteX3" fmla="*/ 4977 w 1404122"/>
                <a:gd name="connsiteY3" fmla="*/ 1366649 h 1366649"/>
                <a:gd name="connsiteX4" fmla="*/ 212 w 1404122"/>
                <a:gd name="connsiteY4" fmla="*/ 0 h 1366649"/>
                <a:gd name="connsiteX0" fmla="*/ 2377 w 1406287"/>
                <a:gd name="connsiteY0" fmla="*/ 0 h 1371411"/>
                <a:gd name="connsiteX1" fmla="*/ 1401525 w 1406287"/>
                <a:gd name="connsiteY1" fmla="*/ 0 h 1371411"/>
                <a:gd name="connsiteX2" fmla="*/ 1406287 w 1406287"/>
                <a:gd name="connsiteY2" fmla="*/ 1357124 h 1371411"/>
                <a:gd name="connsiteX3" fmla="*/ 0 w 1406287"/>
                <a:gd name="connsiteY3" fmla="*/ 1371411 h 1371411"/>
                <a:gd name="connsiteX4" fmla="*/ 2377 w 1406287"/>
                <a:gd name="connsiteY4" fmla="*/ 0 h 1371411"/>
                <a:gd name="connsiteX0" fmla="*/ 2377 w 1406287"/>
                <a:gd name="connsiteY0" fmla="*/ 0 h 1369029"/>
                <a:gd name="connsiteX1" fmla="*/ 1401525 w 1406287"/>
                <a:gd name="connsiteY1" fmla="*/ 0 h 1369029"/>
                <a:gd name="connsiteX2" fmla="*/ 1406287 w 1406287"/>
                <a:gd name="connsiteY2" fmla="*/ 1357124 h 1369029"/>
                <a:gd name="connsiteX3" fmla="*/ 0 w 1406287"/>
                <a:gd name="connsiteY3" fmla="*/ 1369029 h 1369029"/>
                <a:gd name="connsiteX4" fmla="*/ 2377 w 1406287"/>
                <a:gd name="connsiteY4" fmla="*/ 0 h 1369029"/>
                <a:gd name="connsiteX0" fmla="*/ 2377 w 1406287"/>
                <a:gd name="connsiteY0" fmla="*/ 0 h 1357124"/>
                <a:gd name="connsiteX1" fmla="*/ 1401525 w 1406287"/>
                <a:gd name="connsiteY1" fmla="*/ 0 h 1357124"/>
                <a:gd name="connsiteX2" fmla="*/ 1406287 w 1406287"/>
                <a:gd name="connsiteY2" fmla="*/ 1357124 h 1357124"/>
                <a:gd name="connsiteX3" fmla="*/ 0 w 1406287"/>
                <a:gd name="connsiteY3" fmla="*/ 1347598 h 1357124"/>
                <a:gd name="connsiteX4" fmla="*/ 2377 w 1406287"/>
                <a:gd name="connsiteY4" fmla="*/ 0 h 1357124"/>
                <a:gd name="connsiteX0" fmla="*/ 2374 w 1406284"/>
                <a:gd name="connsiteY0" fmla="*/ 0 h 1357124"/>
                <a:gd name="connsiteX1" fmla="*/ 1401522 w 1406284"/>
                <a:gd name="connsiteY1" fmla="*/ 0 h 1357124"/>
                <a:gd name="connsiteX2" fmla="*/ 1406284 w 1406284"/>
                <a:gd name="connsiteY2" fmla="*/ 1357124 h 1357124"/>
                <a:gd name="connsiteX3" fmla="*/ 0 w 1406284"/>
                <a:gd name="connsiteY3" fmla="*/ 1354742 h 1357124"/>
                <a:gd name="connsiteX4" fmla="*/ 2374 w 1406284"/>
                <a:gd name="connsiteY4" fmla="*/ 0 h 13571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6284" h="1357124">
                  <a:moveTo>
                    <a:pt x="2374" y="0"/>
                  </a:moveTo>
                  <a:lnTo>
                    <a:pt x="1401522" y="0"/>
                  </a:lnTo>
                  <a:cubicBezTo>
                    <a:pt x="1403109" y="452375"/>
                    <a:pt x="1404697" y="904749"/>
                    <a:pt x="1406284" y="1357124"/>
                  </a:cubicBezTo>
                  <a:lnTo>
                    <a:pt x="0" y="1354742"/>
                  </a:lnTo>
                  <a:cubicBezTo>
                    <a:pt x="1588" y="905542"/>
                    <a:pt x="786" y="449200"/>
                    <a:pt x="2374" y="0"/>
                  </a:cubicBezTo>
                  <a:close/>
                </a:path>
              </a:pathLst>
            </a:cu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138" name="Oval 137">
              <a:extLst>
                <a:ext uri="{FF2B5EF4-FFF2-40B4-BE49-F238E27FC236}">
                  <a16:creationId xmlns:a16="http://schemas.microsoft.com/office/drawing/2014/main" id="{191F13D0-49E3-422F-AD16-4AFD665D61AA}"/>
                </a:ext>
              </a:extLst>
            </p:cNvPr>
            <p:cNvSpPr/>
            <p:nvPr/>
          </p:nvSpPr>
          <p:spPr>
            <a:xfrm>
              <a:off x="8604683" y="3702628"/>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sp>
          <p:nvSpPr>
            <p:cNvPr id="139" name="Oval 138">
              <a:extLst>
                <a:ext uri="{FF2B5EF4-FFF2-40B4-BE49-F238E27FC236}">
                  <a16:creationId xmlns:a16="http://schemas.microsoft.com/office/drawing/2014/main" id="{6772F4F4-6BFD-4B68-B1E0-275FE3465611}"/>
                </a:ext>
              </a:extLst>
            </p:cNvPr>
            <p:cNvSpPr/>
            <p:nvPr/>
          </p:nvSpPr>
          <p:spPr>
            <a:xfrm>
              <a:off x="6412076" y="3701080"/>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140" name="Oval 139">
              <a:extLst>
                <a:ext uri="{FF2B5EF4-FFF2-40B4-BE49-F238E27FC236}">
                  <a16:creationId xmlns:a16="http://schemas.microsoft.com/office/drawing/2014/main" id="{08192511-2DFE-49B6-AFA9-9B1E3679B959}"/>
                </a:ext>
              </a:extLst>
            </p:cNvPr>
            <p:cNvSpPr/>
            <p:nvPr/>
          </p:nvSpPr>
          <p:spPr>
            <a:xfrm>
              <a:off x="5020612" y="369928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cxnSp>
          <p:nvCxnSpPr>
            <p:cNvPr id="141" name="Straight Arrow Connector 140">
              <a:extLst>
                <a:ext uri="{FF2B5EF4-FFF2-40B4-BE49-F238E27FC236}">
                  <a16:creationId xmlns:a16="http://schemas.microsoft.com/office/drawing/2014/main" id="{A6930B86-E064-45D8-B86D-77F3A4B6DF7A}"/>
                </a:ext>
              </a:extLst>
            </p:cNvPr>
            <p:cNvCxnSpPr>
              <a:cxnSpLocks/>
            </p:cNvCxnSpPr>
            <p:nvPr/>
          </p:nvCxnSpPr>
          <p:spPr>
            <a:xfrm rot="16200000" flipV="1">
              <a:off x="6241095" y="4519412"/>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2" name="Straight Arrow Connector 141">
              <a:extLst>
                <a:ext uri="{FF2B5EF4-FFF2-40B4-BE49-F238E27FC236}">
                  <a16:creationId xmlns:a16="http://schemas.microsoft.com/office/drawing/2014/main" id="{7DF28BD6-B3EE-4926-9C3B-8D8C3E09798D}"/>
                </a:ext>
              </a:extLst>
            </p:cNvPr>
            <p:cNvCxnSpPr>
              <a:cxnSpLocks/>
            </p:cNvCxnSpPr>
            <p:nvPr/>
          </p:nvCxnSpPr>
          <p:spPr>
            <a:xfrm rot="5400000" flipV="1">
              <a:off x="7205010" y="455122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3" name="Straight Arrow Connector 142">
              <a:extLst>
                <a:ext uri="{FF2B5EF4-FFF2-40B4-BE49-F238E27FC236}">
                  <a16:creationId xmlns:a16="http://schemas.microsoft.com/office/drawing/2014/main" id="{FA384DC7-6CD6-4BB5-A4FF-6FFEE7B79CAD}"/>
                </a:ext>
              </a:extLst>
            </p:cNvPr>
            <p:cNvCxnSpPr>
              <a:cxnSpLocks/>
            </p:cNvCxnSpPr>
            <p:nvPr/>
          </p:nvCxnSpPr>
          <p:spPr>
            <a:xfrm rot="5400000" flipH="1">
              <a:off x="8535807" y="3536225"/>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4" name="Straight Arrow Connector 143">
              <a:extLst>
                <a:ext uri="{FF2B5EF4-FFF2-40B4-BE49-F238E27FC236}">
                  <a16:creationId xmlns:a16="http://schemas.microsoft.com/office/drawing/2014/main" id="{61665AB9-760F-4AD0-851E-5AA248E1A1A6}"/>
                </a:ext>
              </a:extLst>
            </p:cNvPr>
            <p:cNvCxnSpPr>
              <a:cxnSpLocks/>
            </p:cNvCxnSpPr>
            <p:nvPr/>
          </p:nvCxnSpPr>
          <p:spPr>
            <a:xfrm flipV="1">
              <a:off x="5632381" y="514831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5" name="Straight Arrow Connector 144">
              <a:extLst>
                <a:ext uri="{FF2B5EF4-FFF2-40B4-BE49-F238E27FC236}">
                  <a16:creationId xmlns:a16="http://schemas.microsoft.com/office/drawing/2014/main" id="{F19C3BC4-407E-4AAE-B91C-65120DCB9CD1}"/>
                </a:ext>
              </a:extLst>
            </p:cNvPr>
            <p:cNvCxnSpPr>
              <a:cxnSpLocks/>
            </p:cNvCxnSpPr>
            <p:nvPr/>
          </p:nvCxnSpPr>
          <p:spPr>
            <a:xfrm rot="16200000" flipV="1">
              <a:off x="8406875" y="451941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6" name="TextBox 145">
              <a:extLst>
                <a:ext uri="{FF2B5EF4-FFF2-40B4-BE49-F238E27FC236}">
                  <a16:creationId xmlns:a16="http://schemas.microsoft.com/office/drawing/2014/main" id="{DD487F9D-0881-44AB-BDA9-DCB45DF372A7}"/>
                </a:ext>
              </a:extLst>
            </p:cNvPr>
            <p:cNvSpPr txBox="1"/>
            <p:nvPr/>
          </p:nvSpPr>
          <p:spPr>
            <a:xfrm>
              <a:off x="6162227" y="4781690"/>
              <a:ext cx="403983" cy="369332"/>
            </a:xfrm>
            <a:prstGeom prst="rect">
              <a:avLst/>
            </a:prstGeom>
            <a:noFill/>
          </p:spPr>
          <p:txBody>
            <a:bodyPr wrap="square">
              <a:spAutoFit/>
            </a:bodyPr>
            <a:lstStyle/>
            <a:p>
              <a:r>
                <a:rPr lang="en-US" dirty="0">
                  <a:solidFill>
                    <a:srgbClr val="FF0000"/>
                  </a:solidFill>
                  <a:latin typeface="Consolas" panose="020B0609020204030204" pitchFamily="49" charset="0"/>
                </a:rPr>
                <a:t>a</a:t>
              </a:r>
              <a:r>
                <a:rPr lang="en-US" baseline="-25000" dirty="0">
                  <a:solidFill>
                    <a:srgbClr val="FF0000"/>
                  </a:solidFill>
                  <a:latin typeface="Consolas" panose="020B0609020204030204" pitchFamily="49" charset="0"/>
                </a:rPr>
                <a:t>0</a:t>
              </a:r>
            </a:p>
          </p:txBody>
        </p:sp>
        <p:sp>
          <p:nvSpPr>
            <p:cNvPr id="147" name="TextBox 146">
              <a:extLst>
                <a:ext uri="{FF2B5EF4-FFF2-40B4-BE49-F238E27FC236}">
                  <a16:creationId xmlns:a16="http://schemas.microsoft.com/office/drawing/2014/main" id="{CBF4F2C1-7139-49E9-AF56-6F7D396CDBF7}"/>
                </a:ext>
              </a:extLst>
            </p:cNvPr>
            <p:cNvSpPr txBox="1"/>
            <p:nvPr/>
          </p:nvSpPr>
          <p:spPr>
            <a:xfrm>
              <a:off x="7287902" y="3889589"/>
              <a:ext cx="469397" cy="369332"/>
            </a:xfrm>
            <a:prstGeom prst="rect">
              <a:avLst/>
            </a:prstGeom>
            <a:noFill/>
          </p:spPr>
          <p:txBody>
            <a:bodyPr wrap="square">
              <a:spAutoFit/>
            </a:bodyPr>
            <a:lstStyle/>
            <a:p>
              <a:r>
                <a:rPr lang="en-US" dirty="0">
                  <a:solidFill>
                    <a:srgbClr val="FF0000"/>
                  </a:solidFill>
                  <a:latin typeface="Consolas" panose="020B0609020204030204" pitchFamily="49" charset="0"/>
                </a:rPr>
                <a:t>b</a:t>
              </a:r>
              <a:r>
                <a:rPr lang="en-US" baseline="-25000" dirty="0">
                  <a:solidFill>
                    <a:srgbClr val="FF0000"/>
                  </a:solidFill>
                  <a:latin typeface="Consolas" panose="020B0609020204030204" pitchFamily="49" charset="0"/>
                </a:rPr>
                <a:t>0</a:t>
              </a:r>
            </a:p>
          </p:txBody>
        </p:sp>
        <p:cxnSp>
          <p:nvCxnSpPr>
            <p:cNvPr id="148" name="Straight Arrow Connector 147">
              <a:extLst>
                <a:ext uri="{FF2B5EF4-FFF2-40B4-BE49-F238E27FC236}">
                  <a16:creationId xmlns:a16="http://schemas.microsoft.com/office/drawing/2014/main" id="{B67E4F1A-C531-4AFB-8805-C854AFD724E4}"/>
                </a:ext>
              </a:extLst>
            </p:cNvPr>
            <p:cNvCxnSpPr>
              <a:cxnSpLocks/>
            </p:cNvCxnSpPr>
            <p:nvPr/>
          </p:nvCxnSpPr>
          <p:spPr>
            <a:xfrm rot="5400000" flipV="1">
              <a:off x="5031564" y="450677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9" name="Oval 148">
              <a:extLst>
                <a:ext uri="{FF2B5EF4-FFF2-40B4-BE49-F238E27FC236}">
                  <a16:creationId xmlns:a16="http://schemas.microsoft.com/office/drawing/2014/main" id="{6C66CD2D-7960-461F-BC6C-919C22DC165C}"/>
                </a:ext>
              </a:extLst>
            </p:cNvPr>
            <p:cNvSpPr/>
            <p:nvPr/>
          </p:nvSpPr>
          <p:spPr>
            <a:xfrm>
              <a:off x="5009388" y="5095436"/>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G</a:t>
              </a:r>
              <a:endParaRPr lang="en-US" dirty="0"/>
            </a:p>
          </p:txBody>
        </p:sp>
        <p:sp>
          <p:nvSpPr>
            <p:cNvPr id="150" name="Oval 149">
              <a:extLst>
                <a:ext uri="{FF2B5EF4-FFF2-40B4-BE49-F238E27FC236}">
                  <a16:creationId xmlns:a16="http://schemas.microsoft.com/office/drawing/2014/main" id="{83DDA5D7-181C-4709-AB55-95DE3050FF46}"/>
                </a:ext>
              </a:extLst>
            </p:cNvPr>
            <p:cNvSpPr/>
            <p:nvPr/>
          </p:nvSpPr>
          <p:spPr>
            <a:xfrm>
              <a:off x="6428073" y="5095436"/>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H</a:t>
              </a:r>
              <a:endParaRPr lang="en-US" dirty="0"/>
            </a:p>
          </p:txBody>
        </p:sp>
        <p:sp>
          <p:nvSpPr>
            <p:cNvPr id="151" name="Oval 150">
              <a:extLst>
                <a:ext uri="{FF2B5EF4-FFF2-40B4-BE49-F238E27FC236}">
                  <a16:creationId xmlns:a16="http://schemas.microsoft.com/office/drawing/2014/main" id="{B2694759-7F3D-47D7-9B31-2775FBD31248}"/>
                </a:ext>
              </a:extLst>
            </p:cNvPr>
            <p:cNvSpPr/>
            <p:nvPr/>
          </p:nvSpPr>
          <p:spPr>
            <a:xfrm>
              <a:off x="8561320" y="5105348"/>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I</a:t>
              </a:r>
              <a:endParaRPr lang="en-US" dirty="0"/>
            </a:p>
          </p:txBody>
        </p:sp>
        <p:sp>
          <p:nvSpPr>
            <p:cNvPr id="152" name="TextBox 151">
              <a:extLst>
                <a:ext uri="{FF2B5EF4-FFF2-40B4-BE49-F238E27FC236}">
                  <a16:creationId xmlns:a16="http://schemas.microsoft.com/office/drawing/2014/main" id="{9A6AB9FE-37F0-4760-BC2C-B147BBFBC9A4}"/>
                </a:ext>
              </a:extLst>
            </p:cNvPr>
            <p:cNvSpPr txBox="1"/>
            <p:nvPr/>
          </p:nvSpPr>
          <p:spPr>
            <a:xfrm>
              <a:off x="5751423" y="3357745"/>
              <a:ext cx="310896" cy="307777"/>
            </a:xfrm>
            <a:prstGeom prst="rect">
              <a:avLst/>
            </a:prstGeom>
            <a:noFill/>
            <a:ln w="19050">
              <a:solidFill>
                <a:schemeClr val="bg1"/>
              </a:solidFill>
            </a:ln>
          </p:spPr>
          <p:txBody>
            <a:bodyPr wrap="square" rtlCol="0">
              <a:spAutoFit/>
            </a:bodyPr>
            <a:lstStyle/>
            <a:p>
              <a:pPr algn="ctr"/>
              <a:r>
                <a:rPr lang="pt-BR" sz="1400" dirty="0"/>
                <a:t>I</a:t>
              </a:r>
              <a:endParaRPr lang="en-US" sz="1400" dirty="0"/>
            </a:p>
          </p:txBody>
        </p:sp>
        <p:sp>
          <p:nvSpPr>
            <p:cNvPr id="153" name="TextBox 152">
              <a:extLst>
                <a:ext uri="{FF2B5EF4-FFF2-40B4-BE49-F238E27FC236}">
                  <a16:creationId xmlns:a16="http://schemas.microsoft.com/office/drawing/2014/main" id="{6A8DE72C-0C79-4D76-AA5C-BB001C8A5B36}"/>
                </a:ext>
              </a:extLst>
            </p:cNvPr>
            <p:cNvSpPr txBox="1"/>
            <p:nvPr/>
          </p:nvSpPr>
          <p:spPr>
            <a:xfrm>
              <a:off x="7889162" y="3368193"/>
              <a:ext cx="310896" cy="307777"/>
            </a:xfrm>
            <a:prstGeom prst="rect">
              <a:avLst/>
            </a:prstGeom>
            <a:noFill/>
            <a:ln w="19050">
              <a:solidFill>
                <a:schemeClr val="bg1"/>
              </a:solidFill>
            </a:ln>
          </p:spPr>
          <p:txBody>
            <a:bodyPr wrap="square" rtlCol="0">
              <a:spAutoFit/>
            </a:bodyPr>
            <a:lstStyle/>
            <a:p>
              <a:pPr algn="ctr"/>
              <a:r>
                <a:rPr lang="pt-BR" sz="1400" dirty="0"/>
                <a:t>L</a:t>
              </a:r>
              <a:endParaRPr lang="en-US" sz="1400" dirty="0"/>
            </a:p>
          </p:txBody>
        </p:sp>
        <p:sp>
          <p:nvSpPr>
            <p:cNvPr id="154" name="TextBox 153">
              <a:extLst>
                <a:ext uri="{FF2B5EF4-FFF2-40B4-BE49-F238E27FC236}">
                  <a16:creationId xmlns:a16="http://schemas.microsoft.com/office/drawing/2014/main" id="{A9D2BD52-00CA-4744-8DC6-0040DD6A102D}"/>
                </a:ext>
              </a:extLst>
            </p:cNvPr>
            <p:cNvSpPr txBox="1"/>
            <p:nvPr/>
          </p:nvSpPr>
          <p:spPr>
            <a:xfrm>
              <a:off x="5712377" y="4310893"/>
              <a:ext cx="310896" cy="307777"/>
            </a:xfrm>
            <a:prstGeom prst="rect">
              <a:avLst/>
            </a:prstGeom>
            <a:noFill/>
            <a:ln w="19050">
              <a:solidFill>
                <a:schemeClr val="bg1"/>
              </a:solidFill>
            </a:ln>
          </p:spPr>
          <p:txBody>
            <a:bodyPr wrap="square" rtlCol="0">
              <a:spAutoFit/>
            </a:bodyPr>
            <a:lstStyle/>
            <a:p>
              <a:r>
                <a:rPr lang="pt-BR" sz="1400" dirty="0"/>
                <a:t>A</a:t>
              </a:r>
              <a:endParaRPr lang="en-US" sz="1400" dirty="0"/>
            </a:p>
          </p:txBody>
        </p:sp>
        <p:sp>
          <p:nvSpPr>
            <p:cNvPr id="155" name="TextBox 154">
              <a:extLst>
                <a:ext uri="{FF2B5EF4-FFF2-40B4-BE49-F238E27FC236}">
                  <a16:creationId xmlns:a16="http://schemas.microsoft.com/office/drawing/2014/main" id="{168F9A91-75EC-46CE-A111-15AA362923F8}"/>
                </a:ext>
              </a:extLst>
            </p:cNvPr>
            <p:cNvSpPr txBox="1"/>
            <p:nvPr/>
          </p:nvSpPr>
          <p:spPr>
            <a:xfrm>
              <a:off x="7909796" y="4317086"/>
              <a:ext cx="310896" cy="307777"/>
            </a:xfrm>
            <a:prstGeom prst="rect">
              <a:avLst/>
            </a:prstGeom>
            <a:noFill/>
            <a:ln w="19050">
              <a:solidFill>
                <a:schemeClr val="bg1"/>
              </a:solidFill>
            </a:ln>
          </p:spPr>
          <p:txBody>
            <a:bodyPr wrap="square" rtlCol="0">
              <a:spAutoFit/>
            </a:bodyPr>
            <a:lstStyle/>
            <a:p>
              <a:r>
                <a:rPr lang="pt-BR" sz="1400" dirty="0"/>
                <a:t>B</a:t>
              </a:r>
              <a:endParaRPr lang="en-US" sz="1400" dirty="0"/>
            </a:p>
          </p:txBody>
        </p:sp>
        <p:cxnSp>
          <p:nvCxnSpPr>
            <p:cNvPr id="156" name="Straight Arrow Connector 155">
              <a:extLst>
                <a:ext uri="{FF2B5EF4-FFF2-40B4-BE49-F238E27FC236}">
                  <a16:creationId xmlns:a16="http://schemas.microsoft.com/office/drawing/2014/main" id="{F16D8144-8E0D-4B63-93E4-EB4F839B7921}"/>
                </a:ext>
              </a:extLst>
            </p:cNvPr>
            <p:cNvCxnSpPr>
              <a:cxnSpLocks/>
            </p:cNvCxnSpPr>
            <p:nvPr/>
          </p:nvCxnSpPr>
          <p:spPr>
            <a:xfrm flipV="1">
              <a:off x="7817043" y="514680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7" name="Straight Arrow Connector 156">
              <a:extLst>
                <a:ext uri="{FF2B5EF4-FFF2-40B4-BE49-F238E27FC236}">
                  <a16:creationId xmlns:a16="http://schemas.microsoft.com/office/drawing/2014/main" id="{8A62CE89-F72E-4310-825F-23E12C02B7D9}"/>
                </a:ext>
              </a:extLst>
            </p:cNvPr>
            <p:cNvCxnSpPr>
              <a:cxnSpLocks/>
            </p:cNvCxnSpPr>
            <p:nvPr/>
          </p:nvCxnSpPr>
          <p:spPr>
            <a:xfrm rot="10800000" flipV="1">
              <a:off x="5622852" y="388985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8" name="Straight Arrow Connector 157">
              <a:extLst>
                <a:ext uri="{FF2B5EF4-FFF2-40B4-BE49-F238E27FC236}">
                  <a16:creationId xmlns:a16="http://schemas.microsoft.com/office/drawing/2014/main" id="{B3B97508-47C3-4926-8A87-F34479442D7B}"/>
                </a:ext>
              </a:extLst>
            </p:cNvPr>
            <p:cNvCxnSpPr>
              <a:cxnSpLocks/>
            </p:cNvCxnSpPr>
            <p:nvPr/>
          </p:nvCxnSpPr>
          <p:spPr>
            <a:xfrm rot="10800000" flipV="1">
              <a:off x="7802754" y="389670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9" name="Straight Arrow Connector 158">
              <a:extLst>
                <a:ext uri="{FF2B5EF4-FFF2-40B4-BE49-F238E27FC236}">
                  <a16:creationId xmlns:a16="http://schemas.microsoft.com/office/drawing/2014/main" id="{65495DED-B29C-4CB1-8053-A3F31D3B5D12}"/>
                </a:ext>
              </a:extLst>
            </p:cNvPr>
            <p:cNvCxnSpPr>
              <a:cxnSpLocks/>
            </p:cNvCxnSpPr>
            <p:nvPr/>
          </p:nvCxnSpPr>
          <p:spPr>
            <a:xfrm flipV="1">
              <a:off x="5691037" y="374813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0" name="Straight Arrow Connector 159">
              <a:extLst>
                <a:ext uri="{FF2B5EF4-FFF2-40B4-BE49-F238E27FC236}">
                  <a16:creationId xmlns:a16="http://schemas.microsoft.com/office/drawing/2014/main" id="{356EA576-A57B-43F7-8C03-8D74F9583239}"/>
                </a:ext>
              </a:extLst>
            </p:cNvPr>
            <p:cNvCxnSpPr>
              <a:cxnSpLocks/>
            </p:cNvCxnSpPr>
            <p:nvPr/>
          </p:nvCxnSpPr>
          <p:spPr>
            <a:xfrm flipV="1">
              <a:off x="7834504" y="374813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1" name="Straight Arrow Connector 160">
              <a:extLst>
                <a:ext uri="{FF2B5EF4-FFF2-40B4-BE49-F238E27FC236}">
                  <a16:creationId xmlns:a16="http://schemas.microsoft.com/office/drawing/2014/main" id="{5559852D-EA7F-4CCD-BCA7-08E0F7544874}"/>
                </a:ext>
              </a:extLst>
            </p:cNvPr>
            <p:cNvCxnSpPr>
              <a:cxnSpLocks/>
            </p:cNvCxnSpPr>
            <p:nvPr/>
          </p:nvCxnSpPr>
          <p:spPr>
            <a:xfrm rot="10800000" flipV="1">
              <a:off x="7790054" y="330344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2" name="Straight Arrow Connector 161">
              <a:extLst>
                <a:ext uri="{FF2B5EF4-FFF2-40B4-BE49-F238E27FC236}">
                  <a16:creationId xmlns:a16="http://schemas.microsoft.com/office/drawing/2014/main" id="{0B1E2708-D1FC-41B1-A40A-B22660EED09E}"/>
                </a:ext>
              </a:extLst>
            </p:cNvPr>
            <p:cNvCxnSpPr>
              <a:cxnSpLocks/>
            </p:cNvCxnSpPr>
            <p:nvPr/>
          </p:nvCxnSpPr>
          <p:spPr>
            <a:xfrm rot="10800000" flipV="1">
              <a:off x="5649617" y="328526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3" name="Straight Arrow Connector 162">
              <a:extLst>
                <a:ext uri="{FF2B5EF4-FFF2-40B4-BE49-F238E27FC236}">
                  <a16:creationId xmlns:a16="http://schemas.microsoft.com/office/drawing/2014/main" id="{2399455A-F1E7-4B59-BACC-180993FCD499}"/>
                </a:ext>
              </a:extLst>
            </p:cNvPr>
            <p:cNvCxnSpPr>
              <a:cxnSpLocks/>
            </p:cNvCxnSpPr>
            <p:nvPr/>
          </p:nvCxnSpPr>
          <p:spPr>
            <a:xfrm rot="7440000" flipH="1">
              <a:off x="6578834" y="3519317"/>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4" name="Straight Arrow Connector 163">
              <a:extLst>
                <a:ext uri="{FF2B5EF4-FFF2-40B4-BE49-F238E27FC236}">
                  <a16:creationId xmlns:a16="http://schemas.microsoft.com/office/drawing/2014/main" id="{EAA11F98-A7D6-479B-821D-5DB59D4DA890}"/>
                </a:ext>
              </a:extLst>
            </p:cNvPr>
            <p:cNvCxnSpPr>
              <a:cxnSpLocks/>
            </p:cNvCxnSpPr>
            <p:nvPr/>
          </p:nvCxnSpPr>
          <p:spPr>
            <a:xfrm rot="16200000" flipH="1">
              <a:off x="5115202" y="3524637"/>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5" name="Straight Arrow Connector 164">
              <a:extLst>
                <a:ext uri="{FF2B5EF4-FFF2-40B4-BE49-F238E27FC236}">
                  <a16:creationId xmlns:a16="http://schemas.microsoft.com/office/drawing/2014/main" id="{F5FA4BAF-E110-41B6-A36F-9A962B0C902C}"/>
                </a:ext>
              </a:extLst>
            </p:cNvPr>
            <p:cNvCxnSpPr>
              <a:cxnSpLocks/>
            </p:cNvCxnSpPr>
            <p:nvPr/>
          </p:nvCxnSpPr>
          <p:spPr>
            <a:xfrm rot="14100000" flipH="1">
              <a:off x="7092082" y="3507647"/>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6" name="Oval 165">
              <a:extLst>
                <a:ext uri="{FF2B5EF4-FFF2-40B4-BE49-F238E27FC236}">
                  <a16:creationId xmlns:a16="http://schemas.microsoft.com/office/drawing/2014/main" id="{B6CF5CFD-85C2-4A42-BAEB-DA92D8D305FC}"/>
                </a:ext>
              </a:extLst>
            </p:cNvPr>
            <p:cNvSpPr/>
            <p:nvPr/>
          </p:nvSpPr>
          <p:spPr>
            <a:xfrm>
              <a:off x="6800148" y="3109609"/>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a:t>
              </a:r>
              <a:endParaRPr lang="en-US" dirty="0"/>
            </a:p>
          </p:txBody>
        </p:sp>
        <p:sp>
          <p:nvSpPr>
            <p:cNvPr id="167" name="Oval 166">
              <a:extLst>
                <a:ext uri="{FF2B5EF4-FFF2-40B4-BE49-F238E27FC236}">
                  <a16:creationId xmlns:a16="http://schemas.microsoft.com/office/drawing/2014/main" id="{7DE4606D-10E1-4C51-969F-E5C35032783A}"/>
                </a:ext>
              </a:extLst>
            </p:cNvPr>
            <p:cNvSpPr/>
            <p:nvPr/>
          </p:nvSpPr>
          <p:spPr>
            <a:xfrm>
              <a:off x="5020612" y="3104229"/>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168" name="Oval 167">
              <a:extLst>
                <a:ext uri="{FF2B5EF4-FFF2-40B4-BE49-F238E27FC236}">
                  <a16:creationId xmlns:a16="http://schemas.microsoft.com/office/drawing/2014/main" id="{154EBAD1-2CEB-4DBF-8579-51577887C8D9}"/>
                </a:ext>
              </a:extLst>
            </p:cNvPr>
            <p:cNvSpPr/>
            <p:nvPr/>
          </p:nvSpPr>
          <p:spPr>
            <a:xfrm>
              <a:off x="8561320" y="3106028"/>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F</a:t>
              </a:r>
              <a:endParaRPr lang="en-US" dirty="0"/>
            </a:p>
          </p:txBody>
        </p:sp>
        <p:sp>
          <p:nvSpPr>
            <p:cNvPr id="169" name="TextBox 168">
              <a:extLst>
                <a:ext uri="{FF2B5EF4-FFF2-40B4-BE49-F238E27FC236}">
                  <a16:creationId xmlns:a16="http://schemas.microsoft.com/office/drawing/2014/main" id="{FE7BAA4F-D989-4468-A12C-63AA6B4ED753}"/>
                </a:ext>
              </a:extLst>
            </p:cNvPr>
            <p:cNvSpPr txBox="1"/>
            <p:nvPr/>
          </p:nvSpPr>
          <p:spPr>
            <a:xfrm>
              <a:off x="6799135" y="4325600"/>
              <a:ext cx="310896" cy="307777"/>
            </a:xfrm>
            <a:prstGeom prst="rect">
              <a:avLst/>
            </a:prstGeom>
            <a:noFill/>
            <a:ln w="19050">
              <a:solidFill>
                <a:schemeClr val="bg1"/>
              </a:solidFill>
            </a:ln>
          </p:spPr>
          <p:txBody>
            <a:bodyPr wrap="square" rtlCol="0">
              <a:spAutoFit/>
            </a:bodyPr>
            <a:lstStyle/>
            <a:p>
              <a:pPr algn="ctr"/>
              <a:r>
                <a:rPr lang="pt-BR" sz="1400" dirty="0"/>
                <a:t>N</a:t>
              </a:r>
              <a:endParaRPr lang="en-US" sz="1400" dirty="0"/>
            </a:p>
          </p:txBody>
        </p:sp>
        <p:sp>
          <p:nvSpPr>
            <p:cNvPr id="170" name="Oval 169">
              <a:extLst>
                <a:ext uri="{FF2B5EF4-FFF2-40B4-BE49-F238E27FC236}">
                  <a16:creationId xmlns:a16="http://schemas.microsoft.com/office/drawing/2014/main" id="{1C83EE68-69E1-483F-948F-90E8D74A1E30}"/>
                </a:ext>
              </a:extLst>
            </p:cNvPr>
            <p:cNvSpPr/>
            <p:nvPr/>
          </p:nvSpPr>
          <p:spPr>
            <a:xfrm>
              <a:off x="7227348" y="5109182"/>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J</a:t>
              </a:r>
              <a:endParaRPr lang="en-US" dirty="0"/>
            </a:p>
          </p:txBody>
        </p:sp>
        <p:sp>
          <p:nvSpPr>
            <p:cNvPr id="171" name="Oval 170">
              <a:extLst>
                <a:ext uri="{FF2B5EF4-FFF2-40B4-BE49-F238E27FC236}">
                  <a16:creationId xmlns:a16="http://schemas.microsoft.com/office/drawing/2014/main" id="{DC0D4B32-BE41-4E34-8FC2-B2AB3ABC74D3}"/>
                </a:ext>
              </a:extLst>
            </p:cNvPr>
            <p:cNvSpPr/>
            <p:nvPr/>
          </p:nvSpPr>
          <p:spPr>
            <a:xfrm>
              <a:off x="7211505" y="3676208"/>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K</a:t>
              </a:r>
              <a:endParaRPr lang="en-US" dirty="0"/>
            </a:p>
          </p:txBody>
        </p:sp>
        <p:sp>
          <p:nvSpPr>
            <p:cNvPr id="172" name="TextBox 171">
              <a:extLst>
                <a:ext uri="{FF2B5EF4-FFF2-40B4-BE49-F238E27FC236}">
                  <a16:creationId xmlns:a16="http://schemas.microsoft.com/office/drawing/2014/main" id="{67A7FBDD-671B-4E58-A51A-454DD851DF8F}"/>
                </a:ext>
              </a:extLst>
            </p:cNvPr>
            <p:cNvSpPr txBox="1"/>
            <p:nvPr/>
          </p:nvSpPr>
          <p:spPr>
            <a:xfrm>
              <a:off x="6476147" y="4783120"/>
              <a:ext cx="407687"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1</a:t>
              </a:r>
            </a:p>
          </p:txBody>
        </p:sp>
        <p:cxnSp>
          <p:nvCxnSpPr>
            <p:cNvPr id="173" name="Straight Arrow Connector 172">
              <a:extLst>
                <a:ext uri="{FF2B5EF4-FFF2-40B4-BE49-F238E27FC236}">
                  <a16:creationId xmlns:a16="http://schemas.microsoft.com/office/drawing/2014/main" id="{70582E1D-E540-4572-BF63-2CC38426AACD}"/>
                </a:ext>
              </a:extLst>
            </p:cNvPr>
            <p:cNvCxnSpPr>
              <a:cxnSpLocks/>
            </p:cNvCxnSpPr>
            <p:nvPr/>
          </p:nvCxnSpPr>
          <p:spPr>
            <a:xfrm rot="16200000" flipV="1">
              <a:off x="7079002" y="45319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4" name="Straight Arrow Connector 173">
              <a:extLst>
                <a:ext uri="{FF2B5EF4-FFF2-40B4-BE49-F238E27FC236}">
                  <a16:creationId xmlns:a16="http://schemas.microsoft.com/office/drawing/2014/main" id="{63738CD0-610A-4312-9F5D-A8E957DB8B35}"/>
                </a:ext>
              </a:extLst>
            </p:cNvPr>
            <p:cNvCxnSpPr>
              <a:cxnSpLocks/>
            </p:cNvCxnSpPr>
            <p:nvPr/>
          </p:nvCxnSpPr>
          <p:spPr>
            <a:xfrm rot="5400000" flipV="1">
              <a:off x="6419464" y="452535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5" name="Straight Arrow Connector 174">
              <a:extLst>
                <a:ext uri="{FF2B5EF4-FFF2-40B4-BE49-F238E27FC236}">
                  <a16:creationId xmlns:a16="http://schemas.microsoft.com/office/drawing/2014/main" id="{F8EB34B0-7B00-41CE-9EB0-29FB5F60A893}"/>
                </a:ext>
              </a:extLst>
            </p:cNvPr>
            <p:cNvCxnSpPr>
              <a:cxnSpLocks/>
            </p:cNvCxnSpPr>
            <p:nvPr/>
          </p:nvCxnSpPr>
          <p:spPr>
            <a:xfrm rot="10800000" flipH="1">
              <a:off x="6887956" y="5151022"/>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 name="Straight Arrow Connector 175">
              <a:extLst>
                <a:ext uri="{FF2B5EF4-FFF2-40B4-BE49-F238E27FC236}">
                  <a16:creationId xmlns:a16="http://schemas.microsoft.com/office/drawing/2014/main" id="{7E28EA79-04B0-48AA-A96B-3F5DA3E673D6}"/>
                </a:ext>
              </a:extLst>
            </p:cNvPr>
            <p:cNvCxnSpPr>
              <a:cxnSpLocks/>
            </p:cNvCxnSpPr>
            <p:nvPr/>
          </p:nvCxnSpPr>
          <p:spPr>
            <a:xfrm flipH="1">
              <a:off x="6848266" y="3925277"/>
              <a:ext cx="1895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7" name="TextBox 176">
              <a:extLst>
                <a:ext uri="{FF2B5EF4-FFF2-40B4-BE49-F238E27FC236}">
                  <a16:creationId xmlns:a16="http://schemas.microsoft.com/office/drawing/2014/main" id="{6D89D163-8FCD-4DFD-A6A7-9E3032C8353D}"/>
                </a:ext>
              </a:extLst>
            </p:cNvPr>
            <p:cNvSpPr txBox="1"/>
            <p:nvPr/>
          </p:nvSpPr>
          <p:spPr>
            <a:xfrm>
              <a:off x="6480268" y="3875900"/>
              <a:ext cx="407687"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0</a:t>
              </a:r>
            </a:p>
          </p:txBody>
        </p:sp>
        <p:sp>
          <p:nvSpPr>
            <p:cNvPr id="178" name="TextBox 177">
              <a:extLst>
                <a:ext uri="{FF2B5EF4-FFF2-40B4-BE49-F238E27FC236}">
                  <a16:creationId xmlns:a16="http://schemas.microsoft.com/office/drawing/2014/main" id="{760294F5-5933-4E31-A070-FF5848BC946D}"/>
                </a:ext>
              </a:extLst>
            </p:cNvPr>
            <p:cNvSpPr txBox="1"/>
            <p:nvPr/>
          </p:nvSpPr>
          <p:spPr>
            <a:xfrm>
              <a:off x="7021093" y="4762469"/>
              <a:ext cx="407687"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2</a:t>
              </a:r>
            </a:p>
          </p:txBody>
        </p:sp>
        <p:sp>
          <p:nvSpPr>
            <p:cNvPr id="179" name="TextBox 178">
              <a:extLst>
                <a:ext uri="{FF2B5EF4-FFF2-40B4-BE49-F238E27FC236}">
                  <a16:creationId xmlns:a16="http://schemas.microsoft.com/office/drawing/2014/main" id="{CA5FC919-9EDD-4A6B-82CF-E58BF241ED7E}"/>
                </a:ext>
              </a:extLst>
            </p:cNvPr>
            <p:cNvSpPr txBox="1"/>
            <p:nvPr/>
          </p:nvSpPr>
          <p:spPr>
            <a:xfrm>
              <a:off x="7028002" y="3824661"/>
              <a:ext cx="407687" cy="369332"/>
            </a:xfrm>
            <a:prstGeom prst="rect">
              <a:avLst/>
            </a:prstGeom>
            <a:noFill/>
          </p:spPr>
          <p:txBody>
            <a:bodyPr wrap="square">
              <a:spAutoFit/>
            </a:bodyPr>
            <a:lstStyle/>
            <a:p>
              <a:r>
                <a:rPr lang="en-US" dirty="0">
                  <a:latin typeface="Consolas" panose="020B0609020204030204" pitchFamily="49" charset="0"/>
                </a:rPr>
                <a:t>n</a:t>
              </a:r>
              <a:r>
                <a:rPr lang="en-US" baseline="-25000" dirty="0">
                  <a:latin typeface="Consolas" panose="020B0609020204030204" pitchFamily="49" charset="0"/>
                </a:rPr>
                <a:t>3</a:t>
              </a:r>
            </a:p>
          </p:txBody>
        </p:sp>
        <p:sp>
          <p:nvSpPr>
            <p:cNvPr id="180" name="TextBox 179">
              <a:extLst>
                <a:ext uri="{FF2B5EF4-FFF2-40B4-BE49-F238E27FC236}">
                  <a16:creationId xmlns:a16="http://schemas.microsoft.com/office/drawing/2014/main" id="{82BDD115-D5AE-4B1D-AC19-3E2168179420}"/>
                </a:ext>
              </a:extLst>
            </p:cNvPr>
            <p:cNvSpPr txBox="1"/>
            <p:nvPr/>
          </p:nvSpPr>
          <p:spPr>
            <a:xfrm>
              <a:off x="6253746" y="3380144"/>
              <a:ext cx="407687" cy="369332"/>
            </a:xfrm>
            <a:prstGeom prst="rect">
              <a:avLst/>
            </a:prstGeom>
            <a:noFill/>
          </p:spPr>
          <p:txBody>
            <a:bodyPr wrap="square">
              <a:spAutoFit/>
            </a:bodyPr>
            <a:lstStyle/>
            <a:p>
              <a:r>
                <a:rPr lang="en-US" dirty="0">
                  <a:latin typeface="Consolas" panose="020B0609020204030204" pitchFamily="49" charset="0"/>
                </a:rPr>
                <a:t>i</a:t>
              </a:r>
              <a:r>
                <a:rPr lang="en-US" baseline="-25000" dirty="0">
                  <a:latin typeface="Consolas" panose="020B0609020204030204" pitchFamily="49" charset="0"/>
                </a:rPr>
                <a:t>0</a:t>
              </a:r>
            </a:p>
          </p:txBody>
        </p:sp>
        <p:sp>
          <p:nvSpPr>
            <p:cNvPr id="181" name="TextBox 180">
              <a:extLst>
                <a:ext uri="{FF2B5EF4-FFF2-40B4-BE49-F238E27FC236}">
                  <a16:creationId xmlns:a16="http://schemas.microsoft.com/office/drawing/2014/main" id="{2B4BC6C4-6422-40CF-AD25-EFFDA6F91224}"/>
                </a:ext>
              </a:extLst>
            </p:cNvPr>
            <p:cNvSpPr txBox="1"/>
            <p:nvPr/>
          </p:nvSpPr>
          <p:spPr>
            <a:xfrm>
              <a:off x="7081561" y="3183067"/>
              <a:ext cx="407687" cy="369332"/>
            </a:xfrm>
            <a:prstGeom prst="rect">
              <a:avLst/>
            </a:prstGeom>
            <a:noFill/>
          </p:spPr>
          <p:txBody>
            <a:bodyPr wrap="square">
              <a:spAutoFit/>
            </a:bodyPr>
            <a:lstStyle/>
            <a:p>
              <a:r>
                <a:rPr lang="en-US" dirty="0">
                  <a:latin typeface="Consolas" panose="020B0609020204030204" pitchFamily="49" charset="0"/>
                </a:rPr>
                <a:t>l</a:t>
              </a:r>
              <a:r>
                <a:rPr lang="en-US" baseline="-25000" dirty="0">
                  <a:latin typeface="Consolas" panose="020B0609020204030204" pitchFamily="49" charset="0"/>
                </a:rPr>
                <a:t>0</a:t>
              </a:r>
            </a:p>
          </p:txBody>
        </p:sp>
        <p:sp>
          <p:nvSpPr>
            <p:cNvPr id="182" name="TextBox 181">
              <a:extLst>
                <a:ext uri="{FF2B5EF4-FFF2-40B4-BE49-F238E27FC236}">
                  <a16:creationId xmlns:a16="http://schemas.microsoft.com/office/drawing/2014/main" id="{8CB4A35F-2EA5-425C-B747-73A8BCFF7C6A}"/>
                </a:ext>
              </a:extLst>
            </p:cNvPr>
            <p:cNvSpPr txBox="1"/>
            <p:nvPr/>
          </p:nvSpPr>
          <p:spPr>
            <a:xfrm>
              <a:off x="6562543" y="2751990"/>
              <a:ext cx="403983" cy="369332"/>
            </a:xfrm>
            <a:prstGeom prst="rect">
              <a:avLst/>
            </a:prstGeom>
            <a:noFill/>
          </p:spPr>
          <p:txBody>
            <a:bodyPr wrap="square">
              <a:spAutoFit/>
            </a:bodyPr>
            <a:lstStyle/>
            <a:p>
              <a:r>
                <a:rPr lang="en-US" dirty="0">
                  <a:solidFill>
                    <a:srgbClr val="FF0000"/>
                  </a:solidFill>
                  <a:latin typeface="Consolas" panose="020B0609020204030204" pitchFamily="49" charset="0"/>
                </a:rPr>
                <a:t>c</a:t>
              </a:r>
              <a:r>
                <a:rPr lang="en-US" baseline="-25000" dirty="0">
                  <a:solidFill>
                    <a:srgbClr val="FF0000"/>
                  </a:solidFill>
                  <a:latin typeface="Consolas" panose="020B0609020204030204" pitchFamily="49" charset="0"/>
                </a:rPr>
                <a:t>0</a:t>
              </a:r>
            </a:p>
          </p:txBody>
        </p:sp>
        <p:sp>
          <p:nvSpPr>
            <p:cNvPr id="183" name="TextBox 182">
              <a:extLst>
                <a:ext uri="{FF2B5EF4-FFF2-40B4-BE49-F238E27FC236}">
                  <a16:creationId xmlns:a16="http://schemas.microsoft.com/office/drawing/2014/main" id="{82398CEA-97CE-4342-A100-14075B5E6090}"/>
                </a:ext>
              </a:extLst>
            </p:cNvPr>
            <p:cNvSpPr txBox="1"/>
            <p:nvPr/>
          </p:nvSpPr>
          <p:spPr>
            <a:xfrm>
              <a:off x="6861877" y="1893062"/>
              <a:ext cx="403983" cy="369332"/>
            </a:xfrm>
            <a:prstGeom prst="rect">
              <a:avLst/>
            </a:prstGeom>
            <a:noFill/>
          </p:spPr>
          <p:txBody>
            <a:bodyPr wrap="square">
              <a:spAutoFit/>
            </a:bodyPr>
            <a:lstStyle/>
            <a:p>
              <a:r>
                <a:rPr lang="en-US" dirty="0">
                  <a:solidFill>
                    <a:srgbClr val="FF0000"/>
                  </a:solidFill>
                  <a:latin typeface="Consolas" panose="020B0609020204030204" pitchFamily="49" charset="0"/>
                </a:rPr>
                <a:t>d</a:t>
              </a:r>
              <a:r>
                <a:rPr lang="en-US" baseline="-25000" dirty="0">
                  <a:solidFill>
                    <a:srgbClr val="FF0000"/>
                  </a:solidFill>
                  <a:latin typeface="Consolas" panose="020B0609020204030204" pitchFamily="49" charset="0"/>
                </a:rPr>
                <a:t>0</a:t>
              </a:r>
            </a:p>
          </p:txBody>
        </p:sp>
      </p:grpSp>
    </p:spTree>
    <p:extLst>
      <p:ext uri="{BB962C8B-B14F-4D97-AF65-F5344CB8AC3E}">
        <p14:creationId xmlns:p14="http://schemas.microsoft.com/office/powerpoint/2010/main" val="4205664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503A07-0117-4081-A30C-D1624E0122FE}"/>
              </a:ext>
            </a:extLst>
          </p:cNvPr>
          <p:cNvSpPr>
            <a:spLocks noGrp="1"/>
          </p:cNvSpPr>
          <p:nvPr>
            <p:ph type="title"/>
          </p:nvPr>
        </p:nvSpPr>
        <p:spPr/>
        <p:txBody>
          <a:bodyPr/>
          <a:lstStyle/>
          <a:p>
            <a:r>
              <a:rPr lang="en-US" dirty="0"/>
              <a:t>Mesh Example</a:t>
            </a:r>
          </a:p>
        </p:txBody>
      </p:sp>
      <p:grpSp>
        <p:nvGrpSpPr>
          <p:cNvPr id="199" name="Group 198">
            <a:extLst>
              <a:ext uri="{FF2B5EF4-FFF2-40B4-BE49-F238E27FC236}">
                <a16:creationId xmlns:a16="http://schemas.microsoft.com/office/drawing/2014/main" id="{355F8F1E-5D38-4738-9946-F7A3D96FCAB6}"/>
              </a:ext>
            </a:extLst>
          </p:cNvPr>
          <p:cNvGrpSpPr/>
          <p:nvPr/>
        </p:nvGrpSpPr>
        <p:grpSpPr>
          <a:xfrm>
            <a:off x="248192" y="1456120"/>
            <a:ext cx="7097429" cy="4198482"/>
            <a:chOff x="248192" y="288474"/>
            <a:chExt cx="7097429" cy="4198482"/>
          </a:xfrm>
        </p:grpSpPr>
        <p:grpSp>
          <p:nvGrpSpPr>
            <p:cNvPr id="200" name="Group 199">
              <a:extLst>
                <a:ext uri="{FF2B5EF4-FFF2-40B4-BE49-F238E27FC236}">
                  <a16:creationId xmlns:a16="http://schemas.microsoft.com/office/drawing/2014/main" id="{516E570C-F361-4909-BCED-861C04B00C33}"/>
                </a:ext>
              </a:extLst>
            </p:cNvPr>
            <p:cNvGrpSpPr/>
            <p:nvPr/>
          </p:nvGrpSpPr>
          <p:grpSpPr>
            <a:xfrm>
              <a:off x="248192" y="288474"/>
              <a:ext cx="1776500" cy="4198482"/>
              <a:chOff x="248192" y="288474"/>
              <a:chExt cx="1776500" cy="4198482"/>
            </a:xfrm>
          </p:grpSpPr>
          <p:grpSp>
            <p:nvGrpSpPr>
              <p:cNvPr id="252" name="Group 251">
                <a:extLst>
                  <a:ext uri="{FF2B5EF4-FFF2-40B4-BE49-F238E27FC236}">
                    <a16:creationId xmlns:a16="http://schemas.microsoft.com/office/drawing/2014/main" id="{3FD7EEEF-3529-4A48-AD2B-C975FF0DD39E}"/>
                  </a:ext>
                </a:extLst>
              </p:cNvPr>
              <p:cNvGrpSpPr/>
              <p:nvPr/>
            </p:nvGrpSpPr>
            <p:grpSpPr>
              <a:xfrm>
                <a:off x="248468" y="288474"/>
                <a:ext cx="1776224" cy="1399494"/>
                <a:chOff x="318136" y="1316090"/>
                <a:chExt cx="1776224" cy="1399494"/>
              </a:xfrm>
            </p:grpSpPr>
            <p:sp>
              <p:nvSpPr>
                <p:cNvPr id="265" name="Rectangle 264">
                  <a:extLst>
                    <a:ext uri="{FF2B5EF4-FFF2-40B4-BE49-F238E27FC236}">
                      <a16:creationId xmlns:a16="http://schemas.microsoft.com/office/drawing/2014/main" id="{5D9919B7-BDC0-4F4F-B243-ADB954D1BC7D}"/>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66" name="Straight Arrow Connector 265">
                  <a:extLst>
                    <a:ext uri="{FF2B5EF4-FFF2-40B4-BE49-F238E27FC236}">
                      <a16:creationId xmlns:a16="http://schemas.microsoft.com/office/drawing/2014/main" id="{C973AEEC-459D-49BB-8F29-03C6381E56F4}"/>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7" name="Straight Arrow Connector 266">
                  <a:extLst>
                    <a:ext uri="{FF2B5EF4-FFF2-40B4-BE49-F238E27FC236}">
                      <a16:creationId xmlns:a16="http://schemas.microsoft.com/office/drawing/2014/main" id="{062326DE-29F4-4128-8063-0B1520C23852}"/>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8" name="Straight Arrow Connector 267">
                  <a:extLst>
                    <a:ext uri="{FF2B5EF4-FFF2-40B4-BE49-F238E27FC236}">
                      <a16:creationId xmlns:a16="http://schemas.microsoft.com/office/drawing/2014/main" id="{EBD747DF-6F21-4AD4-803D-624B37980DDB}"/>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9" name="Straight Arrow Connector 268">
                  <a:extLst>
                    <a:ext uri="{FF2B5EF4-FFF2-40B4-BE49-F238E27FC236}">
                      <a16:creationId xmlns:a16="http://schemas.microsoft.com/office/drawing/2014/main" id="{7E3F25D0-7679-44D0-B9E9-9851092A28DE}"/>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53" name="Group 252">
                <a:extLst>
                  <a:ext uri="{FF2B5EF4-FFF2-40B4-BE49-F238E27FC236}">
                    <a16:creationId xmlns:a16="http://schemas.microsoft.com/office/drawing/2014/main" id="{2374E498-73CE-47F1-8271-78A7F34DEAC2}"/>
                  </a:ext>
                </a:extLst>
              </p:cNvPr>
              <p:cNvGrpSpPr/>
              <p:nvPr/>
            </p:nvGrpSpPr>
            <p:grpSpPr>
              <a:xfrm>
                <a:off x="248192" y="1687968"/>
                <a:ext cx="1776224" cy="1399494"/>
                <a:chOff x="318136" y="1316090"/>
                <a:chExt cx="1776224" cy="1399494"/>
              </a:xfrm>
            </p:grpSpPr>
            <p:sp>
              <p:nvSpPr>
                <p:cNvPr id="260" name="Rectangle 259">
                  <a:extLst>
                    <a:ext uri="{FF2B5EF4-FFF2-40B4-BE49-F238E27FC236}">
                      <a16:creationId xmlns:a16="http://schemas.microsoft.com/office/drawing/2014/main" id="{29514B38-0EFA-4A78-8535-F699CE69EA4D}"/>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61" name="Straight Arrow Connector 260">
                  <a:extLst>
                    <a:ext uri="{FF2B5EF4-FFF2-40B4-BE49-F238E27FC236}">
                      <a16:creationId xmlns:a16="http://schemas.microsoft.com/office/drawing/2014/main" id="{AA6842D4-9767-4970-A599-1150CFA35DE7}"/>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2" name="Straight Arrow Connector 261">
                  <a:extLst>
                    <a:ext uri="{FF2B5EF4-FFF2-40B4-BE49-F238E27FC236}">
                      <a16:creationId xmlns:a16="http://schemas.microsoft.com/office/drawing/2014/main" id="{59B9B561-5039-439D-82F6-0D8FF3951E7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3" name="Straight Arrow Connector 262">
                  <a:extLst>
                    <a:ext uri="{FF2B5EF4-FFF2-40B4-BE49-F238E27FC236}">
                      <a16:creationId xmlns:a16="http://schemas.microsoft.com/office/drawing/2014/main" id="{12A0B741-8CE6-49B3-94E9-822F86E57B44}"/>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4" name="Straight Arrow Connector 263">
                  <a:extLst>
                    <a:ext uri="{FF2B5EF4-FFF2-40B4-BE49-F238E27FC236}">
                      <a16:creationId xmlns:a16="http://schemas.microsoft.com/office/drawing/2014/main" id="{A61BABD6-ABBA-4CDA-8C92-04AE4F0F25F1}"/>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54" name="Group 253">
                <a:extLst>
                  <a:ext uri="{FF2B5EF4-FFF2-40B4-BE49-F238E27FC236}">
                    <a16:creationId xmlns:a16="http://schemas.microsoft.com/office/drawing/2014/main" id="{168685E4-FB57-4593-90FE-4BAE72C0E41B}"/>
                  </a:ext>
                </a:extLst>
              </p:cNvPr>
              <p:cNvGrpSpPr/>
              <p:nvPr/>
            </p:nvGrpSpPr>
            <p:grpSpPr>
              <a:xfrm>
                <a:off x="248192" y="3087462"/>
                <a:ext cx="1776224" cy="1399494"/>
                <a:chOff x="318136" y="1316090"/>
                <a:chExt cx="1776224" cy="1399494"/>
              </a:xfrm>
            </p:grpSpPr>
            <p:sp>
              <p:nvSpPr>
                <p:cNvPr id="255" name="Rectangle 254">
                  <a:extLst>
                    <a:ext uri="{FF2B5EF4-FFF2-40B4-BE49-F238E27FC236}">
                      <a16:creationId xmlns:a16="http://schemas.microsoft.com/office/drawing/2014/main" id="{C96C5F7A-8062-4C64-A47C-3C0EA1F4A9A1}"/>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56" name="Straight Arrow Connector 255">
                  <a:extLst>
                    <a:ext uri="{FF2B5EF4-FFF2-40B4-BE49-F238E27FC236}">
                      <a16:creationId xmlns:a16="http://schemas.microsoft.com/office/drawing/2014/main" id="{D8AF5737-5F69-498D-8244-E2D92D7822AF}"/>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7" name="Straight Arrow Connector 256">
                  <a:extLst>
                    <a:ext uri="{FF2B5EF4-FFF2-40B4-BE49-F238E27FC236}">
                      <a16:creationId xmlns:a16="http://schemas.microsoft.com/office/drawing/2014/main" id="{5C960DAB-7576-41DE-91BF-93767C394DE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8" name="Straight Arrow Connector 257">
                  <a:extLst>
                    <a:ext uri="{FF2B5EF4-FFF2-40B4-BE49-F238E27FC236}">
                      <a16:creationId xmlns:a16="http://schemas.microsoft.com/office/drawing/2014/main" id="{7EEEDC97-ACA7-4FAC-A842-F4841C135DD6}"/>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9" name="Straight Arrow Connector 258">
                  <a:extLst>
                    <a:ext uri="{FF2B5EF4-FFF2-40B4-BE49-F238E27FC236}">
                      <a16:creationId xmlns:a16="http://schemas.microsoft.com/office/drawing/2014/main" id="{962A0292-9F9F-435D-99E1-7D79EC4F2272}"/>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grpSp>
          <p:nvGrpSpPr>
            <p:cNvPr id="201" name="Group 200">
              <a:extLst>
                <a:ext uri="{FF2B5EF4-FFF2-40B4-BE49-F238E27FC236}">
                  <a16:creationId xmlns:a16="http://schemas.microsoft.com/office/drawing/2014/main" id="{E0E77DF8-7EE0-494D-9AF7-CFECC6B869EB}"/>
                </a:ext>
              </a:extLst>
            </p:cNvPr>
            <p:cNvGrpSpPr/>
            <p:nvPr/>
          </p:nvGrpSpPr>
          <p:grpSpPr>
            <a:xfrm>
              <a:off x="2014608" y="288474"/>
              <a:ext cx="1776500" cy="4198482"/>
              <a:chOff x="248192" y="288474"/>
              <a:chExt cx="1776500" cy="4198482"/>
            </a:xfrm>
          </p:grpSpPr>
          <p:grpSp>
            <p:nvGrpSpPr>
              <p:cNvPr id="234" name="Group 233">
                <a:extLst>
                  <a:ext uri="{FF2B5EF4-FFF2-40B4-BE49-F238E27FC236}">
                    <a16:creationId xmlns:a16="http://schemas.microsoft.com/office/drawing/2014/main" id="{F7373373-5128-40BF-BC7C-67477999153F}"/>
                  </a:ext>
                </a:extLst>
              </p:cNvPr>
              <p:cNvGrpSpPr/>
              <p:nvPr/>
            </p:nvGrpSpPr>
            <p:grpSpPr>
              <a:xfrm>
                <a:off x="248468" y="288474"/>
                <a:ext cx="1776224" cy="1399494"/>
                <a:chOff x="318136" y="1316090"/>
                <a:chExt cx="1776224" cy="1399494"/>
              </a:xfrm>
            </p:grpSpPr>
            <p:sp>
              <p:nvSpPr>
                <p:cNvPr id="247" name="Rectangle 246">
                  <a:extLst>
                    <a:ext uri="{FF2B5EF4-FFF2-40B4-BE49-F238E27FC236}">
                      <a16:creationId xmlns:a16="http://schemas.microsoft.com/office/drawing/2014/main" id="{D45BF7AA-566D-466E-A2CE-54C10DF71D1A}"/>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48" name="Straight Arrow Connector 247">
                  <a:extLst>
                    <a:ext uri="{FF2B5EF4-FFF2-40B4-BE49-F238E27FC236}">
                      <a16:creationId xmlns:a16="http://schemas.microsoft.com/office/drawing/2014/main" id="{A44ED70F-1AE5-40BA-934F-F803D3CDE5F3}"/>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9" name="Straight Arrow Connector 248">
                  <a:extLst>
                    <a:ext uri="{FF2B5EF4-FFF2-40B4-BE49-F238E27FC236}">
                      <a16:creationId xmlns:a16="http://schemas.microsoft.com/office/drawing/2014/main" id="{7B762EFC-714F-4236-8963-00B77C457FF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0" name="Straight Arrow Connector 249">
                  <a:extLst>
                    <a:ext uri="{FF2B5EF4-FFF2-40B4-BE49-F238E27FC236}">
                      <a16:creationId xmlns:a16="http://schemas.microsoft.com/office/drawing/2014/main" id="{DBCEC684-5407-43F1-B0B6-BA7F5753A16A}"/>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1" name="Straight Arrow Connector 250">
                  <a:extLst>
                    <a:ext uri="{FF2B5EF4-FFF2-40B4-BE49-F238E27FC236}">
                      <a16:creationId xmlns:a16="http://schemas.microsoft.com/office/drawing/2014/main" id="{BFE955E4-AC4D-4FA9-8DD0-7631C5985B45}"/>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35" name="Group 234">
                <a:extLst>
                  <a:ext uri="{FF2B5EF4-FFF2-40B4-BE49-F238E27FC236}">
                    <a16:creationId xmlns:a16="http://schemas.microsoft.com/office/drawing/2014/main" id="{60BDC115-0567-4C94-8188-43F0FA243DB4}"/>
                  </a:ext>
                </a:extLst>
              </p:cNvPr>
              <p:cNvGrpSpPr/>
              <p:nvPr/>
            </p:nvGrpSpPr>
            <p:grpSpPr>
              <a:xfrm>
                <a:off x="248192" y="1687968"/>
                <a:ext cx="1776224" cy="1399494"/>
                <a:chOff x="318136" y="1316090"/>
                <a:chExt cx="1776224" cy="1399494"/>
              </a:xfrm>
            </p:grpSpPr>
            <p:sp>
              <p:nvSpPr>
                <p:cNvPr id="242" name="Rectangle 241">
                  <a:extLst>
                    <a:ext uri="{FF2B5EF4-FFF2-40B4-BE49-F238E27FC236}">
                      <a16:creationId xmlns:a16="http://schemas.microsoft.com/office/drawing/2014/main" id="{A55BD290-DD98-4A88-AECD-679E6CEBC6C5}"/>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43" name="Straight Arrow Connector 242">
                  <a:extLst>
                    <a:ext uri="{FF2B5EF4-FFF2-40B4-BE49-F238E27FC236}">
                      <a16:creationId xmlns:a16="http://schemas.microsoft.com/office/drawing/2014/main" id="{0A6BF039-F570-4BEC-9EB2-532D7DEFF5BC}"/>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4" name="Straight Arrow Connector 243">
                  <a:extLst>
                    <a:ext uri="{FF2B5EF4-FFF2-40B4-BE49-F238E27FC236}">
                      <a16:creationId xmlns:a16="http://schemas.microsoft.com/office/drawing/2014/main" id="{4B582994-9247-430E-AA5B-3124734F530C}"/>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5" name="Straight Arrow Connector 244">
                  <a:extLst>
                    <a:ext uri="{FF2B5EF4-FFF2-40B4-BE49-F238E27FC236}">
                      <a16:creationId xmlns:a16="http://schemas.microsoft.com/office/drawing/2014/main" id="{902A780F-47D6-4181-9248-1E030BC97FAB}"/>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6" name="Straight Arrow Connector 245">
                  <a:extLst>
                    <a:ext uri="{FF2B5EF4-FFF2-40B4-BE49-F238E27FC236}">
                      <a16:creationId xmlns:a16="http://schemas.microsoft.com/office/drawing/2014/main" id="{3D4822F1-FD86-4865-9FEE-D31F7D8893EC}"/>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36" name="Group 235">
                <a:extLst>
                  <a:ext uri="{FF2B5EF4-FFF2-40B4-BE49-F238E27FC236}">
                    <a16:creationId xmlns:a16="http://schemas.microsoft.com/office/drawing/2014/main" id="{F0D814B7-1684-4AAB-8FD8-B5C2394F4DE9}"/>
                  </a:ext>
                </a:extLst>
              </p:cNvPr>
              <p:cNvGrpSpPr/>
              <p:nvPr/>
            </p:nvGrpSpPr>
            <p:grpSpPr>
              <a:xfrm>
                <a:off x="248192" y="3087462"/>
                <a:ext cx="1776224" cy="1399494"/>
                <a:chOff x="318136" y="1316090"/>
                <a:chExt cx="1776224" cy="1399494"/>
              </a:xfrm>
            </p:grpSpPr>
            <p:sp>
              <p:nvSpPr>
                <p:cNvPr id="237" name="Rectangle 236">
                  <a:extLst>
                    <a:ext uri="{FF2B5EF4-FFF2-40B4-BE49-F238E27FC236}">
                      <a16:creationId xmlns:a16="http://schemas.microsoft.com/office/drawing/2014/main" id="{A460903A-ADBE-4AE8-9634-74421E1E4421}"/>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38" name="Straight Arrow Connector 237">
                  <a:extLst>
                    <a:ext uri="{FF2B5EF4-FFF2-40B4-BE49-F238E27FC236}">
                      <a16:creationId xmlns:a16="http://schemas.microsoft.com/office/drawing/2014/main" id="{789A7F52-65E8-48B7-98C2-60722526CE6D}"/>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9" name="Straight Arrow Connector 238">
                  <a:extLst>
                    <a:ext uri="{FF2B5EF4-FFF2-40B4-BE49-F238E27FC236}">
                      <a16:creationId xmlns:a16="http://schemas.microsoft.com/office/drawing/2014/main" id="{65198430-3E18-406C-8B8C-777D03F28335}"/>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0" name="Straight Arrow Connector 239">
                  <a:extLst>
                    <a:ext uri="{FF2B5EF4-FFF2-40B4-BE49-F238E27FC236}">
                      <a16:creationId xmlns:a16="http://schemas.microsoft.com/office/drawing/2014/main" id="{46E2307C-2A7F-45FA-87E7-07959D55C615}"/>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1" name="Straight Arrow Connector 240">
                  <a:extLst>
                    <a:ext uri="{FF2B5EF4-FFF2-40B4-BE49-F238E27FC236}">
                      <a16:creationId xmlns:a16="http://schemas.microsoft.com/office/drawing/2014/main" id="{D96B0CD2-81A0-48F7-809D-5ADB6F2EB233}"/>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grpSp>
          <p:nvGrpSpPr>
            <p:cNvPr id="202" name="Group 201">
              <a:extLst>
                <a:ext uri="{FF2B5EF4-FFF2-40B4-BE49-F238E27FC236}">
                  <a16:creationId xmlns:a16="http://schemas.microsoft.com/office/drawing/2014/main" id="{1FED2BCD-D4E8-455B-9353-9E7E8A0EA52D}"/>
                </a:ext>
              </a:extLst>
            </p:cNvPr>
            <p:cNvGrpSpPr/>
            <p:nvPr/>
          </p:nvGrpSpPr>
          <p:grpSpPr>
            <a:xfrm>
              <a:off x="3790832" y="288474"/>
              <a:ext cx="1776224" cy="1399494"/>
              <a:chOff x="318136" y="1316090"/>
              <a:chExt cx="1776224" cy="1399494"/>
            </a:xfrm>
          </p:grpSpPr>
          <p:sp>
            <p:nvSpPr>
              <p:cNvPr id="229" name="Rectangle 228">
                <a:extLst>
                  <a:ext uri="{FF2B5EF4-FFF2-40B4-BE49-F238E27FC236}">
                    <a16:creationId xmlns:a16="http://schemas.microsoft.com/office/drawing/2014/main" id="{8062F188-9BE3-40CF-BAFD-CAFFAA11E452}"/>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30" name="Straight Arrow Connector 229">
                <a:extLst>
                  <a:ext uri="{FF2B5EF4-FFF2-40B4-BE49-F238E27FC236}">
                    <a16:creationId xmlns:a16="http://schemas.microsoft.com/office/drawing/2014/main" id="{AECCFD08-25A0-4B03-BDFA-20BA8FF313FC}"/>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1" name="Straight Arrow Connector 230">
                <a:extLst>
                  <a:ext uri="{FF2B5EF4-FFF2-40B4-BE49-F238E27FC236}">
                    <a16:creationId xmlns:a16="http://schemas.microsoft.com/office/drawing/2014/main" id="{0DA57120-F429-4DEB-938E-5891BD3AB37A}"/>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2" name="Straight Arrow Connector 231">
                <a:extLst>
                  <a:ext uri="{FF2B5EF4-FFF2-40B4-BE49-F238E27FC236}">
                    <a16:creationId xmlns:a16="http://schemas.microsoft.com/office/drawing/2014/main" id="{B009FEAE-5938-441C-8B45-BB35D02B5936}"/>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3" name="Straight Arrow Connector 232">
                <a:extLst>
                  <a:ext uri="{FF2B5EF4-FFF2-40B4-BE49-F238E27FC236}">
                    <a16:creationId xmlns:a16="http://schemas.microsoft.com/office/drawing/2014/main" id="{6C37DEE2-659F-4F10-B9B0-3D74816AB67D}"/>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3" name="Group 202">
              <a:extLst>
                <a:ext uri="{FF2B5EF4-FFF2-40B4-BE49-F238E27FC236}">
                  <a16:creationId xmlns:a16="http://schemas.microsoft.com/office/drawing/2014/main" id="{BFB941BD-1D2C-46FE-8DEF-5C3E07E24822}"/>
                </a:ext>
              </a:extLst>
            </p:cNvPr>
            <p:cNvGrpSpPr/>
            <p:nvPr/>
          </p:nvGrpSpPr>
          <p:grpSpPr>
            <a:xfrm>
              <a:off x="3790556" y="1687968"/>
              <a:ext cx="1776224" cy="1399494"/>
              <a:chOff x="318136" y="1316090"/>
              <a:chExt cx="1776224" cy="1399494"/>
            </a:xfrm>
          </p:grpSpPr>
          <p:sp>
            <p:nvSpPr>
              <p:cNvPr id="224" name="Rectangle 223">
                <a:extLst>
                  <a:ext uri="{FF2B5EF4-FFF2-40B4-BE49-F238E27FC236}">
                    <a16:creationId xmlns:a16="http://schemas.microsoft.com/office/drawing/2014/main" id="{623EBB0C-A58E-4601-B1A7-48655AB8B6F6}"/>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25" name="Straight Arrow Connector 224">
                <a:extLst>
                  <a:ext uri="{FF2B5EF4-FFF2-40B4-BE49-F238E27FC236}">
                    <a16:creationId xmlns:a16="http://schemas.microsoft.com/office/drawing/2014/main" id="{AF7D7B31-F9B6-4A27-ADBE-BBC2C64079F8}"/>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6" name="Straight Arrow Connector 225">
                <a:extLst>
                  <a:ext uri="{FF2B5EF4-FFF2-40B4-BE49-F238E27FC236}">
                    <a16:creationId xmlns:a16="http://schemas.microsoft.com/office/drawing/2014/main" id="{1BC8CB39-5C2E-4BD9-AEF5-84CAECEDD1FB}"/>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7" name="Straight Arrow Connector 226">
                <a:extLst>
                  <a:ext uri="{FF2B5EF4-FFF2-40B4-BE49-F238E27FC236}">
                    <a16:creationId xmlns:a16="http://schemas.microsoft.com/office/drawing/2014/main" id="{459DC3CF-C60E-4234-AFF2-A4506C09CCC4}"/>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8" name="Straight Arrow Connector 227">
                <a:extLst>
                  <a:ext uri="{FF2B5EF4-FFF2-40B4-BE49-F238E27FC236}">
                    <a16:creationId xmlns:a16="http://schemas.microsoft.com/office/drawing/2014/main" id="{54F98CCC-B28F-4ED5-A2B4-D2E5C46355CB}"/>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4" name="Group 203">
              <a:extLst>
                <a:ext uri="{FF2B5EF4-FFF2-40B4-BE49-F238E27FC236}">
                  <a16:creationId xmlns:a16="http://schemas.microsoft.com/office/drawing/2014/main" id="{55506D04-7782-418C-AC99-5FB405335414}"/>
                </a:ext>
              </a:extLst>
            </p:cNvPr>
            <p:cNvGrpSpPr/>
            <p:nvPr/>
          </p:nvGrpSpPr>
          <p:grpSpPr>
            <a:xfrm>
              <a:off x="3790556" y="3087462"/>
              <a:ext cx="1776224" cy="1399494"/>
              <a:chOff x="318136" y="1316090"/>
              <a:chExt cx="1776224" cy="1399494"/>
            </a:xfrm>
          </p:grpSpPr>
          <p:sp>
            <p:nvSpPr>
              <p:cNvPr id="219" name="Rectangle 218">
                <a:extLst>
                  <a:ext uri="{FF2B5EF4-FFF2-40B4-BE49-F238E27FC236}">
                    <a16:creationId xmlns:a16="http://schemas.microsoft.com/office/drawing/2014/main" id="{056883D2-AE14-41D7-92E9-A43358CF3C34}"/>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20" name="Straight Arrow Connector 219">
                <a:extLst>
                  <a:ext uri="{FF2B5EF4-FFF2-40B4-BE49-F238E27FC236}">
                    <a16:creationId xmlns:a16="http://schemas.microsoft.com/office/drawing/2014/main" id="{6668B10C-D061-47E8-9076-42FCD480CD97}"/>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1" name="Straight Arrow Connector 220">
                <a:extLst>
                  <a:ext uri="{FF2B5EF4-FFF2-40B4-BE49-F238E27FC236}">
                    <a16:creationId xmlns:a16="http://schemas.microsoft.com/office/drawing/2014/main" id="{B01960BF-C5CF-421D-81DC-3B08440D9FB7}"/>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2" name="Straight Arrow Connector 221">
                <a:extLst>
                  <a:ext uri="{FF2B5EF4-FFF2-40B4-BE49-F238E27FC236}">
                    <a16:creationId xmlns:a16="http://schemas.microsoft.com/office/drawing/2014/main" id="{82D4EEA5-A7F9-46FD-9033-449B2C1FE99C}"/>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3" name="Straight Arrow Connector 222">
                <a:extLst>
                  <a:ext uri="{FF2B5EF4-FFF2-40B4-BE49-F238E27FC236}">
                    <a16:creationId xmlns:a16="http://schemas.microsoft.com/office/drawing/2014/main" id="{97B2D6FA-CFFD-4FE9-B230-5E2A3FEBD5B2}"/>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5" name="Group 204">
              <a:extLst>
                <a:ext uri="{FF2B5EF4-FFF2-40B4-BE49-F238E27FC236}">
                  <a16:creationId xmlns:a16="http://schemas.microsoft.com/office/drawing/2014/main" id="{113A97E4-1B9B-4884-BB1D-1A0CAF96BA58}"/>
                </a:ext>
              </a:extLst>
            </p:cNvPr>
            <p:cNvGrpSpPr/>
            <p:nvPr/>
          </p:nvGrpSpPr>
          <p:grpSpPr>
            <a:xfrm>
              <a:off x="5569397" y="288474"/>
              <a:ext cx="1776224" cy="1399494"/>
              <a:chOff x="321580" y="1316090"/>
              <a:chExt cx="1776224" cy="1399494"/>
            </a:xfrm>
          </p:grpSpPr>
          <p:sp>
            <p:nvSpPr>
              <p:cNvPr id="214" name="Rectangle 213">
                <a:extLst>
                  <a:ext uri="{FF2B5EF4-FFF2-40B4-BE49-F238E27FC236}">
                    <a16:creationId xmlns:a16="http://schemas.microsoft.com/office/drawing/2014/main" id="{C0C77131-5AB4-4F13-A30C-6BB1B3200A48}"/>
                  </a:ext>
                </a:extLst>
              </p:cNvPr>
              <p:cNvSpPr/>
              <p:nvPr/>
            </p:nvSpPr>
            <p:spPr>
              <a:xfrm rot="5400000">
                <a:off x="509945"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15" name="Straight Arrow Connector 214">
                <a:extLst>
                  <a:ext uri="{FF2B5EF4-FFF2-40B4-BE49-F238E27FC236}">
                    <a16:creationId xmlns:a16="http://schemas.microsoft.com/office/drawing/2014/main" id="{8E281038-E96E-491B-8204-4E19E55989E1}"/>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6" name="Straight Arrow Connector 215">
                <a:extLst>
                  <a:ext uri="{FF2B5EF4-FFF2-40B4-BE49-F238E27FC236}">
                    <a16:creationId xmlns:a16="http://schemas.microsoft.com/office/drawing/2014/main" id="{4E45AA5B-C60D-49E6-86C4-E1401994E18D}"/>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7" name="Straight Arrow Connector 216">
                <a:extLst>
                  <a:ext uri="{FF2B5EF4-FFF2-40B4-BE49-F238E27FC236}">
                    <a16:creationId xmlns:a16="http://schemas.microsoft.com/office/drawing/2014/main" id="{A2F57384-A8EC-4598-ADAD-F96D9D69CFE2}"/>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8" name="Straight Arrow Connector 217">
                <a:extLst>
                  <a:ext uri="{FF2B5EF4-FFF2-40B4-BE49-F238E27FC236}">
                    <a16:creationId xmlns:a16="http://schemas.microsoft.com/office/drawing/2014/main" id="{8D6230D9-0781-4424-97B2-69236B2BCB80}"/>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6" name="Group 205">
              <a:extLst>
                <a:ext uri="{FF2B5EF4-FFF2-40B4-BE49-F238E27FC236}">
                  <a16:creationId xmlns:a16="http://schemas.microsoft.com/office/drawing/2014/main" id="{AD6B3106-B749-467C-B87B-D650AEA914DF}"/>
                </a:ext>
              </a:extLst>
            </p:cNvPr>
            <p:cNvGrpSpPr/>
            <p:nvPr/>
          </p:nvGrpSpPr>
          <p:grpSpPr>
            <a:xfrm>
              <a:off x="5569397" y="1687968"/>
              <a:ext cx="1776224" cy="1399494"/>
              <a:chOff x="321856" y="1316090"/>
              <a:chExt cx="1776224" cy="1399494"/>
            </a:xfrm>
          </p:grpSpPr>
          <p:sp>
            <p:nvSpPr>
              <p:cNvPr id="207" name="Rectangle 206">
                <a:extLst>
                  <a:ext uri="{FF2B5EF4-FFF2-40B4-BE49-F238E27FC236}">
                    <a16:creationId xmlns:a16="http://schemas.microsoft.com/office/drawing/2014/main" id="{1678FADC-7F3B-49A6-98C4-4D3548E84F43}"/>
                  </a:ext>
                </a:extLst>
              </p:cNvPr>
              <p:cNvSpPr/>
              <p:nvPr/>
            </p:nvSpPr>
            <p:spPr>
              <a:xfrm rot="5400000">
                <a:off x="51022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08" name="Straight Arrow Connector 207">
                <a:extLst>
                  <a:ext uri="{FF2B5EF4-FFF2-40B4-BE49-F238E27FC236}">
                    <a16:creationId xmlns:a16="http://schemas.microsoft.com/office/drawing/2014/main" id="{A3E4A723-5F98-4CEF-A925-7E3485761F07}"/>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9" name="Straight Arrow Connector 208">
                <a:extLst>
                  <a:ext uri="{FF2B5EF4-FFF2-40B4-BE49-F238E27FC236}">
                    <a16:creationId xmlns:a16="http://schemas.microsoft.com/office/drawing/2014/main" id="{8AA12322-40C1-47F9-B7BE-3EF5FE9A6E1E}"/>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0" name="Straight Arrow Connector 209">
                <a:extLst>
                  <a:ext uri="{FF2B5EF4-FFF2-40B4-BE49-F238E27FC236}">
                    <a16:creationId xmlns:a16="http://schemas.microsoft.com/office/drawing/2014/main" id="{E1F6A8F7-5BE2-44A3-8E5A-1DD4BA75493E}"/>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1" name="Straight Arrow Connector 210">
                <a:extLst>
                  <a:ext uri="{FF2B5EF4-FFF2-40B4-BE49-F238E27FC236}">
                    <a16:creationId xmlns:a16="http://schemas.microsoft.com/office/drawing/2014/main" id="{AADCD4C8-FCC5-46BF-BF1A-B6D6AC5E7A25}"/>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2" name="Straight Arrow Connector 211">
                <a:extLst>
                  <a:ext uri="{FF2B5EF4-FFF2-40B4-BE49-F238E27FC236}">
                    <a16:creationId xmlns:a16="http://schemas.microsoft.com/office/drawing/2014/main" id="{27243F2A-86A6-4D95-92FB-ACB943D6E06E}"/>
                  </a:ext>
                </a:extLst>
              </p:cNvPr>
              <p:cNvCxnSpPr>
                <a:cxnSpLocks/>
              </p:cNvCxnSpPr>
              <p:nvPr/>
            </p:nvCxnSpPr>
            <p:spPr>
              <a:xfrm rot="13140000" flipV="1">
                <a:off x="893207" y="203998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3" name="Straight Arrow Connector 212">
                <a:extLst>
                  <a:ext uri="{FF2B5EF4-FFF2-40B4-BE49-F238E27FC236}">
                    <a16:creationId xmlns:a16="http://schemas.microsoft.com/office/drawing/2014/main" id="{FAD53B5E-A0E7-4F09-898F-0218D9DD5014}"/>
                  </a:ext>
                </a:extLst>
              </p:cNvPr>
              <p:cNvCxnSpPr>
                <a:cxnSpLocks/>
              </p:cNvCxnSpPr>
              <p:nvPr/>
            </p:nvCxnSpPr>
            <p:spPr>
              <a:xfrm rot="2340000" flipV="1">
                <a:off x="987275" y="19408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cxnSp>
        <p:nvCxnSpPr>
          <p:cNvPr id="270" name="Straight Connector 269">
            <a:extLst>
              <a:ext uri="{FF2B5EF4-FFF2-40B4-BE49-F238E27FC236}">
                <a16:creationId xmlns:a16="http://schemas.microsoft.com/office/drawing/2014/main" id="{4334DD71-E463-478A-ABA7-9A5AFA94D68C}"/>
              </a:ext>
            </a:extLst>
          </p:cNvPr>
          <p:cNvCxnSpPr/>
          <p:nvPr/>
        </p:nvCxnSpPr>
        <p:spPr>
          <a:xfrm>
            <a:off x="5565953" y="2855614"/>
            <a:ext cx="1776224" cy="1399494"/>
          </a:xfrm>
          <a:prstGeom prst="line">
            <a:avLst/>
          </a:prstGeom>
          <a:ln w="19050"/>
        </p:spPr>
        <p:style>
          <a:lnRef idx="1">
            <a:schemeClr val="dk1"/>
          </a:lnRef>
          <a:fillRef idx="0">
            <a:schemeClr val="dk1"/>
          </a:fillRef>
          <a:effectRef idx="0">
            <a:schemeClr val="dk1"/>
          </a:effectRef>
          <a:fontRef idx="minor">
            <a:schemeClr val="tx1"/>
          </a:fontRef>
        </p:style>
      </p:cxnSp>
      <p:cxnSp>
        <p:nvCxnSpPr>
          <p:cNvPr id="271" name="Straight Connector 270">
            <a:extLst>
              <a:ext uri="{FF2B5EF4-FFF2-40B4-BE49-F238E27FC236}">
                <a16:creationId xmlns:a16="http://schemas.microsoft.com/office/drawing/2014/main" id="{FF2FCAAA-7996-4B03-8DD5-8487CFC4BDF1}"/>
              </a:ext>
            </a:extLst>
          </p:cNvPr>
          <p:cNvCxnSpPr/>
          <p:nvPr/>
        </p:nvCxnSpPr>
        <p:spPr>
          <a:xfrm flipH="1">
            <a:off x="5565677" y="1456120"/>
            <a:ext cx="1776224" cy="1399494"/>
          </a:xfrm>
          <a:prstGeom prst="line">
            <a:avLst/>
          </a:prstGeom>
          <a:ln w="19050"/>
        </p:spPr>
        <p:style>
          <a:lnRef idx="1">
            <a:schemeClr val="dk1"/>
          </a:lnRef>
          <a:fillRef idx="0">
            <a:schemeClr val="dk1"/>
          </a:fillRef>
          <a:effectRef idx="0">
            <a:schemeClr val="dk1"/>
          </a:effectRef>
          <a:fontRef idx="minor">
            <a:schemeClr val="tx1"/>
          </a:fontRef>
        </p:style>
      </p:cxnSp>
      <p:cxnSp>
        <p:nvCxnSpPr>
          <p:cNvPr id="272" name="Straight Connector 271">
            <a:extLst>
              <a:ext uri="{FF2B5EF4-FFF2-40B4-BE49-F238E27FC236}">
                <a16:creationId xmlns:a16="http://schemas.microsoft.com/office/drawing/2014/main" id="{45518EAD-433B-4D30-86D2-970AA7C8987B}"/>
              </a:ext>
            </a:extLst>
          </p:cNvPr>
          <p:cNvCxnSpPr>
            <a:cxnSpLocks/>
          </p:cNvCxnSpPr>
          <p:nvPr/>
        </p:nvCxnSpPr>
        <p:spPr>
          <a:xfrm>
            <a:off x="248192" y="2855614"/>
            <a:ext cx="709370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3" name="Straight Connector 272">
            <a:extLst>
              <a:ext uri="{FF2B5EF4-FFF2-40B4-BE49-F238E27FC236}">
                <a16:creationId xmlns:a16="http://schemas.microsoft.com/office/drawing/2014/main" id="{889B6438-9D92-4B5E-8394-41021E1E9E12}"/>
              </a:ext>
            </a:extLst>
          </p:cNvPr>
          <p:cNvCxnSpPr/>
          <p:nvPr/>
        </p:nvCxnSpPr>
        <p:spPr>
          <a:xfrm>
            <a:off x="2014608" y="1456120"/>
            <a:ext cx="0" cy="2798988"/>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cxnSp>
        <p:nvCxnSpPr>
          <p:cNvPr id="274" name="Straight Connector 273">
            <a:extLst>
              <a:ext uri="{FF2B5EF4-FFF2-40B4-BE49-F238E27FC236}">
                <a16:creationId xmlns:a16="http://schemas.microsoft.com/office/drawing/2014/main" id="{805DF446-5EFD-464C-A447-01430AB10EF8}"/>
              </a:ext>
            </a:extLst>
          </p:cNvPr>
          <p:cNvCxnSpPr/>
          <p:nvPr/>
        </p:nvCxnSpPr>
        <p:spPr>
          <a:xfrm>
            <a:off x="3790556" y="2855614"/>
            <a:ext cx="0" cy="2798988"/>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cxnSp>
        <p:nvCxnSpPr>
          <p:cNvPr id="275" name="Straight Connector 274">
            <a:extLst>
              <a:ext uri="{FF2B5EF4-FFF2-40B4-BE49-F238E27FC236}">
                <a16:creationId xmlns:a16="http://schemas.microsoft.com/office/drawing/2014/main" id="{3074EE5F-DA69-449F-A09A-8107C8B3EFCA}"/>
              </a:ext>
            </a:extLst>
          </p:cNvPr>
          <p:cNvCxnSpPr/>
          <p:nvPr/>
        </p:nvCxnSpPr>
        <p:spPr>
          <a:xfrm flipH="1">
            <a:off x="5565677" y="1456120"/>
            <a:ext cx="1776224" cy="1399494"/>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cxnSp>
        <p:nvCxnSpPr>
          <p:cNvPr id="276" name="Straight Connector 275">
            <a:extLst>
              <a:ext uri="{FF2B5EF4-FFF2-40B4-BE49-F238E27FC236}">
                <a16:creationId xmlns:a16="http://schemas.microsoft.com/office/drawing/2014/main" id="{E1E30BB6-810A-49DF-80A7-7D3519084021}"/>
              </a:ext>
            </a:extLst>
          </p:cNvPr>
          <p:cNvCxnSpPr/>
          <p:nvPr/>
        </p:nvCxnSpPr>
        <p:spPr>
          <a:xfrm>
            <a:off x="5565677" y="2855614"/>
            <a:ext cx="1776224" cy="139949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DC5DD4E9-1578-4D03-A242-CCD59A8C804C}"/>
              </a:ext>
            </a:extLst>
          </p:cNvPr>
          <p:cNvCxnSpPr/>
          <p:nvPr/>
        </p:nvCxnSpPr>
        <p:spPr>
          <a:xfrm>
            <a:off x="5569093" y="1456120"/>
            <a:ext cx="0" cy="2798988"/>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sp>
        <p:nvSpPr>
          <p:cNvPr id="278" name="TextBox 277">
            <a:extLst>
              <a:ext uri="{FF2B5EF4-FFF2-40B4-BE49-F238E27FC236}">
                <a16:creationId xmlns:a16="http://schemas.microsoft.com/office/drawing/2014/main" id="{55C2C1B8-1C16-44EA-BD98-B409209DEB88}"/>
              </a:ext>
            </a:extLst>
          </p:cNvPr>
          <p:cNvSpPr txBox="1"/>
          <p:nvPr/>
        </p:nvSpPr>
        <p:spPr>
          <a:xfrm>
            <a:off x="1772012" y="2369203"/>
            <a:ext cx="301686" cy="369332"/>
          </a:xfrm>
          <a:prstGeom prst="rect">
            <a:avLst/>
          </a:prstGeom>
          <a:noFill/>
        </p:spPr>
        <p:txBody>
          <a:bodyPr wrap="none" rtlCol="0">
            <a:spAutoFit/>
          </a:bodyPr>
          <a:lstStyle/>
          <a:p>
            <a:r>
              <a:rPr lang="en-US" dirty="0">
                <a:solidFill>
                  <a:srgbClr val="FF0000"/>
                </a:solidFill>
              </a:rPr>
              <a:t>1</a:t>
            </a:r>
          </a:p>
        </p:txBody>
      </p:sp>
      <p:sp>
        <p:nvSpPr>
          <p:cNvPr id="279" name="TextBox 278">
            <a:extLst>
              <a:ext uri="{FF2B5EF4-FFF2-40B4-BE49-F238E27FC236}">
                <a16:creationId xmlns:a16="http://schemas.microsoft.com/office/drawing/2014/main" id="{EC199BB2-04DF-489D-958D-C48F1634ADBA}"/>
              </a:ext>
            </a:extLst>
          </p:cNvPr>
          <p:cNvSpPr txBox="1"/>
          <p:nvPr/>
        </p:nvSpPr>
        <p:spPr>
          <a:xfrm>
            <a:off x="3303132" y="2799943"/>
            <a:ext cx="301686" cy="369332"/>
          </a:xfrm>
          <a:prstGeom prst="rect">
            <a:avLst/>
          </a:prstGeom>
          <a:noFill/>
        </p:spPr>
        <p:txBody>
          <a:bodyPr wrap="none" rtlCol="0">
            <a:spAutoFit/>
          </a:bodyPr>
          <a:lstStyle/>
          <a:p>
            <a:r>
              <a:rPr lang="en-US" dirty="0">
                <a:solidFill>
                  <a:srgbClr val="FF0000"/>
                </a:solidFill>
              </a:rPr>
              <a:t>2</a:t>
            </a:r>
          </a:p>
        </p:txBody>
      </p:sp>
      <p:sp>
        <p:nvSpPr>
          <p:cNvPr id="280" name="TextBox 279">
            <a:extLst>
              <a:ext uri="{FF2B5EF4-FFF2-40B4-BE49-F238E27FC236}">
                <a16:creationId xmlns:a16="http://schemas.microsoft.com/office/drawing/2014/main" id="{E73D811B-024E-4CDD-8659-4701A5DF443C}"/>
              </a:ext>
            </a:extLst>
          </p:cNvPr>
          <p:cNvSpPr txBox="1"/>
          <p:nvPr/>
        </p:nvSpPr>
        <p:spPr>
          <a:xfrm>
            <a:off x="3731465" y="5214588"/>
            <a:ext cx="301686" cy="369332"/>
          </a:xfrm>
          <a:prstGeom prst="rect">
            <a:avLst/>
          </a:prstGeom>
          <a:noFill/>
        </p:spPr>
        <p:txBody>
          <a:bodyPr wrap="none" rtlCol="0">
            <a:spAutoFit/>
          </a:bodyPr>
          <a:lstStyle/>
          <a:p>
            <a:r>
              <a:rPr lang="en-US" dirty="0">
                <a:solidFill>
                  <a:srgbClr val="FF0000"/>
                </a:solidFill>
              </a:rPr>
              <a:t>3</a:t>
            </a:r>
          </a:p>
        </p:txBody>
      </p:sp>
      <p:sp>
        <p:nvSpPr>
          <p:cNvPr id="281" name="TextBox 280">
            <a:extLst>
              <a:ext uri="{FF2B5EF4-FFF2-40B4-BE49-F238E27FC236}">
                <a16:creationId xmlns:a16="http://schemas.microsoft.com/office/drawing/2014/main" id="{74B820F3-51AC-4AAD-BC88-64F143A8EC01}"/>
              </a:ext>
            </a:extLst>
          </p:cNvPr>
          <p:cNvSpPr txBox="1"/>
          <p:nvPr/>
        </p:nvSpPr>
        <p:spPr>
          <a:xfrm>
            <a:off x="5516394" y="3811953"/>
            <a:ext cx="301686" cy="369332"/>
          </a:xfrm>
          <a:prstGeom prst="rect">
            <a:avLst/>
          </a:prstGeom>
          <a:noFill/>
        </p:spPr>
        <p:txBody>
          <a:bodyPr wrap="none" rtlCol="0">
            <a:spAutoFit/>
          </a:bodyPr>
          <a:lstStyle/>
          <a:p>
            <a:r>
              <a:rPr lang="en-US" dirty="0">
                <a:solidFill>
                  <a:srgbClr val="FF0000"/>
                </a:solidFill>
              </a:rPr>
              <a:t>4</a:t>
            </a:r>
          </a:p>
        </p:txBody>
      </p:sp>
      <p:sp>
        <p:nvSpPr>
          <p:cNvPr id="282" name="TextBox 281">
            <a:extLst>
              <a:ext uri="{FF2B5EF4-FFF2-40B4-BE49-F238E27FC236}">
                <a16:creationId xmlns:a16="http://schemas.microsoft.com/office/drawing/2014/main" id="{D3BFCE09-DD58-454C-BED7-2E81C8A13C72}"/>
              </a:ext>
            </a:extLst>
          </p:cNvPr>
          <p:cNvSpPr txBox="1"/>
          <p:nvPr/>
        </p:nvSpPr>
        <p:spPr>
          <a:xfrm>
            <a:off x="5520598" y="1460696"/>
            <a:ext cx="301686" cy="369332"/>
          </a:xfrm>
          <a:prstGeom prst="rect">
            <a:avLst/>
          </a:prstGeom>
          <a:noFill/>
        </p:spPr>
        <p:txBody>
          <a:bodyPr wrap="none" rtlCol="0">
            <a:spAutoFit/>
          </a:bodyPr>
          <a:lstStyle/>
          <a:p>
            <a:r>
              <a:rPr lang="en-US" dirty="0">
                <a:solidFill>
                  <a:srgbClr val="FF0000"/>
                </a:solidFill>
              </a:rPr>
              <a:t>5</a:t>
            </a:r>
          </a:p>
        </p:txBody>
      </p:sp>
      <p:sp>
        <p:nvSpPr>
          <p:cNvPr id="283" name="TextBox 282">
            <a:extLst>
              <a:ext uri="{FF2B5EF4-FFF2-40B4-BE49-F238E27FC236}">
                <a16:creationId xmlns:a16="http://schemas.microsoft.com/office/drawing/2014/main" id="{33FF4290-4CB2-4C7E-BA83-11D028A3ADD9}"/>
              </a:ext>
            </a:extLst>
          </p:cNvPr>
          <p:cNvSpPr txBox="1"/>
          <p:nvPr/>
        </p:nvSpPr>
        <p:spPr>
          <a:xfrm>
            <a:off x="3959444" y="2552649"/>
            <a:ext cx="301686" cy="369332"/>
          </a:xfrm>
          <a:prstGeom prst="rect">
            <a:avLst/>
          </a:prstGeom>
          <a:noFill/>
        </p:spPr>
        <p:txBody>
          <a:bodyPr wrap="none" rtlCol="0">
            <a:spAutoFit/>
          </a:bodyPr>
          <a:lstStyle/>
          <a:p>
            <a:r>
              <a:rPr lang="en-US" dirty="0">
                <a:solidFill>
                  <a:srgbClr val="FF0000"/>
                </a:solidFill>
              </a:rPr>
              <a:t>6</a:t>
            </a:r>
          </a:p>
        </p:txBody>
      </p:sp>
      <p:sp>
        <p:nvSpPr>
          <p:cNvPr id="284" name="TextBox 283">
            <a:extLst>
              <a:ext uri="{FF2B5EF4-FFF2-40B4-BE49-F238E27FC236}">
                <a16:creationId xmlns:a16="http://schemas.microsoft.com/office/drawing/2014/main" id="{A4563EBC-A27F-435D-A67C-C6215A6B5704}"/>
              </a:ext>
            </a:extLst>
          </p:cNvPr>
          <p:cNvSpPr txBox="1"/>
          <p:nvPr/>
        </p:nvSpPr>
        <p:spPr>
          <a:xfrm>
            <a:off x="3555981" y="3711783"/>
            <a:ext cx="301686" cy="369332"/>
          </a:xfrm>
          <a:prstGeom prst="rect">
            <a:avLst/>
          </a:prstGeom>
          <a:noFill/>
        </p:spPr>
        <p:txBody>
          <a:bodyPr wrap="none" rtlCol="0">
            <a:spAutoFit/>
          </a:bodyPr>
          <a:lstStyle/>
          <a:p>
            <a:r>
              <a:rPr lang="en-US" dirty="0">
                <a:solidFill>
                  <a:srgbClr val="FF0000"/>
                </a:solidFill>
              </a:rPr>
              <a:t>7</a:t>
            </a:r>
          </a:p>
        </p:txBody>
      </p:sp>
      <p:sp>
        <p:nvSpPr>
          <p:cNvPr id="285" name="TextBox 284">
            <a:extLst>
              <a:ext uri="{FF2B5EF4-FFF2-40B4-BE49-F238E27FC236}">
                <a16:creationId xmlns:a16="http://schemas.microsoft.com/office/drawing/2014/main" id="{EAD0A7C8-2C2D-4CE8-8030-9DED47ADBDED}"/>
              </a:ext>
            </a:extLst>
          </p:cNvPr>
          <p:cNvSpPr txBox="1"/>
          <p:nvPr/>
        </p:nvSpPr>
        <p:spPr>
          <a:xfrm>
            <a:off x="1781715" y="3751922"/>
            <a:ext cx="301686" cy="369332"/>
          </a:xfrm>
          <a:prstGeom prst="rect">
            <a:avLst/>
          </a:prstGeom>
          <a:noFill/>
        </p:spPr>
        <p:txBody>
          <a:bodyPr wrap="none" rtlCol="0">
            <a:spAutoFit/>
          </a:bodyPr>
          <a:lstStyle/>
          <a:p>
            <a:r>
              <a:rPr lang="en-US" dirty="0">
                <a:solidFill>
                  <a:srgbClr val="FF0000"/>
                </a:solidFill>
              </a:rPr>
              <a:t>8</a:t>
            </a:r>
          </a:p>
        </p:txBody>
      </p:sp>
      <p:sp>
        <p:nvSpPr>
          <p:cNvPr id="286" name="TextBox 285">
            <a:extLst>
              <a:ext uri="{FF2B5EF4-FFF2-40B4-BE49-F238E27FC236}">
                <a16:creationId xmlns:a16="http://schemas.microsoft.com/office/drawing/2014/main" id="{0BE3AE39-106D-4A43-B3D1-FDC608F90FF7}"/>
              </a:ext>
            </a:extLst>
          </p:cNvPr>
          <p:cNvSpPr txBox="1"/>
          <p:nvPr/>
        </p:nvSpPr>
        <p:spPr>
          <a:xfrm>
            <a:off x="1351806" y="2541230"/>
            <a:ext cx="301686" cy="369332"/>
          </a:xfrm>
          <a:prstGeom prst="rect">
            <a:avLst/>
          </a:prstGeom>
          <a:noFill/>
        </p:spPr>
        <p:txBody>
          <a:bodyPr wrap="none" rtlCol="0">
            <a:spAutoFit/>
          </a:bodyPr>
          <a:lstStyle/>
          <a:p>
            <a:r>
              <a:rPr lang="en-US" dirty="0">
                <a:solidFill>
                  <a:srgbClr val="FF0000"/>
                </a:solidFill>
              </a:rPr>
              <a:t>9</a:t>
            </a:r>
          </a:p>
        </p:txBody>
      </p:sp>
      <p:sp>
        <p:nvSpPr>
          <p:cNvPr id="287" name="TextBox 286">
            <a:extLst>
              <a:ext uri="{FF2B5EF4-FFF2-40B4-BE49-F238E27FC236}">
                <a16:creationId xmlns:a16="http://schemas.microsoft.com/office/drawing/2014/main" id="{2335C42D-1307-43A0-9C41-D2DCA3DD9390}"/>
              </a:ext>
            </a:extLst>
          </p:cNvPr>
          <p:cNvSpPr txBox="1"/>
          <p:nvPr/>
        </p:nvSpPr>
        <p:spPr>
          <a:xfrm>
            <a:off x="6772382" y="2557918"/>
            <a:ext cx="418704" cy="369332"/>
          </a:xfrm>
          <a:prstGeom prst="rect">
            <a:avLst/>
          </a:prstGeom>
          <a:noFill/>
        </p:spPr>
        <p:txBody>
          <a:bodyPr wrap="none" rtlCol="0">
            <a:spAutoFit/>
          </a:bodyPr>
          <a:lstStyle/>
          <a:p>
            <a:r>
              <a:rPr lang="en-US" dirty="0">
                <a:solidFill>
                  <a:srgbClr val="FF0000"/>
                </a:solidFill>
              </a:rPr>
              <a:t>10</a:t>
            </a:r>
          </a:p>
        </p:txBody>
      </p:sp>
      <p:sp>
        <p:nvSpPr>
          <p:cNvPr id="288" name="TextBox 287">
            <a:extLst>
              <a:ext uri="{FF2B5EF4-FFF2-40B4-BE49-F238E27FC236}">
                <a16:creationId xmlns:a16="http://schemas.microsoft.com/office/drawing/2014/main" id="{B0127BF5-9E71-434E-BFEA-92B1F11F419B}"/>
              </a:ext>
            </a:extLst>
          </p:cNvPr>
          <p:cNvSpPr txBox="1"/>
          <p:nvPr/>
        </p:nvSpPr>
        <p:spPr>
          <a:xfrm>
            <a:off x="6505898" y="3253280"/>
            <a:ext cx="418704" cy="369332"/>
          </a:xfrm>
          <a:prstGeom prst="rect">
            <a:avLst/>
          </a:prstGeom>
          <a:noFill/>
        </p:spPr>
        <p:txBody>
          <a:bodyPr wrap="none" rtlCol="0">
            <a:spAutoFit/>
          </a:bodyPr>
          <a:lstStyle/>
          <a:p>
            <a:r>
              <a:rPr lang="en-US" dirty="0">
                <a:solidFill>
                  <a:srgbClr val="FF0000"/>
                </a:solidFill>
              </a:rPr>
              <a:t>11</a:t>
            </a:r>
          </a:p>
        </p:txBody>
      </p:sp>
      <p:sp>
        <p:nvSpPr>
          <p:cNvPr id="289" name="TextBox 288">
            <a:extLst>
              <a:ext uri="{FF2B5EF4-FFF2-40B4-BE49-F238E27FC236}">
                <a16:creationId xmlns:a16="http://schemas.microsoft.com/office/drawing/2014/main" id="{24581527-E833-4F7A-B3EE-3288FAB5F615}"/>
              </a:ext>
            </a:extLst>
          </p:cNvPr>
          <p:cNvSpPr txBox="1"/>
          <p:nvPr/>
        </p:nvSpPr>
        <p:spPr>
          <a:xfrm>
            <a:off x="6448436" y="1539883"/>
            <a:ext cx="418704" cy="369332"/>
          </a:xfrm>
          <a:prstGeom prst="rect">
            <a:avLst/>
          </a:prstGeom>
          <a:noFill/>
        </p:spPr>
        <p:txBody>
          <a:bodyPr wrap="none" rtlCol="0">
            <a:spAutoFit/>
          </a:bodyPr>
          <a:lstStyle/>
          <a:p>
            <a:r>
              <a:rPr lang="en-US" dirty="0">
                <a:solidFill>
                  <a:srgbClr val="FF0000"/>
                </a:solidFill>
              </a:rPr>
              <a:t>12</a:t>
            </a:r>
          </a:p>
        </p:txBody>
      </p:sp>
      <p:cxnSp>
        <p:nvCxnSpPr>
          <p:cNvPr id="290" name="Straight Arrow Connector 289">
            <a:extLst>
              <a:ext uri="{FF2B5EF4-FFF2-40B4-BE49-F238E27FC236}">
                <a16:creationId xmlns:a16="http://schemas.microsoft.com/office/drawing/2014/main" id="{55C17A50-C856-4DEA-A8D4-C1B4076FDFD0}"/>
              </a:ext>
            </a:extLst>
          </p:cNvPr>
          <p:cNvCxnSpPr>
            <a:cxnSpLocks/>
          </p:cNvCxnSpPr>
          <p:nvPr/>
        </p:nvCxnSpPr>
        <p:spPr>
          <a:xfrm rot="8460000" flipV="1">
            <a:off x="6148514" y="230677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1" name="Straight Arrow Connector 290">
            <a:extLst>
              <a:ext uri="{FF2B5EF4-FFF2-40B4-BE49-F238E27FC236}">
                <a16:creationId xmlns:a16="http://schemas.microsoft.com/office/drawing/2014/main" id="{C66BA0EC-7817-4849-B3EA-67F8BC789B5F}"/>
              </a:ext>
            </a:extLst>
          </p:cNvPr>
          <p:cNvCxnSpPr>
            <a:cxnSpLocks/>
          </p:cNvCxnSpPr>
          <p:nvPr/>
        </p:nvCxnSpPr>
        <p:spPr>
          <a:xfrm rot="19260000" flipV="1">
            <a:off x="6057863" y="2202092"/>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2" name="TextBox 291">
            <a:extLst>
              <a:ext uri="{FF2B5EF4-FFF2-40B4-BE49-F238E27FC236}">
                <a16:creationId xmlns:a16="http://schemas.microsoft.com/office/drawing/2014/main" id="{7367258D-3557-4A61-A26E-094C0BF5880F}"/>
              </a:ext>
            </a:extLst>
          </p:cNvPr>
          <p:cNvSpPr txBox="1"/>
          <p:nvPr/>
        </p:nvSpPr>
        <p:spPr>
          <a:xfrm>
            <a:off x="8332783" y="1360666"/>
            <a:ext cx="4892206" cy="1191983"/>
          </a:xfrm>
          <a:prstGeom prst="rect">
            <a:avLst/>
          </a:prstGeom>
          <a:ln/>
        </p:spPr>
        <p:style>
          <a:lnRef idx="1">
            <a:schemeClr val="dk1"/>
          </a:lnRef>
          <a:fillRef idx="3">
            <a:schemeClr val="dk1"/>
          </a:fillRef>
          <a:effectRef idx="2">
            <a:schemeClr val="dk1"/>
          </a:effectRef>
          <a:fontRef idx="minor">
            <a:schemeClr val="lt1"/>
          </a:fontRef>
        </p:style>
        <p:txBody>
          <a:bodyPr wrap="square">
            <a:spAutoFit/>
          </a:bodyPr>
          <a:lstStyle/>
          <a:p>
            <a:pPr algn="just"/>
            <a:r>
              <a:rPr lang="en-US" dirty="0">
                <a:latin typeface="Consolas" panose="020B0609020204030204" pitchFamily="49" charset="0"/>
              </a:rPr>
              <a:t>Mesh example: the selected edges to create interface elements are in red and the order is determined by the numbers for each edge.</a:t>
            </a:r>
            <a:endParaRPr lang="en-US" baseline="-25000" dirty="0">
              <a:latin typeface="Consolas" panose="020B0609020204030204" pitchFamily="49" charset="0"/>
            </a:endParaRPr>
          </a:p>
        </p:txBody>
      </p:sp>
      <p:sp>
        <p:nvSpPr>
          <p:cNvPr id="293" name="Oval 292">
            <a:extLst>
              <a:ext uri="{FF2B5EF4-FFF2-40B4-BE49-F238E27FC236}">
                <a16:creationId xmlns:a16="http://schemas.microsoft.com/office/drawing/2014/main" id="{0D654E35-13F6-4427-8485-0D92293A1AB4}"/>
              </a:ext>
            </a:extLst>
          </p:cNvPr>
          <p:cNvSpPr/>
          <p:nvPr/>
        </p:nvSpPr>
        <p:spPr>
          <a:xfrm>
            <a:off x="104189" y="5506538"/>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294" name="Oval 293">
            <a:extLst>
              <a:ext uri="{FF2B5EF4-FFF2-40B4-BE49-F238E27FC236}">
                <a16:creationId xmlns:a16="http://schemas.microsoft.com/office/drawing/2014/main" id="{607B11A5-EAE0-49A3-AADF-8535D706D5E2}"/>
              </a:ext>
            </a:extLst>
          </p:cNvPr>
          <p:cNvSpPr/>
          <p:nvPr/>
        </p:nvSpPr>
        <p:spPr>
          <a:xfrm>
            <a:off x="1888368" y="5519515"/>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295" name="Oval 294">
            <a:extLst>
              <a:ext uri="{FF2B5EF4-FFF2-40B4-BE49-F238E27FC236}">
                <a16:creationId xmlns:a16="http://schemas.microsoft.com/office/drawing/2014/main" id="{E997ED73-D3C0-41B5-A7D6-45EBCAE17432}"/>
              </a:ext>
            </a:extLst>
          </p:cNvPr>
          <p:cNvSpPr/>
          <p:nvPr/>
        </p:nvSpPr>
        <p:spPr>
          <a:xfrm>
            <a:off x="3660575" y="5522453"/>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a:t>
            </a:r>
            <a:endParaRPr lang="en-US" dirty="0"/>
          </a:p>
        </p:txBody>
      </p:sp>
      <p:sp>
        <p:nvSpPr>
          <p:cNvPr id="296" name="Oval 295">
            <a:extLst>
              <a:ext uri="{FF2B5EF4-FFF2-40B4-BE49-F238E27FC236}">
                <a16:creationId xmlns:a16="http://schemas.microsoft.com/office/drawing/2014/main" id="{E97EB18D-FAEC-405D-BFD1-C5F02588E5A4}"/>
              </a:ext>
            </a:extLst>
          </p:cNvPr>
          <p:cNvSpPr/>
          <p:nvPr/>
        </p:nvSpPr>
        <p:spPr>
          <a:xfrm>
            <a:off x="5432310" y="5506538"/>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297" name="Oval 296">
            <a:extLst>
              <a:ext uri="{FF2B5EF4-FFF2-40B4-BE49-F238E27FC236}">
                <a16:creationId xmlns:a16="http://schemas.microsoft.com/office/drawing/2014/main" id="{70D668ED-BDF2-4917-86BC-B9E90DF3DFD0}"/>
              </a:ext>
            </a:extLst>
          </p:cNvPr>
          <p:cNvSpPr/>
          <p:nvPr/>
        </p:nvSpPr>
        <p:spPr>
          <a:xfrm>
            <a:off x="102494" y="4120638"/>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sp>
        <p:nvSpPr>
          <p:cNvPr id="298" name="Oval 297">
            <a:extLst>
              <a:ext uri="{FF2B5EF4-FFF2-40B4-BE49-F238E27FC236}">
                <a16:creationId xmlns:a16="http://schemas.microsoft.com/office/drawing/2014/main" id="{BDD707F5-0BE8-471A-B269-DAB47FAED13A}"/>
              </a:ext>
            </a:extLst>
          </p:cNvPr>
          <p:cNvSpPr/>
          <p:nvPr/>
        </p:nvSpPr>
        <p:spPr>
          <a:xfrm>
            <a:off x="1877339" y="4120636"/>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F</a:t>
            </a:r>
            <a:endParaRPr lang="en-US" dirty="0"/>
          </a:p>
        </p:txBody>
      </p:sp>
      <p:sp>
        <p:nvSpPr>
          <p:cNvPr id="299" name="Oval 298">
            <a:extLst>
              <a:ext uri="{FF2B5EF4-FFF2-40B4-BE49-F238E27FC236}">
                <a16:creationId xmlns:a16="http://schemas.microsoft.com/office/drawing/2014/main" id="{6490FEBE-9AB0-4AD8-AE43-8E33920E4F89}"/>
              </a:ext>
            </a:extLst>
          </p:cNvPr>
          <p:cNvSpPr/>
          <p:nvPr/>
        </p:nvSpPr>
        <p:spPr>
          <a:xfrm>
            <a:off x="3658608" y="411687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G</a:t>
            </a:r>
            <a:endParaRPr lang="en-US" dirty="0"/>
          </a:p>
        </p:txBody>
      </p:sp>
      <p:sp>
        <p:nvSpPr>
          <p:cNvPr id="300" name="Oval 299">
            <a:extLst>
              <a:ext uri="{FF2B5EF4-FFF2-40B4-BE49-F238E27FC236}">
                <a16:creationId xmlns:a16="http://schemas.microsoft.com/office/drawing/2014/main" id="{F1D59075-0218-4F2D-8875-3BBF8730CCB5}"/>
              </a:ext>
            </a:extLst>
          </p:cNvPr>
          <p:cNvSpPr/>
          <p:nvPr/>
        </p:nvSpPr>
        <p:spPr>
          <a:xfrm>
            <a:off x="5440690" y="4115514"/>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H</a:t>
            </a:r>
            <a:endParaRPr lang="en-US" dirty="0"/>
          </a:p>
        </p:txBody>
      </p:sp>
      <p:sp>
        <p:nvSpPr>
          <p:cNvPr id="301" name="Oval 300">
            <a:extLst>
              <a:ext uri="{FF2B5EF4-FFF2-40B4-BE49-F238E27FC236}">
                <a16:creationId xmlns:a16="http://schemas.microsoft.com/office/drawing/2014/main" id="{BD03B9AE-6261-492E-8508-FA9AE486F270}"/>
              </a:ext>
            </a:extLst>
          </p:cNvPr>
          <p:cNvSpPr/>
          <p:nvPr/>
        </p:nvSpPr>
        <p:spPr>
          <a:xfrm>
            <a:off x="7209929" y="412254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I</a:t>
            </a:r>
            <a:endParaRPr lang="en-US" dirty="0"/>
          </a:p>
        </p:txBody>
      </p:sp>
      <p:sp>
        <p:nvSpPr>
          <p:cNvPr id="302" name="Oval 301">
            <a:extLst>
              <a:ext uri="{FF2B5EF4-FFF2-40B4-BE49-F238E27FC236}">
                <a16:creationId xmlns:a16="http://schemas.microsoft.com/office/drawing/2014/main" id="{8219E6CA-0701-46C4-9495-F0DAC3BE6D5C}"/>
              </a:ext>
            </a:extLst>
          </p:cNvPr>
          <p:cNvSpPr/>
          <p:nvPr/>
        </p:nvSpPr>
        <p:spPr>
          <a:xfrm>
            <a:off x="102494" y="2726695"/>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J</a:t>
            </a:r>
            <a:endParaRPr lang="en-US" dirty="0"/>
          </a:p>
        </p:txBody>
      </p:sp>
      <p:sp>
        <p:nvSpPr>
          <p:cNvPr id="303" name="Oval 302">
            <a:extLst>
              <a:ext uri="{FF2B5EF4-FFF2-40B4-BE49-F238E27FC236}">
                <a16:creationId xmlns:a16="http://schemas.microsoft.com/office/drawing/2014/main" id="{15FA5F7E-26C9-47B3-BC05-D68924780B80}"/>
              </a:ext>
            </a:extLst>
          </p:cNvPr>
          <p:cNvSpPr/>
          <p:nvPr/>
        </p:nvSpPr>
        <p:spPr>
          <a:xfrm>
            <a:off x="1877339" y="2726693"/>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K</a:t>
            </a:r>
            <a:endParaRPr lang="en-US" dirty="0"/>
          </a:p>
        </p:txBody>
      </p:sp>
      <p:sp>
        <p:nvSpPr>
          <p:cNvPr id="304" name="Oval 303">
            <a:extLst>
              <a:ext uri="{FF2B5EF4-FFF2-40B4-BE49-F238E27FC236}">
                <a16:creationId xmlns:a16="http://schemas.microsoft.com/office/drawing/2014/main" id="{873F9854-E082-4082-9F1D-E8B100BDAC05}"/>
              </a:ext>
            </a:extLst>
          </p:cNvPr>
          <p:cNvSpPr/>
          <p:nvPr/>
        </p:nvSpPr>
        <p:spPr>
          <a:xfrm>
            <a:off x="3658608" y="2722928"/>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L</a:t>
            </a:r>
            <a:endParaRPr lang="en-US" dirty="0"/>
          </a:p>
        </p:txBody>
      </p:sp>
      <p:sp>
        <p:nvSpPr>
          <p:cNvPr id="305" name="Oval 304">
            <a:extLst>
              <a:ext uri="{FF2B5EF4-FFF2-40B4-BE49-F238E27FC236}">
                <a16:creationId xmlns:a16="http://schemas.microsoft.com/office/drawing/2014/main" id="{4A8BBCCD-B5BF-48DD-8126-A474AB04C35A}"/>
              </a:ext>
            </a:extLst>
          </p:cNvPr>
          <p:cNvSpPr/>
          <p:nvPr/>
        </p:nvSpPr>
        <p:spPr>
          <a:xfrm>
            <a:off x="5440690" y="2721571"/>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M</a:t>
            </a:r>
            <a:endParaRPr lang="en-US" dirty="0"/>
          </a:p>
        </p:txBody>
      </p:sp>
      <p:sp>
        <p:nvSpPr>
          <p:cNvPr id="306" name="Oval 305">
            <a:extLst>
              <a:ext uri="{FF2B5EF4-FFF2-40B4-BE49-F238E27FC236}">
                <a16:creationId xmlns:a16="http://schemas.microsoft.com/office/drawing/2014/main" id="{91BE7614-ABEE-4C51-A742-71FFD52B95A5}"/>
              </a:ext>
            </a:extLst>
          </p:cNvPr>
          <p:cNvSpPr/>
          <p:nvPr/>
        </p:nvSpPr>
        <p:spPr>
          <a:xfrm>
            <a:off x="7209929" y="2728598"/>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N</a:t>
            </a:r>
            <a:endParaRPr lang="en-US" dirty="0"/>
          </a:p>
        </p:txBody>
      </p:sp>
      <p:sp>
        <p:nvSpPr>
          <p:cNvPr id="307" name="Oval 306">
            <a:extLst>
              <a:ext uri="{FF2B5EF4-FFF2-40B4-BE49-F238E27FC236}">
                <a16:creationId xmlns:a16="http://schemas.microsoft.com/office/drawing/2014/main" id="{263F7E91-7613-4A0A-BF02-B5093EA16EE5}"/>
              </a:ext>
            </a:extLst>
          </p:cNvPr>
          <p:cNvSpPr/>
          <p:nvPr/>
        </p:nvSpPr>
        <p:spPr>
          <a:xfrm>
            <a:off x="102494" y="1326806"/>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P</a:t>
            </a:r>
            <a:endParaRPr lang="en-US" dirty="0"/>
          </a:p>
        </p:txBody>
      </p:sp>
      <p:sp>
        <p:nvSpPr>
          <p:cNvPr id="308" name="Oval 307">
            <a:extLst>
              <a:ext uri="{FF2B5EF4-FFF2-40B4-BE49-F238E27FC236}">
                <a16:creationId xmlns:a16="http://schemas.microsoft.com/office/drawing/2014/main" id="{8F2DCE16-B03E-4878-9628-6458FA06E654}"/>
              </a:ext>
            </a:extLst>
          </p:cNvPr>
          <p:cNvSpPr/>
          <p:nvPr/>
        </p:nvSpPr>
        <p:spPr>
          <a:xfrm>
            <a:off x="1877339" y="1326804"/>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Q</a:t>
            </a:r>
            <a:endParaRPr lang="en-US" dirty="0"/>
          </a:p>
        </p:txBody>
      </p:sp>
      <p:sp>
        <p:nvSpPr>
          <p:cNvPr id="309" name="Oval 308">
            <a:extLst>
              <a:ext uri="{FF2B5EF4-FFF2-40B4-BE49-F238E27FC236}">
                <a16:creationId xmlns:a16="http://schemas.microsoft.com/office/drawing/2014/main" id="{8EFD28D6-F8A2-4A21-97B7-E16C35904818}"/>
              </a:ext>
            </a:extLst>
          </p:cNvPr>
          <p:cNvSpPr/>
          <p:nvPr/>
        </p:nvSpPr>
        <p:spPr>
          <a:xfrm>
            <a:off x="3658608" y="1323039"/>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R</a:t>
            </a:r>
            <a:endParaRPr lang="en-US" dirty="0"/>
          </a:p>
        </p:txBody>
      </p:sp>
      <p:sp>
        <p:nvSpPr>
          <p:cNvPr id="310" name="Oval 309">
            <a:extLst>
              <a:ext uri="{FF2B5EF4-FFF2-40B4-BE49-F238E27FC236}">
                <a16:creationId xmlns:a16="http://schemas.microsoft.com/office/drawing/2014/main" id="{C3D66646-F891-415E-9B93-C259E4A46E28}"/>
              </a:ext>
            </a:extLst>
          </p:cNvPr>
          <p:cNvSpPr/>
          <p:nvPr/>
        </p:nvSpPr>
        <p:spPr>
          <a:xfrm>
            <a:off x="5440690" y="1321682"/>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S</a:t>
            </a:r>
            <a:endParaRPr lang="en-US" dirty="0"/>
          </a:p>
        </p:txBody>
      </p:sp>
      <p:sp>
        <p:nvSpPr>
          <p:cNvPr id="311" name="Oval 310">
            <a:extLst>
              <a:ext uri="{FF2B5EF4-FFF2-40B4-BE49-F238E27FC236}">
                <a16:creationId xmlns:a16="http://schemas.microsoft.com/office/drawing/2014/main" id="{8E53C076-C635-4633-8B12-F48E65DBEDD5}"/>
              </a:ext>
            </a:extLst>
          </p:cNvPr>
          <p:cNvSpPr/>
          <p:nvPr/>
        </p:nvSpPr>
        <p:spPr>
          <a:xfrm>
            <a:off x="7209929" y="1328709"/>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T</a:t>
            </a:r>
            <a:endParaRPr lang="en-US" dirty="0"/>
          </a:p>
        </p:txBody>
      </p:sp>
      <p:sp>
        <p:nvSpPr>
          <p:cNvPr id="313" name="TextBox 312">
            <a:extLst>
              <a:ext uri="{FF2B5EF4-FFF2-40B4-BE49-F238E27FC236}">
                <a16:creationId xmlns:a16="http://schemas.microsoft.com/office/drawing/2014/main" id="{E4EA174E-B342-4312-8C5E-D2A8ABDF4E0D}"/>
              </a:ext>
            </a:extLst>
          </p:cNvPr>
          <p:cNvSpPr txBox="1"/>
          <p:nvPr/>
        </p:nvSpPr>
        <p:spPr>
          <a:xfrm>
            <a:off x="8332783" y="2834678"/>
            <a:ext cx="3744917" cy="923330"/>
          </a:xfrm>
          <a:prstGeom prst="rect">
            <a:avLst/>
          </a:prstGeom>
          <a:ln w="19050">
            <a:solidFill>
              <a:schemeClr val="tx1"/>
            </a:solidFill>
          </a:ln>
        </p:spPr>
        <p:style>
          <a:lnRef idx="1">
            <a:schemeClr val="accent1"/>
          </a:lnRef>
          <a:fillRef idx="3">
            <a:schemeClr val="accent1"/>
          </a:fillRef>
          <a:effectRef idx="2">
            <a:schemeClr val="accent1"/>
          </a:effectRef>
          <a:fontRef idx="minor">
            <a:schemeClr val="lt1"/>
          </a:fontRef>
        </p:style>
        <p:txBody>
          <a:bodyPr wrap="square">
            <a:spAutoFit/>
          </a:bodyPr>
          <a:lstStyle/>
          <a:p>
            <a:pPr algn="just"/>
            <a:r>
              <a:rPr lang="en-US" dirty="0">
                <a:latin typeface="Consolas" panose="020B0609020204030204" pitchFamily="49" charset="0"/>
              </a:rPr>
              <a:t>Edge 1:</a:t>
            </a:r>
          </a:p>
          <a:p>
            <a:pPr algn="just"/>
            <a:r>
              <a:rPr lang="en-US" dirty="0">
                <a:latin typeface="Consolas" panose="020B0609020204030204" pitchFamily="49" charset="0"/>
              </a:rPr>
              <a:t>Q: Canonical and Border.</a:t>
            </a:r>
          </a:p>
          <a:p>
            <a:pPr algn="just"/>
            <a:r>
              <a:rPr lang="en-US" dirty="0">
                <a:latin typeface="Consolas" panose="020B0609020204030204" pitchFamily="49" charset="0"/>
              </a:rPr>
              <a:t>K: Canonical and Internal.</a:t>
            </a:r>
          </a:p>
        </p:txBody>
      </p:sp>
      <p:grpSp>
        <p:nvGrpSpPr>
          <p:cNvPr id="333" name="Group 332">
            <a:extLst>
              <a:ext uri="{FF2B5EF4-FFF2-40B4-BE49-F238E27FC236}">
                <a16:creationId xmlns:a16="http://schemas.microsoft.com/office/drawing/2014/main" id="{7F01F9B7-F0C3-419A-B566-577B9BBE022A}"/>
              </a:ext>
            </a:extLst>
          </p:cNvPr>
          <p:cNvGrpSpPr/>
          <p:nvPr/>
        </p:nvGrpSpPr>
        <p:grpSpPr>
          <a:xfrm>
            <a:off x="5803778" y="4372187"/>
            <a:ext cx="2977526" cy="1342058"/>
            <a:chOff x="9063622" y="4495872"/>
            <a:chExt cx="2977526" cy="1342058"/>
          </a:xfrm>
        </p:grpSpPr>
        <p:grpSp>
          <p:nvGrpSpPr>
            <p:cNvPr id="332" name="Group 331">
              <a:extLst>
                <a:ext uri="{FF2B5EF4-FFF2-40B4-BE49-F238E27FC236}">
                  <a16:creationId xmlns:a16="http://schemas.microsoft.com/office/drawing/2014/main" id="{BC35A9CE-6121-44C0-9CE3-DF6754E509DA}"/>
                </a:ext>
              </a:extLst>
            </p:cNvPr>
            <p:cNvGrpSpPr/>
            <p:nvPr/>
          </p:nvGrpSpPr>
          <p:grpSpPr>
            <a:xfrm>
              <a:off x="9063622" y="4495872"/>
              <a:ext cx="1951540" cy="369332"/>
              <a:chOff x="5793989" y="4428721"/>
              <a:chExt cx="1951540" cy="369332"/>
            </a:xfrm>
          </p:grpSpPr>
          <p:sp>
            <p:nvSpPr>
              <p:cNvPr id="318" name="Oval 317">
                <a:extLst>
                  <a:ext uri="{FF2B5EF4-FFF2-40B4-BE49-F238E27FC236}">
                    <a16:creationId xmlns:a16="http://schemas.microsoft.com/office/drawing/2014/main" id="{36FDCF2F-468F-4E1B-AD0C-5A25DC9DCB2F}"/>
                  </a:ext>
                </a:extLst>
              </p:cNvPr>
              <p:cNvSpPr/>
              <p:nvPr/>
            </p:nvSpPr>
            <p:spPr>
              <a:xfrm>
                <a:off x="5793989" y="447891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X</a:t>
                </a:r>
                <a:endParaRPr lang="en-US" dirty="0"/>
              </a:p>
            </p:txBody>
          </p:sp>
          <p:sp>
            <p:nvSpPr>
              <p:cNvPr id="321" name="TextBox 320">
                <a:extLst>
                  <a:ext uri="{FF2B5EF4-FFF2-40B4-BE49-F238E27FC236}">
                    <a16:creationId xmlns:a16="http://schemas.microsoft.com/office/drawing/2014/main" id="{ACFADB69-4AE7-49E8-9771-892981528FE9}"/>
                  </a:ext>
                </a:extLst>
              </p:cNvPr>
              <p:cNvSpPr txBox="1"/>
              <p:nvPr/>
            </p:nvSpPr>
            <p:spPr>
              <a:xfrm>
                <a:off x="6060452" y="4428721"/>
                <a:ext cx="1685077" cy="369332"/>
              </a:xfrm>
              <a:prstGeom prst="rect">
                <a:avLst/>
              </a:prstGeom>
              <a:noFill/>
            </p:spPr>
            <p:txBody>
              <a:bodyPr wrap="none" rtlCol="0">
                <a:spAutoFit/>
              </a:bodyPr>
              <a:lstStyle/>
              <a:p>
                <a:r>
                  <a:rPr lang="en-US" dirty="0"/>
                  <a:t>Regular vertex</a:t>
                </a:r>
              </a:p>
            </p:txBody>
          </p:sp>
        </p:grpSp>
        <p:grpSp>
          <p:nvGrpSpPr>
            <p:cNvPr id="331" name="Group 330">
              <a:extLst>
                <a:ext uri="{FF2B5EF4-FFF2-40B4-BE49-F238E27FC236}">
                  <a16:creationId xmlns:a16="http://schemas.microsoft.com/office/drawing/2014/main" id="{31D5B858-CD9A-4E38-98FD-77B6141965AD}"/>
                </a:ext>
              </a:extLst>
            </p:cNvPr>
            <p:cNvGrpSpPr/>
            <p:nvPr/>
          </p:nvGrpSpPr>
          <p:grpSpPr>
            <a:xfrm>
              <a:off x="9063622" y="4959034"/>
              <a:ext cx="2977526" cy="369332"/>
              <a:chOff x="5793989" y="4891883"/>
              <a:chExt cx="2977526" cy="369332"/>
            </a:xfrm>
          </p:grpSpPr>
          <p:sp>
            <p:nvSpPr>
              <p:cNvPr id="324" name="Oval 323">
                <a:extLst>
                  <a:ext uri="{FF2B5EF4-FFF2-40B4-BE49-F238E27FC236}">
                    <a16:creationId xmlns:a16="http://schemas.microsoft.com/office/drawing/2014/main" id="{3F175AE1-F07C-489A-9C61-274DD4BB4A5D}"/>
                  </a:ext>
                </a:extLst>
              </p:cNvPr>
              <p:cNvSpPr/>
              <p:nvPr/>
            </p:nvSpPr>
            <p:spPr>
              <a:xfrm>
                <a:off x="5793989" y="4942079"/>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sp>
            <p:nvSpPr>
              <p:cNvPr id="325" name="TextBox 324">
                <a:extLst>
                  <a:ext uri="{FF2B5EF4-FFF2-40B4-BE49-F238E27FC236}">
                    <a16:creationId xmlns:a16="http://schemas.microsoft.com/office/drawing/2014/main" id="{2BDCEF5D-5173-4B00-BC60-888BD4F22FCB}"/>
                  </a:ext>
                </a:extLst>
              </p:cNvPr>
              <p:cNvSpPr txBox="1"/>
              <p:nvPr/>
            </p:nvSpPr>
            <p:spPr>
              <a:xfrm>
                <a:off x="6060452" y="4891883"/>
                <a:ext cx="2711063" cy="369332"/>
              </a:xfrm>
              <a:prstGeom prst="rect">
                <a:avLst/>
              </a:prstGeom>
              <a:noFill/>
            </p:spPr>
            <p:txBody>
              <a:bodyPr wrap="none" rtlCol="0">
                <a:spAutoFit/>
              </a:bodyPr>
              <a:lstStyle/>
              <a:p>
                <a:r>
                  <a:rPr lang="en-US" dirty="0"/>
                  <a:t>Interface Element Vertex</a:t>
                </a:r>
              </a:p>
            </p:txBody>
          </p:sp>
        </p:grpSp>
        <p:grpSp>
          <p:nvGrpSpPr>
            <p:cNvPr id="330" name="Group 329">
              <a:extLst>
                <a:ext uri="{FF2B5EF4-FFF2-40B4-BE49-F238E27FC236}">
                  <a16:creationId xmlns:a16="http://schemas.microsoft.com/office/drawing/2014/main" id="{A32E535F-286F-46C9-AD3C-54686CD78389}"/>
                </a:ext>
              </a:extLst>
            </p:cNvPr>
            <p:cNvGrpSpPr/>
            <p:nvPr/>
          </p:nvGrpSpPr>
          <p:grpSpPr>
            <a:xfrm>
              <a:off x="9063622" y="5468598"/>
              <a:ext cx="1951540" cy="369332"/>
              <a:chOff x="5793989" y="5411274"/>
              <a:chExt cx="1951540" cy="369332"/>
            </a:xfrm>
          </p:grpSpPr>
          <p:sp>
            <p:nvSpPr>
              <p:cNvPr id="328" name="Oval 327">
                <a:extLst>
                  <a:ext uri="{FF2B5EF4-FFF2-40B4-BE49-F238E27FC236}">
                    <a16:creationId xmlns:a16="http://schemas.microsoft.com/office/drawing/2014/main" id="{19828E20-DC8F-406A-8114-722E5AEA833A}"/>
                  </a:ext>
                </a:extLst>
              </p:cNvPr>
              <p:cNvSpPr/>
              <p:nvPr/>
            </p:nvSpPr>
            <p:spPr>
              <a:xfrm>
                <a:off x="5793989" y="5461470"/>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sp>
            <p:nvSpPr>
              <p:cNvPr id="329" name="TextBox 328">
                <a:extLst>
                  <a:ext uri="{FF2B5EF4-FFF2-40B4-BE49-F238E27FC236}">
                    <a16:creationId xmlns:a16="http://schemas.microsoft.com/office/drawing/2014/main" id="{DD008C34-ADA4-45BF-83B9-1010AD768BEC}"/>
                  </a:ext>
                </a:extLst>
              </p:cNvPr>
              <p:cNvSpPr txBox="1"/>
              <p:nvPr/>
            </p:nvSpPr>
            <p:spPr>
              <a:xfrm>
                <a:off x="6060452" y="5411274"/>
                <a:ext cx="1685077" cy="369332"/>
              </a:xfrm>
              <a:prstGeom prst="rect">
                <a:avLst/>
              </a:prstGeom>
              <a:noFill/>
            </p:spPr>
            <p:txBody>
              <a:bodyPr wrap="none" rtlCol="0">
                <a:spAutoFit/>
              </a:bodyPr>
              <a:lstStyle/>
              <a:p>
                <a:r>
                  <a:rPr lang="en-US" dirty="0"/>
                  <a:t>Collapse Edge</a:t>
                </a:r>
              </a:p>
            </p:txBody>
          </p:sp>
        </p:grpSp>
      </p:grpSp>
    </p:spTree>
    <p:extLst>
      <p:ext uri="{BB962C8B-B14F-4D97-AF65-F5344CB8AC3E}">
        <p14:creationId xmlns:p14="http://schemas.microsoft.com/office/powerpoint/2010/main" val="1914650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2" name="Group 251">
            <a:extLst>
              <a:ext uri="{FF2B5EF4-FFF2-40B4-BE49-F238E27FC236}">
                <a16:creationId xmlns:a16="http://schemas.microsoft.com/office/drawing/2014/main" id="{3FD7EEEF-3529-4A48-AD2B-C975FF0DD39E}"/>
              </a:ext>
            </a:extLst>
          </p:cNvPr>
          <p:cNvGrpSpPr/>
          <p:nvPr/>
        </p:nvGrpSpPr>
        <p:grpSpPr>
          <a:xfrm>
            <a:off x="418305" y="747240"/>
            <a:ext cx="2325597" cy="1832347"/>
            <a:chOff x="318136" y="1316090"/>
            <a:chExt cx="1776224" cy="1399494"/>
          </a:xfrm>
        </p:grpSpPr>
        <p:sp>
          <p:nvSpPr>
            <p:cNvPr id="265" name="Rectangle 264">
              <a:extLst>
                <a:ext uri="{FF2B5EF4-FFF2-40B4-BE49-F238E27FC236}">
                  <a16:creationId xmlns:a16="http://schemas.microsoft.com/office/drawing/2014/main" id="{5D9919B7-BDC0-4F4F-B243-ADB954D1BC7D}"/>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67" name="Straight Arrow Connector 266">
              <a:extLst>
                <a:ext uri="{FF2B5EF4-FFF2-40B4-BE49-F238E27FC236}">
                  <a16:creationId xmlns:a16="http://schemas.microsoft.com/office/drawing/2014/main" id="{062326DE-29F4-4128-8063-0B1520C23852}"/>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8" name="Straight Arrow Connector 267">
              <a:extLst>
                <a:ext uri="{FF2B5EF4-FFF2-40B4-BE49-F238E27FC236}">
                  <a16:creationId xmlns:a16="http://schemas.microsoft.com/office/drawing/2014/main" id="{EBD747DF-6F21-4AD4-803D-624B37980DDB}"/>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9" name="Straight Arrow Connector 268">
              <a:extLst>
                <a:ext uri="{FF2B5EF4-FFF2-40B4-BE49-F238E27FC236}">
                  <a16:creationId xmlns:a16="http://schemas.microsoft.com/office/drawing/2014/main" id="{7E3F25D0-7679-44D0-B9E9-9851092A28DE}"/>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6" name="Straight Arrow Connector 265">
              <a:extLst>
                <a:ext uri="{FF2B5EF4-FFF2-40B4-BE49-F238E27FC236}">
                  <a16:creationId xmlns:a16="http://schemas.microsoft.com/office/drawing/2014/main" id="{C973AEEC-459D-49BB-8F29-03C6381E56F4}"/>
                </a:ext>
              </a:extLst>
            </p:cNvPr>
            <p:cNvCxnSpPr>
              <a:cxnSpLocks/>
            </p:cNvCxnSpPr>
            <p:nvPr/>
          </p:nvCxnSpPr>
          <p:spPr>
            <a:xfrm rot="15660000" flipV="1">
              <a:off x="1662089"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53" name="Group 252">
            <a:extLst>
              <a:ext uri="{FF2B5EF4-FFF2-40B4-BE49-F238E27FC236}">
                <a16:creationId xmlns:a16="http://schemas.microsoft.com/office/drawing/2014/main" id="{2374E498-73CE-47F1-8271-78A7F34DEAC2}"/>
              </a:ext>
            </a:extLst>
          </p:cNvPr>
          <p:cNvGrpSpPr/>
          <p:nvPr/>
        </p:nvGrpSpPr>
        <p:grpSpPr>
          <a:xfrm>
            <a:off x="417944" y="2579587"/>
            <a:ext cx="2325597" cy="1832347"/>
            <a:chOff x="318136" y="1316090"/>
            <a:chExt cx="1776224" cy="1399494"/>
          </a:xfrm>
        </p:grpSpPr>
        <p:sp>
          <p:nvSpPr>
            <p:cNvPr id="260" name="Rectangle 259">
              <a:extLst>
                <a:ext uri="{FF2B5EF4-FFF2-40B4-BE49-F238E27FC236}">
                  <a16:creationId xmlns:a16="http://schemas.microsoft.com/office/drawing/2014/main" id="{29514B38-0EFA-4A78-8535-F699CE69EA4D}"/>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61" name="Straight Arrow Connector 260">
              <a:extLst>
                <a:ext uri="{FF2B5EF4-FFF2-40B4-BE49-F238E27FC236}">
                  <a16:creationId xmlns:a16="http://schemas.microsoft.com/office/drawing/2014/main" id="{AA6842D4-9767-4970-A599-1150CFA35DE7}"/>
                </a:ext>
              </a:extLst>
            </p:cNvPr>
            <p:cNvCxnSpPr>
              <a:cxnSpLocks/>
            </p:cNvCxnSpPr>
            <p:nvPr/>
          </p:nvCxnSpPr>
          <p:spPr>
            <a:xfrm rot="16200000" flipV="1">
              <a:off x="1816705"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2" name="Straight Arrow Connector 261">
              <a:extLst>
                <a:ext uri="{FF2B5EF4-FFF2-40B4-BE49-F238E27FC236}">
                  <a16:creationId xmlns:a16="http://schemas.microsoft.com/office/drawing/2014/main" id="{59B9B561-5039-439D-82F6-0D8FF3951E7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3" name="Straight Arrow Connector 262">
              <a:extLst>
                <a:ext uri="{FF2B5EF4-FFF2-40B4-BE49-F238E27FC236}">
                  <a16:creationId xmlns:a16="http://schemas.microsoft.com/office/drawing/2014/main" id="{12A0B741-8CE6-49B3-94E9-822F86E57B44}"/>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4" name="Straight Arrow Connector 263">
              <a:extLst>
                <a:ext uri="{FF2B5EF4-FFF2-40B4-BE49-F238E27FC236}">
                  <a16:creationId xmlns:a16="http://schemas.microsoft.com/office/drawing/2014/main" id="{A61BABD6-ABBA-4CDA-8C92-04AE4F0F25F1}"/>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54" name="Group 253">
            <a:extLst>
              <a:ext uri="{FF2B5EF4-FFF2-40B4-BE49-F238E27FC236}">
                <a16:creationId xmlns:a16="http://schemas.microsoft.com/office/drawing/2014/main" id="{168685E4-FB57-4593-90FE-4BAE72C0E41B}"/>
              </a:ext>
            </a:extLst>
          </p:cNvPr>
          <p:cNvGrpSpPr/>
          <p:nvPr/>
        </p:nvGrpSpPr>
        <p:grpSpPr>
          <a:xfrm>
            <a:off x="417944" y="4411934"/>
            <a:ext cx="2325597" cy="1832347"/>
            <a:chOff x="318136" y="1316090"/>
            <a:chExt cx="1776224" cy="1399494"/>
          </a:xfrm>
        </p:grpSpPr>
        <p:sp>
          <p:nvSpPr>
            <p:cNvPr id="255" name="Rectangle 254">
              <a:extLst>
                <a:ext uri="{FF2B5EF4-FFF2-40B4-BE49-F238E27FC236}">
                  <a16:creationId xmlns:a16="http://schemas.microsoft.com/office/drawing/2014/main" id="{C96C5F7A-8062-4C64-A47C-3C0EA1F4A9A1}"/>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56" name="Straight Arrow Connector 255">
              <a:extLst>
                <a:ext uri="{FF2B5EF4-FFF2-40B4-BE49-F238E27FC236}">
                  <a16:creationId xmlns:a16="http://schemas.microsoft.com/office/drawing/2014/main" id="{D8AF5737-5F69-498D-8244-E2D92D7822AF}"/>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7" name="Straight Arrow Connector 256">
              <a:extLst>
                <a:ext uri="{FF2B5EF4-FFF2-40B4-BE49-F238E27FC236}">
                  <a16:creationId xmlns:a16="http://schemas.microsoft.com/office/drawing/2014/main" id="{5C960DAB-7576-41DE-91BF-93767C394DE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8" name="Straight Arrow Connector 257">
              <a:extLst>
                <a:ext uri="{FF2B5EF4-FFF2-40B4-BE49-F238E27FC236}">
                  <a16:creationId xmlns:a16="http://schemas.microsoft.com/office/drawing/2014/main" id="{7EEEDC97-ACA7-4FAC-A842-F4841C135DD6}"/>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9" name="Straight Arrow Connector 258">
              <a:extLst>
                <a:ext uri="{FF2B5EF4-FFF2-40B4-BE49-F238E27FC236}">
                  <a16:creationId xmlns:a16="http://schemas.microsoft.com/office/drawing/2014/main" id="{962A0292-9F9F-435D-99E1-7D79EC4F2272}"/>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 name="Título 1">
            <a:extLst>
              <a:ext uri="{FF2B5EF4-FFF2-40B4-BE49-F238E27FC236}">
                <a16:creationId xmlns:a16="http://schemas.microsoft.com/office/drawing/2014/main" id="{D5503A07-0117-4081-A30C-D1624E0122FE}"/>
              </a:ext>
            </a:extLst>
          </p:cNvPr>
          <p:cNvSpPr>
            <a:spLocks noGrp="1"/>
          </p:cNvSpPr>
          <p:nvPr>
            <p:ph type="title"/>
          </p:nvPr>
        </p:nvSpPr>
        <p:spPr/>
        <p:txBody>
          <a:bodyPr/>
          <a:lstStyle/>
          <a:p>
            <a:r>
              <a:rPr lang="en-US" dirty="0"/>
              <a:t>Mesh Example – Edge 1</a:t>
            </a:r>
          </a:p>
        </p:txBody>
      </p:sp>
      <p:grpSp>
        <p:nvGrpSpPr>
          <p:cNvPr id="234" name="Group 233">
            <a:extLst>
              <a:ext uri="{FF2B5EF4-FFF2-40B4-BE49-F238E27FC236}">
                <a16:creationId xmlns:a16="http://schemas.microsoft.com/office/drawing/2014/main" id="{F7373373-5128-40BF-BC7C-67477999153F}"/>
              </a:ext>
            </a:extLst>
          </p:cNvPr>
          <p:cNvGrpSpPr/>
          <p:nvPr/>
        </p:nvGrpSpPr>
        <p:grpSpPr>
          <a:xfrm>
            <a:off x="2731060" y="747240"/>
            <a:ext cx="2325597" cy="1832347"/>
            <a:chOff x="318136" y="1316090"/>
            <a:chExt cx="1776224" cy="1399494"/>
          </a:xfrm>
        </p:grpSpPr>
        <p:sp>
          <p:nvSpPr>
            <p:cNvPr id="247" name="Rectangle 246">
              <a:extLst>
                <a:ext uri="{FF2B5EF4-FFF2-40B4-BE49-F238E27FC236}">
                  <a16:creationId xmlns:a16="http://schemas.microsoft.com/office/drawing/2014/main" id="{D45BF7AA-566D-466E-A2CE-54C10DF71D1A}"/>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48" name="Straight Arrow Connector 247">
              <a:extLst>
                <a:ext uri="{FF2B5EF4-FFF2-40B4-BE49-F238E27FC236}">
                  <a16:creationId xmlns:a16="http://schemas.microsoft.com/office/drawing/2014/main" id="{A44ED70F-1AE5-40BA-934F-F803D3CDE5F3}"/>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9" name="Straight Arrow Connector 248">
              <a:extLst>
                <a:ext uri="{FF2B5EF4-FFF2-40B4-BE49-F238E27FC236}">
                  <a16:creationId xmlns:a16="http://schemas.microsoft.com/office/drawing/2014/main" id="{7B762EFC-714F-4236-8963-00B77C457FF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0" name="Straight Arrow Connector 249">
              <a:extLst>
                <a:ext uri="{FF2B5EF4-FFF2-40B4-BE49-F238E27FC236}">
                  <a16:creationId xmlns:a16="http://schemas.microsoft.com/office/drawing/2014/main" id="{DBCEC684-5407-43F1-B0B6-BA7F5753A16A}"/>
                </a:ext>
              </a:extLst>
            </p:cNvPr>
            <p:cNvCxnSpPr>
              <a:cxnSpLocks/>
            </p:cNvCxnSpPr>
            <p:nvPr/>
          </p:nvCxnSpPr>
          <p:spPr>
            <a:xfrm rot="6000000" flipV="1">
              <a:off x="304380" y="196308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1" name="Straight Arrow Connector 250">
              <a:extLst>
                <a:ext uri="{FF2B5EF4-FFF2-40B4-BE49-F238E27FC236}">
                  <a16:creationId xmlns:a16="http://schemas.microsoft.com/office/drawing/2014/main" id="{BFE955E4-AC4D-4FA9-8DD0-7631C5985B45}"/>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35" name="Group 234">
            <a:extLst>
              <a:ext uri="{FF2B5EF4-FFF2-40B4-BE49-F238E27FC236}">
                <a16:creationId xmlns:a16="http://schemas.microsoft.com/office/drawing/2014/main" id="{60BDC115-0567-4C94-8188-43F0FA243DB4}"/>
              </a:ext>
            </a:extLst>
          </p:cNvPr>
          <p:cNvGrpSpPr/>
          <p:nvPr/>
        </p:nvGrpSpPr>
        <p:grpSpPr>
          <a:xfrm>
            <a:off x="2730699" y="2579587"/>
            <a:ext cx="2325597" cy="1832347"/>
            <a:chOff x="318136" y="1316090"/>
            <a:chExt cx="1776224" cy="1399494"/>
          </a:xfrm>
        </p:grpSpPr>
        <p:sp>
          <p:nvSpPr>
            <p:cNvPr id="242" name="Rectangle 241">
              <a:extLst>
                <a:ext uri="{FF2B5EF4-FFF2-40B4-BE49-F238E27FC236}">
                  <a16:creationId xmlns:a16="http://schemas.microsoft.com/office/drawing/2014/main" id="{A55BD290-DD98-4A88-AECD-679E6CEBC6C5}"/>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43" name="Straight Arrow Connector 242">
              <a:extLst>
                <a:ext uri="{FF2B5EF4-FFF2-40B4-BE49-F238E27FC236}">
                  <a16:creationId xmlns:a16="http://schemas.microsoft.com/office/drawing/2014/main" id="{0A6BF039-F570-4BEC-9EB2-532D7DEFF5BC}"/>
                </a:ext>
              </a:extLst>
            </p:cNvPr>
            <p:cNvCxnSpPr>
              <a:cxnSpLocks/>
            </p:cNvCxnSpPr>
            <p:nvPr/>
          </p:nvCxnSpPr>
          <p:spPr>
            <a:xfrm rot="16200000" flipV="1">
              <a:off x="1808768"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4" name="Straight Arrow Connector 243">
              <a:extLst>
                <a:ext uri="{FF2B5EF4-FFF2-40B4-BE49-F238E27FC236}">
                  <a16:creationId xmlns:a16="http://schemas.microsoft.com/office/drawing/2014/main" id="{4B582994-9247-430E-AA5B-3124734F530C}"/>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5" name="Straight Arrow Connector 244">
              <a:extLst>
                <a:ext uri="{FF2B5EF4-FFF2-40B4-BE49-F238E27FC236}">
                  <a16:creationId xmlns:a16="http://schemas.microsoft.com/office/drawing/2014/main" id="{902A780F-47D6-4181-9248-1E030BC97FAB}"/>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6" name="Straight Arrow Connector 245">
              <a:extLst>
                <a:ext uri="{FF2B5EF4-FFF2-40B4-BE49-F238E27FC236}">
                  <a16:creationId xmlns:a16="http://schemas.microsoft.com/office/drawing/2014/main" id="{3D4822F1-FD86-4865-9FEE-D31F7D8893EC}"/>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36" name="Group 235">
            <a:extLst>
              <a:ext uri="{FF2B5EF4-FFF2-40B4-BE49-F238E27FC236}">
                <a16:creationId xmlns:a16="http://schemas.microsoft.com/office/drawing/2014/main" id="{F0D814B7-1684-4AAB-8FD8-B5C2394F4DE9}"/>
              </a:ext>
            </a:extLst>
          </p:cNvPr>
          <p:cNvGrpSpPr/>
          <p:nvPr/>
        </p:nvGrpSpPr>
        <p:grpSpPr>
          <a:xfrm>
            <a:off x="2730699" y="4411934"/>
            <a:ext cx="2325597" cy="1832347"/>
            <a:chOff x="318136" y="1316090"/>
            <a:chExt cx="1776224" cy="1399494"/>
          </a:xfrm>
        </p:grpSpPr>
        <p:sp>
          <p:nvSpPr>
            <p:cNvPr id="237" name="Rectangle 236">
              <a:extLst>
                <a:ext uri="{FF2B5EF4-FFF2-40B4-BE49-F238E27FC236}">
                  <a16:creationId xmlns:a16="http://schemas.microsoft.com/office/drawing/2014/main" id="{A460903A-ADBE-4AE8-9634-74421E1E4421}"/>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38" name="Straight Arrow Connector 237">
              <a:extLst>
                <a:ext uri="{FF2B5EF4-FFF2-40B4-BE49-F238E27FC236}">
                  <a16:creationId xmlns:a16="http://schemas.microsoft.com/office/drawing/2014/main" id="{789A7F52-65E8-48B7-98C2-60722526CE6D}"/>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9" name="Straight Arrow Connector 238">
              <a:extLst>
                <a:ext uri="{FF2B5EF4-FFF2-40B4-BE49-F238E27FC236}">
                  <a16:creationId xmlns:a16="http://schemas.microsoft.com/office/drawing/2014/main" id="{65198430-3E18-406C-8B8C-777D03F28335}"/>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0" name="Straight Arrow Connector 239">
              <a:extLst>
                <a:ext uri="{FF2B5EF4-FFF2-40B4-BE49-F238E27FC236}">
                  <a16:creationId xmlns:a16="http://schemas.microsoft.com/office/drawing/2014/main" id="{46E2307C-2A7F-45FA-87E7-07959D55C615}"/>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1" name="Straight Arrow Connector 240">
              <a:extLst>
                <a:ext uri="{FF2B5EF4-FFF2-40B4-BE49-F238E27FC236}">
                  <a16:creationId xmlns:a16="http://schemas.microsoft.com/office/drawing/2014/main" id="{D96B0CD2-81A0-48F7-809D-5ADB6F2EB233}"/>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2" name="Group 201">
            <a:extLst>
              <a:ext uri="{FF2B5EF4-FFF2-40B4-BE49-F238E27FC236}">
                <a16:creationId xmlns:a16="http://schemas.microsoft.com/office/drawing/2014/main" id="{1FED2BCD-D4E8-455B-9353-9E7E8A0EA52D}"/>
              </a:ext>
            </a:extLst>
          </p:cNvPr>
          <p:cNvGrpSpPr/>
          <p:nvPr/>
        </p:nvGrpSpPr>
        <p:grpSpPr>
          <a:xfrm>
            <a:off x="5056295" y="747240"/>
            <a:ext cx="2325596" cy="1832347"/>
            <a:chOff x="318136" y="1316090"/>
            <a:chExt cx="1776224" cy="1399494"/>
          </a:xfrm>
        </p:grpSpPr>
        <p:sp>
          <p:nvSpPr>
            <p:cNvPr id="229" name="Rectangle 228">
              <a:extLst>
                <a:ext uri="{FF2B5EF4-FFF2-40B4-BE49-F238E27FC236}">
                  <a16:creationId xmlns:a16="http://schemas.microsoft.com/office/drawing/2014/main" id="{8062F188-9BE3-40CF-BAFD-CAFFAA11E452}"/>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30" name="Straight Arrow Connector 229">
              <a:extLst>
                <a:ext uri="{FF2B5EF4-FFF2-40B4-BE49-F238E27FC236}">
                  <a16:creationId xmlns:a16="http://schemas.microsoft.com/office/drawing/2014/main" id="{AECCFD08-25A0-4B03-BDFA-20BA8FF313FC}"/>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1" name="Straight Arrow Connector 230">
              <a:extLst>
                <a:ext uri="{FF2B5EF4-FFF2-40B4-BE49-F238E27FC236}">
                  <a16:creationId xmlns:a16="http://schemas.microsoft.com/office/drawing/2014/main" id="{0DA57120-F429-4DEB-938E-5891BD3AB37A}"/>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2" name="Straight Arrow Connector 231">
              <a:extLst>
                <a:ext uri="{FF2B5EF4-FFF2-40B4-BE49-F238E27FC236}">
                  <a16:creationId xmlns:a16="http://schemas.microsoft.com/office/drawing/2014/main" id="{B009FEAE-5938-441C-8B45-BB35D02B5936}"/>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3" name="Straight Arrow Connector 232">
              <a:extLst>
                <a:ext uri="{FF2B5EF4-FFF2-40B4-BE49-F238E27FC236}">
                  <a16:creationId xmlns:a16="http://schemas.microsoft.com/office/drawing/2014/main" id="{6C37DEE2-659F-4F10-B9B0-3D74816AB67D}"/>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3" name="Group 202">
            <a:extLst>
              <a:ext uri="{FF2B5EF4-FFF2-40B4-BE49-F238E27FC236}">
                <a16:creationId xmlns:a16="http://schemas.microsoft.com/office/drawing/2014/main" id="{BFB941BD-1D2C-46FE-8DEF-5C3E07E24822}"/>
              </a:ext>
            </a:extLst>
          </p:cNvPr>
          <p:cNvGrpSpPr/>
          <p:nvPr/>
        </p:nvGrpSpPr>
        <p:grpSpPr>
          <a:xfrm>
            <a:off x="5055934" y="2579587"/>
            <a:ext cx="2325596" cy="1832347"/>
            <a:chOff x="318136" y="1316090"/>
            <a:chExt cx="1776224" cy="1399494"/>
          </a:xfrm>
        </p:grpSpPr>
        <p:sp>
          <p:nvSpPr>
            <p:cNvPr id="224" name="Rectangle 223">
              <a:extLst>
                <a:ext uri="{FF2B5EF4-FFF2-40B4-BE49-F238E27FC236}">
                  <a16:creationId xmlns:a16="http://schemas.microsoft.com/office/drawing/2014/main" id="{623EBB0C-A58E-4601-B1A7-48655AB8B6F6}"/>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25" name="Straight Arrow Connector 224">
              <a:extLst>
                <a:ext uri="{FF2B5EF4-FFF2-40B4-BE49-F238E27FC236}">
                  <a16:creationId xmlns:a16="http://schemas.microsoft.com/office/drawing/2014/main" id="{AF7D7B31-F9B6-4A27-ADBE-BBC2C64079F8}"/>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6" name="Straight Arrow Connector 225">
              <a:extLst>
                <a:ext uri="{FF2B5EF4-FFF2-40B4-BE49-F238E27FC236}">
                  <a16:creationId xmlns:a16="http://schemas.microsoft.com/office/drawing/2014/main" id="{1BC8CB39-5C2E-4BD9-AEF5-84CAECEDD1FB}"/>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7" name="Straight Arrow Connector 226">
              <a:extLst>
                <a:ext uri="{FF2B5EF4-FFF2-40B4-BE49-F238E27FC236}">
                  <a16:creationId xmlns:a16="http://schemas.microsoft.com/office/drawing/2014/main" id="{459DC3CF-C60E-4234-AFF2-A4506C09CCC4}"/>
                </a:ext>
              </a:extLst>
            </p:cNvPr>
            <p:cNvCxnSpPr>
              <a:cxnSpLocks/>
            </p:cNvCxnSpPr>
            <p:nvPr/>
          </p:nvCxnSpPr>
          <p:spPr>
            <a:xfrm rot="5400000" flipV="1">
              <a:off x="178238"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8" name="Straight Arrow Connector 227">
              <a:extLst>
                <a:ext uri="{FF2B5EF4-FFF2-40B4-BE49-F238E27FC236}">
                  <a16:creationId xmlns:a16="http://schemas.microsoft.com/office/drawing/2014/main" id="{54F98CCC-B28F-4ED5-A2B4-D2E5C46355CB}"/>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4" name="Group 203">
            <a:extLst>
              <a:ext uri="{FF2B5EF4-FFF2-40B4-BE49-F238E27FC236}">
                <a16:creationId xmlns:a16="http://schemas.microsoft.com/office/drawing/2014/main" id="{55506D04-7782-418C-AC99-5FB405335414}"/>
              </a:ext>
            </a:extLst>
          </p:cNvPr>
          <p:cNvGrpSpPr/>
          <p:nvPr/>
        </p:nvGrpSpPr>
        <p:grpSpPr>
          <a:xfrm>
            <a:off x="5055934" y="4411934"/>
            <a:ext cx="2325596" cy="1832347"/>
            <a:chOff x="318136" y="1316090"/>
            <a:chExt cx="1776224" cy="1399494"/>
          </a:xfrm>
        </p:grpSpPr>
        <p:sp>
          <p:nvSpPr>
            <p:cNvPr id="219" name="Rectangle 218">
              <a:extLst>
                <a:ext uri="{FF2B5EF4-FFF2-40B4-BE49-F238E27FC236}">
                  <a16:creationId xmlns:a16="http://schemas.microsoft.com/office/drawing/2014/main" id="{056883D2-AE14-41D7-92E9-A43358CF3C34}"/>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20" name="Straight Arrow Connector 219">
              <a:extLst>
                <a:ext uri="{FF2B5EF4-FFF2-40B4-BE49-F238E27FC236}">
                  <a16:creationId xmlns:a16="http://schemas.microsoft.com/office/drawing/2014/main" id="{6668B10C-D061-47E8-9076-42FCD480CD97}"/>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1" name="Straight Arrow Connector 220">
              <a:extLst>
                <a:ext uri="{FF2B5EF4-FFF2-40B4-BE49-F238E27FC236}">
                  <a16:creationId xmlns:a16="http://schemas.microsoft.com/office/drawing/2014/main" id="{B01960BF-C5CF-421D-81DC-3B08440D9FB7}"/>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2" name="Straight Arrow Connector 221">
              <a:extLst>
                <a:ext uri="{FF2B5EF4-FFF2-40B4-BE49-F238E27FC236}">
                  <a16:creationId xmlns:a16="http://schemas.microsoft.com/office/drawing/2014/main" id="{82D4EEA5-A7F9-46FD-9033-449B2C1FE99C}"/>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3" name="Straight Arrow Connector 222">
              <a:extLst>
                <a:ext uri="{FF2B5EF4-FFF2-40B4-BE49-F238E27FC236}">
                  <a16:creationId xmlns:a16="http://schemas.microsoft.com/office/drawing/2014/main" id="{97B2D6FA-CFFD-4FE9-B230-5E2A3FEBD5B2}"/>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5" name="Group 204">
            <a:extLst>
              <a:ext uri="{FF2B5EF4-FFF2-40B4-BE49-F238E27FC236}">
                <a16:creationId xmlns:a16="http://schemas.microsoft.com/office/drawing/2014/main" id="{113A97E4-1B9B-4884-BB1D-1A0CAF96BA58}"/>
              </a:ext>
            </a:extLst>
          </p:cNvPr>
          <p:cNvGrpSpPr/>
          <p:nvPr/>
        </p:nvGrpSpPr>
        <p:grpSpPr>
          <a:xfrm>
            <a:off x="7384957" y="747240"/>
            <a:ext cx="2325596" cy="1832347"/>
            <a:chOff x="321580" y="1316090"/>
            <a:chExt cx="1776224" cy="1399494"/>
          </a:xfrm>
        </p:grpSpPr>
        <p:sp>
          <p:nvSpPr>
            <p:cNvPr id="214" name="Rectangle 213">
              <a:extLst>
                <a:ext uri="{FF2B5EF4-FFF2-40B4-BE49-F238E27FC236}">
                  <a16:creationId xmlns:a16="http://schemas.microsoft.com/office/drawing/2014/main" id="{C0C77131-5AB4-4F13-A30C-6BB1B3200A48}"/>
                </a:ext>
              </a:extLst>
            </p:cNvPr>
            <p:cNvSpPr/>
            <p:nvPr/>
          </p:nvSpPr>
          <p:spPr>
            <a:xfrm rot="5400000">
              <a:off x="509945"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15" name="Straight Arrow Connector 214">
              <a:extLst>
                <a:ext uri="{FF2B5EF4-FFF2-40B4-BE49-F238E27FC236}">
                  <a16:creationId xmlns:a16="http://schemas.microsoft.com/office/drawing/2014/main" id="{8E281038-E96E-491B-8204-4E19E55989E1}"/>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6" name="Straight Arrow Connector 215">
              <a:extLst>
                <a:ext uri="{FF2B5EF4-FFF2-40B4-BE49-F238E27FC236}">
                  <a16:creationId xmlns:a16="http://schemas.microsoft.com/office/drawing/2014/main" id="{4E45AA5B-C60D-49E6-86C4-E1401994E18D}"/>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7" name="Straight Arrow Connector 216">
              <a:extLst>
                <a:ext uri="{FF2B5EF4-FFF2-40B4-BE49-F238E27FC236}">
                  <a16:creationId xmlns:a16="http://schemas.microsoft.com/office/drawing/2014/main" id="{A2F57384-A8EC-4598-ADAD-F96D9D69CFE2}"/>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8" name="Straight Arrow Connector 217">
              <a:extLst>
                <a:ext uri="{FF2B5EF4-FFF2-40B4-BE49-F238E27FC236}">
                  <a16:creationId xmlns:a16="http://schemas.microsoft.com/office/drawing/2014/main" id="{8D6230D9-0781-4424-97B2-69236B2BCB80}"/>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6" name="Group 205">
            <a:extLst>
              <a:ext uri="{FF2B5EF4-FFF2-40B4-BE49-F238E27FC236}">
                <a16:creationId xmlns:a16="http://schemas.microsoft.com/office/drawing/2014/main" id="{AD6B3106-B749-467C-B87B-D650AEA914DF}"/>
              </a:ext>
            </a:extLst>
          </p:cNvPr>
          <p:cNvGrpSpPr/>
          <p:nvPr/>
        </p:nvGrpSpPr>
        <p:grpSpPr>
          <a:xfrm>
            <a:off x="7384957" y="2579587"/>
            <a:ext cx="2325596" cy="1832347"/>
            <a:chOff x="321856" y="1316090"/>
            <a:chExt cx="1776224" cy="1399494"/>
          </a:xfrm>
        </p:grpSpPr>
        <p:sp>
          <p:nvSpPr>
            <p:cNvPr id="207" name="Rectangle 206">
              <a:extLst>
                <a:ext uri="{FF2B5EF4-FFF2-40B4-BE49-F238E27FC236}">
                  <a16:creationId xmlns:a16="http://schemas.microsoft.com/office/drawing/2014/main" id="{1678FADC-7F3B-49A6-98C4-4D3548E84F43}"/>
                </a:ext>
              </a:extLst>
            </p:cNvPr>
            <p:cNvSpPr/>
            <p:nvPr/>
          </p:nvSpPr>
          <p:spPr>
            <a:xfrm rot="5400000">
              <a:off x="51022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08" name="Straight Arrow Connector 207">
              <a:extLst>
                <a:ext uri="{FF2B5EF4-FFF2-40B4-BE49-F238E27FC236}">
                  <a16:creationId xmlns:a16="http://schemas.microsoft.com/office/drawing/2014/main" id="{A3E4A723-5F98-4CEF-A925-7E3485761F07}"/>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9" name="Straight Arrow Connector 208">
              <a:extLst>
                <a:ext uri="{FF2B5EF4-FFF2-40B4-BE49-F238E27FC236}">
                  <a16:creationId xmlns:a16="http://schemas.microsoft.com/office/drawing/2014/main" id="{8AA12322-40C1-47F9-B7BE-3EF5FE9A6E1E}"/>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0" name="Straight Arrow Connector 209">
              <a:extLst>
                <a:ext uri="{FF2B5EF4-FFF2-40B4-BE49-F238E27FC236}">
                  <a16:creationId xmlns:a16="http://schemas.microsoft.com/office/drawing/2014/main" id="{E1F6A8F7-5BE2-44A3-8E5A-1DD4BA75493E}"/>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1" name="Straight Arrow Connector 210">
              <a:extLst>
                <a:ext uri="{FF2B5EF4-FFF2-40B4-BE49-F238E27FC236}">
                  <a16:creationId xmlns:a16="http://schemas.microsoft.com/office/drawing/2014/main" id="{AADCD4C8-FCC5-46BF-BF1A-B6D6AC5E7A25}"/>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2" name="Straight Arrow Connector 211">
              <a:extLst>
                <a:ext uri="{FF2B5EF4-FFF2-40B4-BE49-F238E27FC236}">
                  <a16:creationId xmlns:a16="http://schemas.microsoft.com/office/drawing/2014/main" id="{27243F2A-86A6-4D95-92FB-ACB943D6E06E}"/>
                </a:ext>
              </a:extLst>
            </p:cNvPr>
            <p:cNvCxnSpPr>
              <a:cxnSpLocks/>
            </p:cNvCxnSpPr>
            <p:nvPr/>
          </p:nvCxnSpPr>
          <p:spPr>
            <a:xfrm rot="13140000" flipV="1">
              <a:off x="893207" y="203998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3" name="Straight Arrow Connector 212">
              <a:extLst>
                <a:ext uri="{FF2B5EF4-FFF2-40B4-BE49-F238E27FC236}">
                  <a16:creationId xmlns:a16="http://schemas.microsoft.com/office/drawing/2014/main" id="{FAD53B5E-A0E7-4F09-898F-0218D9DD5014}"/>
                </a:ext>
              </a:extLst>
            </p:cNvPr>
            <p:cNvCxnSpPr>
              <a:cxnSpLocks/>
            </p:cNvCxnSpPr>
            <p:nvPr/>
          </p:nvCxnSpPr>
          <p:spPr>
            <a:xfrm rot="2340000" flipV="1">
              <a:off x="987275" y="19408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cxnSp>
        <p:nvCxnSpPr>
          <p:cNvPr id="270" name="Straight Connector 269">
            <a:extLst>
              <a:ext uri="{FF2B5EF4-FFF2-40B4-BE49-F238E27FC236}">
                <a16:creationId xmlns:a16="http://schemas.microsoft.com/office/drawing/2014/main" id="{4334DD71-E463-478A-ABA7-9A5AFA94D68C}"/>
              </a:ext>
            </a:extLst>
          </p:cNvPr>
          <p:cNvCxnSpPr/>
          <p:nvPr/>
        </p:nvCxnSpPr>
        <p:spPr>
          <a:xfrm>
            <a:off x="7380448" y="2579587"/>
            <a:ext cx="2325596" cy="1832347"/>
          </a:xfrm>
          <a:prstGeom prst="line">
            <a:avLst/>
          </a:prstGeom>
          <a:ln w="19050"/>
        </p:spPr>
        <p:style>
          <a:lnRef idx="1">
            <a:schemeClr val="dk1"/>
          </a:lnRef>
          <a:fillRef idx="0">
            <a:schemeClr val="dk1"/>
          </a:fillRef>
          <a:effectRef idx="0">
            <a:schemeClr val="dk1"/>
          </a:effectRef>
          <a:fontRef idx="minor">
            <a:schemeClr val="tx1"/>
          </a:fontRef>
        </p:style>
      </p:cxnSp>
      <p:cxnSp>
        <p:nvCxnSpPr>
          <p:cNvPr id="271" name="Straight Connector 270">
            <a:extLst>
              <a:ext uri="{FF2B5EF4-FFF2-40B4-BE49-F238E27FC236}">
                <a16:creationId xmlns:a16="http://schemas.microsoft.com/office/drawing/2014/main" id="{FF2FCAAA-7996-4B03-8DD5-8487CFC4BDF1}"/>
              </a:ext>
            </a:extLst>
          </p:cNvPr>
          <p:cNvCxnSpPr/>
          <p:nvPr/>
        </p:nvCxnSpPr>
        <p:spPr>
          <a:xfrm flipH="1">
            <a:off x="7380086" y="747240"/>
            <a:ext cx="2325596" cy="1832347"/>
          </a:xfrm>
          <a:prstGeom prst="line">
            <a:avLst/>
          </a:prstGeom>
          <a:ln w="19050"/>
        </p:spPr>
        <p:style>
          <a:lnRef idx="1">
            <a:schemeClr val="dk1"/>
          </a:lnRef>
          <a:fillRef idx="0">
            <a:schemeClr val="dk1"/>
          </a:fillRef>
          <a:effectRef idx="0">
            <a:schemeClr val="dk1"/>
          </a:effectRef>
          <a:fontRef idx="minor">
            <a:schemeClr val="tx1"/>
          </a:fontRef>
        </p:style>
      </p:cxnSp>
      <p:cxnSp>
        <p:nvCxnSpPr>
          <p:cNvPr id="272" name="Straight Connector 271">
            <a:extLst>
              <a:ext uri="{FF2B5EF4-FFF2-40B4-BE49-F238E27FC236}">
                <a16:creationId xmlns:a16="http://schemas.microsoft.com/office/drawing/2014/main" id="{45518EAD-433B-4D30-86D2-970AA7C8987B}"/>
              </a:ext>
            </a:extLst>
          </p:cNvPr>
          <p:cNvCxnSpPr>
            <a:cxnSpLocks/>
          </p:cNvCxnSpPr>
          <p:nvPr/>
        </p:nvCxnSpPr>
        <p:spPr>
          <a:xfrm>
            <a:off x="417944" y="2579587"/>
            <a:ext cx="928773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805DF446-5EFD-464C-A447-01430AB10EF8}"/>
              </a:ext>
            </a:extLst>
          </p:cNvPr>
          <p:cNvCxnSpPr/>
          <p:nvPr/>
        </p:nvCxnSpPr>
        <p:spPr>
          <a:xfrm>
            <a:off x="5055934" y="2579587"/>
            <a:ext cx="0" cy="3664694"/>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cxnSp>
        <p:nvCxnSpPr>
          <p:cNvPr id="275" name="Straight Connector 274">
            <a:extLst>
              <a:ext uri="{FF2B5EF4-FFF2-40B4-BE49-F238E27FC236}">
                <a16:creationId xmlns:a16="http://schemas.microsoft.com/office/drawing/2014/main" id="{3074EE5F-DA69-449F-A09A-8107C8B3EFCA}"/>
              </a:ext>
            </a:extLst>
          </p:cNvPr>
          <p:cNvCxnSpPr/>
          <p:nvPr/>
        </p:nvCxnSpPr>
        <p:spPr>
          <a:xfrm flipH="1">
            <a:off x="7380086" y="747240"/>
            <a:ext cx="2325596" cy="1832347"/>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cxnSp>
        <p:nvCxnSpPr>
          <p:cNvPr id="276" name="Straight Connector 275">
            <a:extLst>
              <a:ext uri="{FF2B5EF4-FFF2-40B4-BE49-F238E27FC236}">
                <a16:creationId xmlns:a16="http://schemas.microsoft.com/office/drawing/2014/main" id="{E1E30BB6-810A-49DF-80A7-7D3519084021}"/>
              </a:ext>
            </a:extLst>
          </p:cNvPr>
          <p:cNvCxnSpPr/>
          <p:nvPr/>
        </p:nvCxnSpPr>
        <p:spPr>
          <a:xfrm>
            <a:off x="7380086" y="2579587"/>
            <a:ext cx="2325596" cy="183234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DC5DD4E9-1578-4D03-A242-CCD59A8C804C}"/>
              </a:ext>
            </a:extLst>
          </p:cNvPr>
          <p:cNvCxnSpPr/>
          <p:nvPr/>
        </p:nvCxnSpPr>
        <p:spPr>
          <a:xfrm>
            <a:off x="7384559" y="747240"/>
            <a:ext cx="0" cy="3664694"/>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sp>
        <p:nvSpPr>
          <p:cNvPr id="279" name="TextBox 278">
            <a:extLst>
              <a:ext uri="{FF2B5EF4-FFF2-40B4-BE49-F238E27FC236}">
                <a16:creationId xmlns:a16="http://schemas.microsoft.com/office/drawing/2014/main" id="{EC199BB2-04DF-489D-958D-C48F1634ADBA}"/>
              </a:ext>
            </a:extLst>
          </p:cNvPr>
          <p:cNvSpPr txBox="1"/>
          <p:nvPr/>
        </p:nvSpPr>
        <p:spPr>
          <a:xfrm>
            <a:off x="4417754" y="2506697"/>
            <a:ext cx="394995" cy="483564"/>
          </a:xfrm>
          <a:prstGeom prst="rect">
            <a:avLst/>
          </a:prstGeom>
          <a:noFill/>
        </p:spPr>
        <p:txBody>
          <a:bodyPr wrap="none" rtlCol="0">
            <a:spAutoFit/>
          </a:bodyPr>
          <a:lstStyle/>
          <a:p>
            <a:r>
              <a:rPr lang="en-US" dirty="0">
                <a:solidFill>
                  <a:srgbClr val="FF0000"/>
                </a:solidFill>
              </a:rPr>
              <a:t>2</a:t>
            </a:r>
          </a:p>
        </p:txBody>
      </p:sp>
      <p:sp>
        <p:nvSpPr>
          <p:cNvPr id="280" name="TextBox 279">
            <a:extLst>
              <a:ext uri="{FF2B5EF4-FFF2-40B4-BE49-F238E27FC236}">
                <a16:creationId xmlns:a16="http://schemas.microsoft.com/office/drawing/2014/main" id="{E73D811B-024E-4CDD-8659-4701A5DF443C}"/>
              </a:ext>
            </a:extLst>
          </p:cNvPr>
          <p:cNvSpPr txBox="1"/>
          <p:nvPr/>
        </p:nvSpPr>
        <p:spPr>
          <a:xfrm>
            <a:off x="5020131" y="5668173"/>
            <a:ext cx="394995" cy="483564"/>
          </a:xfrm>
          <a:prstGeom prst="rect">
            <a:avLst/>
          </a:prstGeom>
          <a:noFill/>
        </p:spPr>
        <p:txBody>
          <a:bodyPr wrap="none" rtlCol="0">
            <a:spAutoFit/>
          </a:bodyPr>
          <a:lstStyle/>
          <a:p>
            <a:r>
              <a:rPr lang="en-US" dirty="0">
                <a:solidFill>
                  <a:srgbClr val="FF0000"/>
                </a:solidFill>
              </a:rPr>
              <a:t>3</a:t>
            </a:r>
          </a:p>
        </p:txBody>
      </p:sp>
      <p:sp>
        <p:nvSpPr>
          <p:cNvPr id="281" name="TextBox 280">
            <a:extLst>
              <a:ext uri="{FF2B5EF4-FFF2-40B4-BE49-F238E27FC236}">
                <a16:creationId xmlns:a16="http://schemas.microsoft.com/office/drawing/2014/main" id="{74B820F3-51AC-4AAD-BC88-64F143A8EC01}"/>
              </a:ext>
            </a:extLst>
          </p:cNvPr>
          <p:cNvSpPr txBox="1"/>
          <p:nvPr/>
        </p:nvSpPr>
        <p:spPr>
          <a:xfrm>
            <a:off x="7346733" y="3842105"/>
            <a:ext cx="394995" cy="483564"/>
          </a:xfrm>
          <a:prstGeom prst="rect">
            <a:avLst/>
          </a:prstGeom>
          <a:noFill/>
        </p:spPr>
        <p:txBody>
          <a:bodyPr wrap="none" rtlCol="0">
            <a:spAutoFit/>
          </a:bodyPr>
          <a:lstStyle/>
          <a:p>
            <a:r>
              <a:rPr lang="en-US" dirty="0">
                <a:solidFill>
                  <a:srgbClr val="FF0000"/>
                </a:solidFill>
              </a:rPr>
              <a:t>4</a:t>
            </a:r>
          </a:p>
        </p:txBody>
      </p:sp>
      <p:sp>
        <p:nvSpPr>
          <p:cNvPr id="282" name="TextBox 281">
            <a:extLst>
              <a:ext uri="{FF2B5EF4-FFF2-40B4-BE49-F238E27FC236}">
                <a16:creationId xmlns:a16="http://schemas.microsoft.com/office/drawing/2014/main" id="{D3BFCE09-DD58-454C-BED7-2E81C8A13C72}"/>
              </a:ext>
            </a:extLst>
          </p:cNvPr>
          <p:cNvSpPr txBox="1"/>
          <p:nvPr/>
        </p:nvSpPr>
        <p:spPr>
          <a:xfrm>
            <a:off x="7321065" y="909096"/>
            <a:ext cx="394995" cy="483564"/>
          </a:xfrm>
          <a:prstGeom prst="rect">
            <a:avLst/>
          </a:prstGeom>
          <a:noFill/>
        </p:spPr>
        <p:txBody>
          <a:bodyPr wrap="none" rtlCol="0">
            <a:spAutoFit/>
          </a:bodyPr>
          <a:lstStyle/>
          <a:p>
            <a:r>
              <a:rPr lang="en-US" dirty="0">
                <a:solidFill>
                  <a:srgbClr val="FF0000"/>
                </a:solidFill>
              </a:rPr>
              <a:t>5</a:t>
            </a:r>
          </a:p>
        </p:txBody>
      </p:sp>
      <p:sp>
        <p:nvSpPr>
          <p:cNvPr id="283" name="TextBox 282">
            <a:extLst>
              <a:ext uri="{FF2B5EF4-FFF2-40B4-BE49-F238E27FC236}">
                <a16:creationId xmlns:a16="http://schemas.microsoft.com/office/drawing/2014/main" id="{33FF4290-4CB2-4C7E-BA83-11D028A3ADD9}"/>
              </a:ext>
            </a:extLst>
          </p:cNvPr>
          <p:cNvSpPr txBox="1"/>
          <p:nvPr/>
        </p:nvSpPr>
        <p:spPr>
          <a:xfrm>
            <a:off x="5287449" y="2255654"/>
            <a:ext cx="394995" cy="483564"/>
          </a:xfrm>
          <a:prstGeom prst="rect">
            <a:avLst/>
          </a:prstGeom>
          <a:noFill/>
        </p:spPr>
        <p:txBody>
          <a:bodyPr wrap="none" rtlCol="0">
            <a:spAutoFit/>
          </a:bodyPr>
          <a:lstStyle/>
          <a:p>
            <a:r>
              <a:rPr lang="en-US" dirty="0">
                <a:solidFill>
                  <a:srgbClr val="FF0000"/>
                </a:solidFill>
              </a:rPr>
              <a:t>6</a:t>
            </a:r>
          </a:p>
        </p:txBody>
      </p:sp>
      <p:sp>
        <p:nvSpPr>
          <p:cNvPr id="284" name="TextBox 283">
            <a:extLst>
              <a:ext uri="{FF2B5EF4-FFF2-40B4-BE49-F238E27FC236}">
                <a16:creationId xmlns:a16="http://schemas.microsoft.com/office/drawing/2014/main" id="{A4563EBC-A27F-435D-A67C-C6215A6B5704}"/>
              </a:ext>
            </a:extLst>
          </p:cNvPr>
          <p:cNvSpPr txBox="1"/>
          <p:nvPr/>
        </p:nvSpPr>
        <p:spPr>
          <a:xfrm>
            <a:off x="4790371" y="3773299"/>
            <a:ext cx="394995" cy="483564"/>
          </a:xfrm>
          <a:prstGeom prst="rect">
            <a:avLst/>
          </a:prstGeom>
          <a:noFill/>
        </p:spPr>
        <p:txBody>
          <a:bodyPr wrap="none" rtlCol="0">
            <a:spAutoFit/>
          </a:bodyPr>
          <a:lstStyle/>
          <a:p>
            <a:r>
              <a:rPr lang="en-US" dirty="0">
                <a:solidFill>
                  <a:srgbClr val="FF0000"/>
                </a:solidFill>
              </a:rPr>
              <a:t>7</a:t>
            </a:r>
          </a:p>
        </p:txBody>
      </p:sp>
      <p:sp>
        <p:nvSpPr>
          <p:cNvPr id="285" name="TextBox 284">
            <a:extLst>
              <a:ext uri="{FF2B5EF4-FFF2-40B4-BE49-F238E27FC236}">
                <a16:creationId xmlns:a16="http://schemas.microsoft.com/office/drawing/2014/main" id="{EAD0A7C8-2C2D-4CE8-8030-9DED47ADBDED}"/>
              </a:ext>
            </a:extLst>
          </p:cNvPr>
          <p:cNvSpPr txBox="1"/>
          <p:nvPr/>
        </p:nvSpPr>
        <p:spPr>
          <a:xfrm>
            <a:off x="2456947" y="3867417"/>
            <a:ext cx="394995" cy="483564"/>
          </a:xfrm>
          <a:prstGeom prst="rect">
            <a:avLst/>
          </a:prstGeom>
          <a:noFill/>
        </p:spPr>
        <p:txBody>
          <a:bodyPr wrap="none" rtlCol="0">
            <a:spAutoFit/>
          </a:bodyPr>
          <a:lstStyle/>
          <a:p>
            <a:r>
              <a:rPr lang="en-US" dirty="0">
                <a:solidFill>
                  <a:srgbClr val="FF0000"/>
                </a:solidFill>
              </a:rPr>
              <a:t>8</a:t>
            </a:r>
          </a:p>
        </p:txBody>
      </p:sp>
      <p:sp>
        <p:nvSpPr>
          <p:cNvPr id="286" name="TextBox 285">
            <a:extLst>
              <a:ext uri="{FF2B5EF4-FFF2-40B4-BE49-F238E27FC236}">
                <a16:creationId xmlns:a16="http://schemas.microsoft.com/office/drawing/2014/main" id="{0BE3AE39-106D-4A43-B3D1-FDC608F90FF7}"/>
              </a:ext>
            </a:extLst>
          </p:cNvPr>
          <p:cNvSpPr txBox="1"/>
          <p:nvPr/>
        </p:nvSpPr>
        <p:spPr>
          <a:xfrm>
            <a:off x="2091500" y="2240703"/>
            <a:ext cx="394995" cy="483564"/>
          </a:xfrm>
          <a:prstGeom prst="rect">
            <a:avLst/>
          </a:prstGeom>
          <a:noFill/>
        </p:spPr>
        <p:txBody>
          <a:bodyPr wrap="none" rtlCol="0">
            <a:spAutoFit/>
          </a:bodyPr>
          <a:lstStyle/>
          <a:p>
            <a:r>
              <a:rPr lang="en-US" dirty="0">
                <a:solidFill>
                  <a:srgbClr val="FF0000"/>
                </a:solidFill>
              </a:rPr>
              <a:t>9</a:t>
            </a:r>
          </a:p>
        </p:txBody>
      </p:sp>
      <p:sp>
        <p:nvSpPr>
          <p:cNvPr id="287" name="TextBox 286">
            <a:extLst>
              <a:ext uri="{FF2B5EF4-FFF2-40B4-BE49-F238E27FC236}">
                <a16:creationId xmlns:a16="http://schemas.microsoft.com/office/drawing/2014/main" id="{2335C42D-1307-43A0-9C41-D2DCA3DD9390}"/>
              </a:ext>
            </a:extLst>
          </p:cNvPr>
          <p:cNvSpPr txBox="1"/>
          <p:nvPr/>
        </p:nvSpPr>
        <p:spPr>
          <a:xfrm>
            <a:off x="8960016" y="2189815"/>
            <a:ext cx="548206" cy="483564"/>
          </a:xfrm>
          <a:prstGeom prst="rect">
            <a:avLst/>
          </a:prstGeom>
          <a:noFill/>
        </p:spPr>
        <p:txBody>
          <a:bodyPr wrap="none" rtlCol="0">
            <a:spAutoFit/>
          </a:bodyPr>
          <a:lstStyle/>
          <a:p>
            <a:r>
              <a:rPr lang="en-US" dirty="0">
                <a:solidFill>
                  <a:srgbClr val="FF0000"/>
                </a:solidFill>
              </a:rPr>
              <a:t>10</a:t>
            </a:r>
          </a:p>
        </p:txBody>
      </p:sp>
      <p:sp>
        <p:nvSpPr>
          <p:cNvPr id="288" name="TextBox 287">
            <a:extLst>
              <a:ext uri="{FF2B5EF4-FFF2-40B4-BE49-F238E27FC236}">
                <a16:creationId xmlns:a16="http://schemas.microsoft.com/office/drawing/2014/main" id="{B0127BF5-9E71-434E-BFEA-92B1F11F419B}"/>
              </a:ext>
            </a:extLst>
          </p:cNvPr>
          <p:cNvSpPr txBox="1"/>
          <p:nvPr/>
        </p:nvSpPr>
        <p:spPr>
          <a:xfrm>
            <a:off x="8611110" y="3100248"/>
            <a:ext cx="548206" cy="483564"/>
          </a:xfrm>
          <a:prstGeom prst="rect">
            <a:avLst/>
          </a:prstGeom>
          <a:noFill/>
        </p:spPr>
        <p:txBody>
          <a:bodyPr wrap="none" rtlCol="0">
            <a:spAutoFit/>
          </a:bodyPr>
          <a:lstStyle/>
          <a:p>
            <a:r>
              <a:rPr lang="en-US" dirty="0">
                <a:solidFill>
                  <a:srgbClr val="FF0000"/>
                </a:solidFill>
              </a:rPr>
              <a:t>11</a:t>
            </a:r>
          </a:p>
        </p:txBody>
      </p:sp>
      <p:sp>
        <p:nvSpPr>
          <p:cNvPr id="289" name="TextBox 288">
            <a:extLst>
              <a:ext uri="{FF2B5EF4-FFF2-40B4-BE49-F238E27FC236}">
                <a16:creationId xmlns:a16="http://schemas.microsoft.com/office/drawing/2014/main" id="{24581527-E833-4F7A-B3EE-3288FAB5F615}"/>
              </a:ext>
            </a:extLst>
          </p:cNvPr>
          <p:cNvSpPr txBox="1"/>
          <p:nvPr/>
        </p:nvSpPr>
        <p:spPr>
          <a:xfrm>
            <a:off x="8681350" y="856910"/>
            <a:ext cx="548206" cy="483564"/>
          </a:xfrm>
          <a:prstGeom prst="rect">
            <a:avLst/>
          </a:prstGeom>
          <a:noFill/>
        </p:spPr>
        <p:txBody>
          <a:bodyPr wrap="none" rtlCol="0">
            <a:spAutoFit/>
          </a:bodyPr>
          <a:lstStyle/>
          <a:p>
            <a:r>
              <a:rPr lang="en-US" dirty="0">
                <a:solidFill>
                  <a:srgbClr val="FF0000"/>
                </a:solidFill>
              </a:rPr>
              <a:t>12</a:t>
            </a:r>
          </a:p>
        </p:txBody>
      </p:sp>
      <p:cxnSp>
        <p:nvCxnSpPr>
          <p:cNvPr id="290" name="Straight Arrow Connector 289">
            <a:extLst>
              <a:ext uri="{FF2B5EF4-FFF2-40B4-BE49-F238E27FC236}">
                <a16:creationId xmlns:a16="http://schemas.microsoft.com/office/drawing/2014/main" id="{55C17A50-C856-4DEA-A8D4-C1B4076FDFD0}"/>
              </a:ext>
            </a:extLst>
          </p:cNvPr>
          <p:cNvCxnSpPr>
            <a:cxnSpLocks/>
          </p:cNvCxnSpPr>
          <p:nvPr/>
        </p:nvCxnSpPr>
        <p:spPr>
          <a:xfrm rot="8460000" flipV="1">
            <a:off x="8143190" y="1861000"/>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1" name="Straight Arrow Connector 290">
            <a:extLst>
              <a:ext uri="{FF2B5EF4-FFF2-40B4-BE49-F238E27FC236}">
                <a16:creationId xmlns:a16="http://schemas.microsoft.com/office/drawing/2014/main" id="{C66BA0EC-7817-4849-B3EA-67F8BC789B5F}"/>
              </a:ext>
            </a:extLst>
          </p:cNvPr>
          <p:cNvCxnSpPr>
            <a:cxnSpLocks/>
          </p:cNvCxnSpPr>
          <p:nvPr/>
        </p:nvCxnSpPr>
        <p:spPr>
          <a:xfrm rot="19260000" flipV="1">
            <a:off x="8024502" y="1723935"/>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3" name="Oval 292">
            <a:extLst>
              <a:ext uri="{FF2B5EF4-FFF2-40B4-BE49-F238E27FC236}">
                <a16:creationId xmlns:a16="http://schemas.microsoft.com/office/drawing/2014/main" id="{0D654E35-13F6-4427-8485-0D92293A1AB4}"/>
              </a:ext>
            </a:extLst>
          </p:cNvPr>
          <p:cNvSpPr/>
          <p:nvPr/>
        </p:nvSpPr>
        <p:spPr>
          <a:xfrm>
            <a:off x="229402" y="605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294" name="Oval 293">
            <a:extLst>
              <a:ext uri="{FF2B5EF4-FFF2-40B4-BE49-F238E27FC236}">
                <a16:creationId xmlns:a16="http://schemas.microsoft.com/office/drawing/2014/main" id="{607B11A5-EAE0-49A3-AADF-8535D706D5E2}"/>
              </a:ext>
            </a:extLst>
          </p:cNvPr>
          <p:cNvSpPr/>
          <p:nvPr/>
        </p:nvSpPr>
        <p:spPr>
          <a:xfrm>
            <a:off x="2565414" y="606741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295" name="Oval 294">
            <a:extLst>
              <a:ext uri="{FF2B5EF4-FFF2-40B4-BE49-F238E27FC236}">
                <a16:creationId xmlns:a16="http://schemas.microsoft.com/office/drawing/2014/main" id="{E997ED73-D3C0-41B5-A7D6-45EBCAE17432}"/>
              </a:ext>
            </a:extLst>
          </p:cNvPr>
          <p:cNvSpPr/>
          <p:nvPr/>
        </p:nvSpPr>
        <p:spPr>
          <a:xfrm>
            <a:off x="4885751" y="6071259"/>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a:t>
            </a:r>
            <a:endParaRPr lang="en-US" dirty="0"/>
          </a:p>
        </p:txBody>
      </p:sp>
      <p:sp>
        <p:nvSpPr>
          <p:cNvPr id="296" name="Oval 295">
            <a:extLst>
              <a:ext uri="{FF2B5EF4-FFF2-40B4-BE49-F238E27FC236}">
                <a16:creationId xmlns:a16="http://schemas.microsoft.com/office/drawing/2014/main" id="{E97EB18D-FAEC-405D-BFD1-C5F02588E5A4}"/>
              </a:ext>
            </a:extLst>
          </p:cNvPr>
          <p:cNvSpPr/>
          <p:nvPr/>
        </p:nvSpPr>
        <p:spPr>
          <a:xfrm>
            <a:off x="7205470" y="605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297" name="Oval 296">
            <a:extLst>
              <a:ext uri="{FF2B5EF4-FFF2-40B4-BE49-F238E27FC236}">
                <a16:creationId xmlns:a16="http://schemas.microsoft.com/office/drawing/2014/main" id="{70D668ED-BDF2-4917-86BC-B9E90DF3DFD0}"/>
              </a:ext>
            </a:extLst>
          </p:cNvPr>
          <p:cNvSpPr/>
          <p:nvPr/>
        </p:nvSpPr>
        <p:spPr>
          <a:xfrm>
            <a:off x="227183" y="4235873"/>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sp>
        <p:nvSpPr>
          <p:cNvPr id="299" name="Oval 298">
            <a:extLst>
              <a:ext uri="{FF2B5EF4-FFF2-40B4-BE49-F238E27FC236}">
                <a16:creationId xmlns:a16="http://schemas.microsoft.com/office/drawing/2014/main" id="{6490FEBE-9AB0-4AD8-AE43-8E33920E4F89}"/>
              </a:ext>
            </a:extLst>
          </p:cNvPr>
          <p:cNvSpPr/>
          <p:nvPr/>
        </p:nvSpPr>
        <p:spPr>
          <a:xfrm>
            <a:off x="4883176" y="423094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G</a:t>
            </a:r>
            <a:endParaRPr lang="en-US" dirty="0"/>
          </a:p>
        </p:txBody>
      </p:sp>
      <p:sp>
        <p:nvSpPr>
          <p:cNvPr id="300" name="Oval 299">
            <a:extLst>
              <a:ext uri="{FF2B5EF4-FFF2-40B4-BE49-F238E27FC236}">
                <a16:creationId xmlns:a16="http://schemas.microsoft.com/office/drawing/2014/main" id="{F1D59075-0218-4F2D-8875-3BBF8730CCB5}"/>
              </a:ext>
            </a:extLst>
          </p:cNvPr>
          <p:cNvSpPr/>
          <p:nvPr/>
        </p:nvSpPr>
        <p:spPr>
          <a:xfrm>
            <a:off x="7216442" y="4229164"/>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H</a:t>
            </a:r>
            <a:endParaRPr lang="en-US" dirty="0"/>
          </a:p>
        </p:txBody>
      </p:sp>
      <p:sp>
        <p:nvSpPr>
          <p:cNvPr id="301" name="Oval 300">
            <a:extLst>
              <a:ext uri="{FF2B5EF4-FFF2-40B4-BE49-F238E27FC236}">
                <a16:creationId xmlns:a16="http://schemas.microsoft.com/office/drawing/2014/main" id="{BD03B9AE-6261-492E-8508-FA9AE486F270}"/>
              </a:ext>
            </a:extLst>
          </p:cNvPr>
          <p:cNvSpPr/>
          <p:nvPr/>
        </p:nvSpPr>
        <p:spPr>
          <a:xfrm>
            <a:off x="9532893" y="4238364"/>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I</a:t>
            </a:r>
            <a:endParaRPr lang="en-US" dirty="0"/>
          </a:p>
        </p:txBody>
      </p:sp>
      <p:sp>
        <p:nvSpPr>
          <p:cNvPr id="302" name="Oval 301">
            <a:extLst>
              <a:ext uri="{FF2B5EF4-FFF2-40B4-BE49-F238E27FC236}">
                <a16:creationId xmlns:a16="http://schemas.microsoft.com/office/drawing/2014/main" id="{8219E6CA-0701-46C4-9495-F0DAC3BE6D5C}"/>
              </a:ext>
            </a:extLst>
          </p:cNvPr>
          <p:cNvSpPr/>
          <p:nvPr/>
        </p:nvSpPr>
        <p:spPr>
          <a:xfrm>
            <a:off x="227183" y="2410794"/>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J</a:t>
            </a:r>
            <a:endParaRPr lang="en-US" dirty="0"/>
          </a:p>
        </p:txBody>
      </p:sp>
      <p:sp>
        <p:nvSpPr>
          <p:cNvPr id="304" name="Oval 303">
            <a:extLst>
              <a:ext uri="{FF2B5EF4-FFF2-40B4-BE49-F238E27FC236}">
                <a16:creationId xmlns:a16="http://schemas.microsoft.com/office/drawing/2014/main" id="{873F9854-E082-4082-9F1D-E8B100BDAC05}"/>
              </a:ext>
            </a:extLst>
          </p:cNvPr>
          <p:cNvSpPr/>
          <p:nvPr/>
        </p:nvSpPr>
        <p:spPr>
          <a:xfrm>
            <a:off x="4883176" y="240586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L</a:t>
            </a:r>
            <a:endParaRPr lang="en-US" dirty="0"/>
          </a:p>
        </p:txBody>
      </p:sp>
      <p:sp>
        <p:nvSpPr>
          <p:cNvPr id="305" name="Oval 304">
            <a:extLst>
              <a:ext uri="{FF2B5EF4-FFF2-40B4-BE49-F238E27FC236}">
                <a16:creationId xmlns:a16="http://schemas.microsoft.com/office/drawing/2014/main" id="{4A8BBCCD-B5BF-48DD-8126-A474AB04C35A}"/>
              </a:ext>
            </a:extLst>
          </p:cNvPr>
          <p:cNvSpPr/>
          <p:nvPr/>
        </p:nvSpPr>
        <p:spPr>
          <a:xfrm>
            <a:off x="7216442" y="2404085"/>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M</a:t>
            </a:r>
            <a:endParaRPr lang="en-US" dirty="0"/>
          </a:p>
        </p:txBody>
      </p:sp>
      <p:sp>
        <p:nvSpPr>
          <p:cNvPr id="306" name="Oval 305">
            <a:extLst>
              <a:ext uri="{FF2B5EF4-FFF2-40B4-BE49-F238E27FC236}">
                <a16:creationId xmlns:a16="http://schemas.microsoft.com/office/drawing/2014/main" id="{91BE7614-ABEE-4C51-A742-71FFD52B95A5}"/>
              </a:ext>
            </a:extLst>
          </p:cNvPr>
          <p:cNvSpPr/>
          <p:nvPr/>
        </p:nvSpPr>
        <p:spPr>
          <a:xfrm>
            <a:off x="9532893" y="2413285"/>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N</a:t>
            </a:r>
            <a:endParaRPr lang="en-US" dirty="0"/>
          </a:p>
        </p:txBody>
      </p:sp>
      <p:sp>
        <p:nvSpPr>
          <p:cNvPr id="307" name="Oval 306">
            <a:extLst>
              <a:ext uri="{FF2B5EF4-FFF2-40B4-BE49-F238E27FC236}">
                <a16:creationId xmlns:a16="http://schemas.microsoft.com/office/drawing/2014/main" id="{263F7E91-7613-4A0A-BF02-B5093EA16EE5}"/>
              </a:ext>
            </a:extLst>
          </p:cNvPr>
          <p:cNvSpPr/>
          <p:nvPr/>
        </p:nvSpPr>
        <p:spPr>
          <a:xfrm>
            <a:off x="227183" y="577930"/>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P</a:t>
            </a:r>
            <a:endParaRPr lang="en-US" dirty="0"/>
          </a:p>
        </p:txBody>
      </p:sp>
      <p:sp>
        <p:nvSpPr>
          <p:cNvPr id="309" name="Oval 308">
            <a:extLst>
              <a:ext uri="{FF2B5EF4-FFF2-40B4-BE49-F238E27FC236}">
                <a16:creationId xmlns:a16="http://schemas.microsoft.com/office/drawing/2014/main" id="{8EFD28D6-F8A2-4A21-97B7-E16C35904818}"/>
              </a:ext>
            </a:extLst>
          </p:cNvPr>
          <p:cNvSpPr/>
          <p:nvPr/>
        </p:nvSpPr>
        <p:spPr>
          <a:xfrm>
            <a:off x="4883176" y="572998"/>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R</a:t>
            </a:r>
            <a:endParaRPr lang="en-US" dirty="0"/>
          </a:p>
        </p:txBody>
      </p:sp>
      <p:sp>
        <p:nvSpPr>
          <p:cNvPr id="310" name="Oval 309">
            <a:extLst>
              <a:ext uri="{FF2B5EF4-FFF2-40B4-BE49-F238E27FC236}">
                <a16:creationId xmlns:a16="http://schemas.microsoft.com/office/drawing/2014/main" id="{C3D66646-F891-415E-9B93-C259E4A46E28}"/>
              </a:ext>
            </a:extLst>
          </p:cNvPr>
          <p:cNvSpPr/>
          <p:nvPr/>
        </p:nvSpPr>
        <p:spPr>
          <a:xfrm>
            <a:off x="7216442" y="5712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S</a:t>
            </a:r>
            <a:endParaRPr lang="en-US" dirty="0"/>
          </a:p>
        </p:txBody>
      </p:sp>
      <p:sp>
        <p:nvSpPr>
          <p:cNvPr id="311" name="Oval 310">
            <a:extLst>
              <a:ext uri="{FF2B5EF4-FFF2-40B4-BE49-F238E27FC236}">
                <a16:creationId xmlns:a16="http://schemas.microsoft.com/office/drawing/2014/main" id="{8E53C076-C635-4633-8B12-F48E65DBEDD5}"/>
              </a:ext>
            </a:extLst>
          </p:cNvPr>
          <p:cNvSpPr/>
          <p:nvPr/>
        </p:nvSpPr>
        <p:spPr>
          <a:xfrm>
            <a:off x="9532893" y="58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T</a:t>
            </a:r>
            <a:endParaRPr lang="en-US" dirty="0"/>
          </a:p>
        </p:txBody>
      </p:sp>
      <p:sp>
        <p:nvSpPr>
          <p:cNvPr id="121" name="TextBox 120">
            <a:extLst>
              <a:ext uri="{FF2B5EF4-FFF2-40B4-BE49-F238E27FC236}">
                <a16:creationId xmlns:a16="http://schemas.microsoft.com/office/drawing/2014/main" id="{F38C266C-0EEA-4DE5-9318-4D834978FAE0}"/>
              </a:ext>
            </a:extLst>
          </p:cNvPr>
          <p:cNvSpPr txBox="1"/>
          <p:nvPr/>
        </p:nvSpPr>
        <p:spPr>
          <a:xfrm>
            <a:off x="10156652" y="1683206"/>
            <a:ext cx="4378498" cy="923330"/>
          </a:xfrm>
          <a:prstGeom prst="rect">
            <a:avLst/>
          </a:prstGeom>
          <a:ln w="19050">
            <a:solidFill>
              <a:schemeClr val="tx1"/>
            </a:solidFill>
          </a:ln>
        </p:spPr>
        <p:style>
          <a:lnRef idx="1">
            <a:schemeClr val="accent1"/>
          </a:lnRef>
          <a:fillRef idx="3">
            <a:schemeClr val="accent1"/>
          </a:fillRef>
          <a:effectRef idx="2">
            <a:schemeClr val="accent1"/>
          </a:effectRef>
          <a:fontRef idx="minor">
            <a:schemeClr val="lt1"/>
          </a:fontRef>
        </p:style>
        <p:txBody>
          <a:bodyPr wrap="square">
            <a:spAutoFit/>
          </a:bodyPr>
          <a:lstStyle/>
          <a:p>
            <a:pPr algn="just"/>
            <a:r>
              <a:rPr lang="en-US" dirty="0">
                <a:latin typeface="Consolas" panose="020B0609020204030204" pitchFamily="49" charset="0"/>
              </a:rPr>
              <a:t>Edge 2:</a:t>
            </a:r>
          </a:p>
          <a:p>
            <a:pPr algn="just"/>
            <a:r>
              <a:rPr lang="en-US" dirty="0">
                <a:latin typeface="Consolas" panose="020B0609020204030204" pitchFamily="49" charset="0"/>
              </a:rPr>
              <a:t>K: SplitElement with </a:t>
            </a:r>
            <a:r>
              <a:rPr lang="en-US" b="1" dirty="0">
                <a:latin typeface="Consolas" panose="020B0609020204030204" pitchFamily="49" charset="0"/>
              </a:rPr>
              <a:t>KLRU</a:t>
            </a:r>
            <a:r>
              <a:rPr lang="en-US" dirty="0">
                <a:latin typeface="Consolas" panose="020B0609020204030204" pitchFamily="49" charset="0"/>
              </a:rPr>
              <a:t> shared.</a:t>
            </a:r>
          </a:p>
          <a:p>
            <a:pPr algn="just"/>
            <a:r>
              <a:rPr lang="en-US" dirty="0">
                <a:latin typeface="Consolas" panose="020B0609020204030204" pitchFamily="49" charset="0"/>
              </a:rPr>
              <a:t>L: Canonical and Internal.</a:t>
            </a:r>
          </a:p>
        </p:txBody>
      </p:sp>
      <p:sp>
        <p:nvSpPr>
          <p:cNvPr id="117" name="Rectangle 116">
            <a:extLst>
              <a:ext uri="{FF2B5EF4-FFF2-40B4-BE49-F238E27FC236}">
                <a16:creationId xmlns:a16="http://schemas.microsoft.com/office/drawing/2014/main" id="{BB24C0C0-E59E-4211-B5CB-E3E0B2566CC5}"/>
              </a:ext>
            </a:extLst>
          </p:cNvPr>
          <p:cNvSpPr/>
          <p:nvPr/>
        </p:nvSpPr>
        <p:spPr>
          <a:xfrm>
            <a:off x="2399392" y="744946"/>
            <a:ext cx="658076" cy="1833882"/>
          </a:xfrm>
          <a:custGeom>
            <a:avLst/>
            <a:gdLst>
              <a:gd name="connsiteX0" fmla="*/ 0 w 115151"/>
              <a:gd name="connsiteY0" fmla="*/ 0 h 1833882"/>
              <a:gd name="connsiteX1" fmla="*/ 115151 w 115151"/>
              <a:gd name="connsiteY1" fmla="*/ 0 h 1833882"/>
              <a:gd name="connsiteX2" fmla="*/ 115151 w 115151"/>
              <a:gd name="connsiteY2" fmla="*/ 1833882 h 1833882"/>
              <a:gd name="connsiteX3" fmla="*/ 0 w 115151"/>
              <a:gd name="connsiteY3" fmla="*/ 1833882 h 1833882"/>
              <a:gd name="connsiteX4" fmla="*/ 0 w 115151"/>
              <a:gd name="connsiteY4" fmla="*/ 0 h 1833882"/>
              <a:gd name="connsiteX0" fmla="*/ 0 w 251676"/>
              <a:gd name="connsiteY0" fmla="*/ 0 h 1833882"/>
              <a:gd name="connsiteX1" fmla="*/ 251676 w 251676"/>
              <a:gd name="connsiteY1" fmla="*/ 0 h 1833882"/>
              <a:gd name="connsiteX2" fmla="*/ 115151 w 251676"/>
              <a:gd name="connsiteY2" fmla="*/ 1833882 h 1833882"/>
              <a:gd name="connsiteX3" fmla="*/ 0 w 251676"/>
              <a:gd name="connsiteY3" fmla="*/ 1833882 h 1833882"/>
              <a:gd name="connsiteX4" fmla="*/ 0 w 251676"/>
              <a:gd name="connsiteY4" fmla="*/ 0 h 1833882"/>
              <a:gd name="connsiteX0" fmla="*/ 0 w 442176"/>
              <a:gd name="connsiteY0" fmla="*/ 0 h 1833882"/>
              <a:gd name="connsiteX1" fmla="*/ 442176 w 442176"/>
              <a:gd name="connsiteY1" fmla="*/ 0 h 1833882"/>
              <a:gd name="connsiteX2" fmla="*/ 305651 w 442176"/>
              <a:gd name="connsiteY2" fmla="*/ 1833882 h 1833882"/>
              <a:gd name="connsiteX3" fmla="*/ 190500 w 442176"/>
              <a:gd name="connsiteY3" fmla="*/ 1833882 h 1833882"/>
              <a:gd name="connsiteX4" fmla="*/ 0 w 442176"/>
              <a:gd name="connsiteY4" fmla="*/ 0 h 1833882"/>
              <a:gd name="connsiteX0" fmla="*/ 0 w 527901"/>
              <a:gd name="connsiteY0" fmla="*/ 0 h 1837057"/>
              <a:gd name="connsiteX1" fmla="*/ 527901 w 527901"/>
              <a:gd name="connsiteY1" fmla="*/ 3175 h 1837057"/>
              <a:gd name="connsiteX2" fmla="*/ 391376 w 527901"/>
              <a:gd name="connsiteY2" fmla="*/ 1837057 h 1837057"/>
              <a:gd name="connsiteX3" fmla="*/ 276225 w 527901"/>
              <a:gd name="connsiteY3" fmla="*/ 1837057 h 1837057"/>
              <a:gd name="connsiteX4" fmla="*/ 0 w 527901"/>
              <a:gd name="connsiteY4" fmla="*/ 0 h 1837057"/>
              <a:gd name="connsiteX0" fmla="*/ 0 w 645376"/>
              <a:gd name="connsiteY0" fmla="*/ 3175 h 1840232"/>
              <a:gd name="connsiteX1" fmla="*/ 645376 w 645376"/>
              <a:gd name="connsiteY1" fmla="*/ 0 h 1840232"/>
              <a:gd name="connsiteX2" fmla="*/ 391376 w 645376"/>
              <a:gd name="connsiteY2" fmla="*/ 1840232 h 1840232"/>
              <a:gd name="connsiteX3" fmla="*/ 276225 w 645376"/>
              <a:gd name="connsiteY3" fmla="*/ 1840232 h 1840232"/>
              <a:gd name="connsiteX4" fmla="*/ 0 w 645376"/>
              <a:gd name="connsiteY4" fmla="*/ 3175 h 1840232"/>
              <a:gd name="connsiteX0" fmla="*/ 0 w 654901"/>
              <a:gd name="connsiteY0" fmla="*/ 0 h 1837057"/>
              <a:gd name="connsiteX1" fmla="*/ 654901 w 654901"/>
              <a:gd name="connsiteY1" fmla="*/ 3175 h 1837057"/>
              <a:gd name="connsiteX2" fmla="*/ 391376 w 654901"/>
              <a:gd name="connsiteY2" fmla="*/ 1837057 h 1837057"/>
              <a:gd name="connsiteX3" fmla="*/ 276225 w 654901"/>
              <a:gd name="connsiteY3" fmla="*/ 1837057 h 1837057"/>
              <a:gd name="connsiteX4" fmla="*/ 0 w 654901"/>
              <a:gd name="connsiteY4" fmla="*/ 0 h 1837057"/>
              <a:gd name="connsiteX0" fmla="*/ 0 w 658076"/>
              <a:gd name="connsiteY0" fmla="*/ 0 h 1833882"/>
              <a:gd name="connsiteX1" fmla="*/ 658076 w 658076"/>
              <a:gd name="connsiteY1" fmla="*/ 0 h 1833882"/>
              <a:gd name="connsiteX2" fmla="*/ 394551 w 658076"/>
              <a:gd name="connsiteY2" fmla="*/ 1833882 h 1833882"/>
              <a:gd name="connsiteX3" fmla="*/ 279400 w 658076"/>
              <a:gd name="connsiteY3" fmla="*/ 1833882 h 1833882"/>
              <a:gd name="connsiteX4" fmla="*/ 0 w 658076"/>
              <a:gd name="connsiteY4" fmla="*/ 0 h 18338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8076" h="1833882">
                <a:moveTo>
                  <a:pt x="0" y="0"/>
                </a:moveTo>
                <a:lnTo>
                  <a:pt x="658076" y="0"/>
                </a:lnTo>
                <a:lnTo>
                  <a:pt x="394551" y="1833882"/>
                </a:lnTo>
                <a:lnTo>
                  <a:pt x="279400" y="1833882"/>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solidFill>
                <a:schemeClr val="bg1"/>
              </a:solidFill>
            </a:endParaRPr>
          </a:p>
        </p:txBody>
      </p:sp>
      <p:cxnSp>
        <p:nvCxnSpPr>
          <p:cNvPr id="124" name="Straight Arrow Connector 123">
            <a:extLst>
              <a:ext uri="{FF2B5EF4-FFF2-40B4-BE49-F238E27FC236}">
                <a16:creationId xmlns:a16="http://schemas.microsoft.com/office/drawing/2014/main" id="{21462356-04AF-4D7A-A146-231EED1F52AA}"/>
              </a:ext>
            </a:extLst>
          </p:cNvPr>
          <p:cNvCxnSpPr>
            <a:cxnSpLocks/>
          </p:cNvCxnSpPr>
          <p:nvPr/>
        </p:nvCxnSpPr>
        <p:spPr>
          <a:xfrm rot="4860000" flipV="1">
            <a:off x="2307473" y="160200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0" name="Oval 119">
            <a:extLst>
              <a:ext uri="{FF2B5EF4-FFF2-40B4-BE49-F238E27FC236}">
                <a16:creationId xmlns:a16="http://schemas.microsoft.com/office/drawing/2014/main" id="{24D8D6EB-429F-4F83-A03D-CB6219EAEEAF}"/>
              </a:ext>
            </a:extLst>
          </p:cNvPr>
          <p:cNvSpPr/>
          <p:nvPr/>
        </p:nvSpPr>
        <p:spPr>
          <a:xfrm>
            <a:off x="2878465" y="58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U</a:t>
            </a:r>
            <a:endParaRPr lang="en-US" dirty="0">
              <a:solidFill>
                <a:schemeClr val="accent6"/>
              </a:solidFill>
            </a:endParaRPr>
          </a:p>
        </p:txBody>
      </p:sp>
      <p:sp>
        <p:nvSpPr>
          <p:cNvPr id="308" name="Oval 307">
            <a:extLst>
              <a:ext uri="{FF2B5EF4-FFF2-40B4-BE49-F238E27FC236}">
                <a16:creationId xmlns:a16="http://schemas.microsoft.com/office/drawing/2014/main" id="{8F2DCE16-B03E-4878-9628-6458FA06E654}"/>
              </a:ext>
            </a:extLst>
          </p:cNvPr>
          <p:cNvSpPr/>
          <p:nvPr/>
        </p:nvSpPr>
        <p:spPr>
          <a:xfrm>
            <a:off x="2226010" y="58755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Q</a:t>
            </a:r>
            <a:endParaRPr lang="en-US" dirty="0">
              <a:solidFill>
                <a:schemeClr val="accent6"/>
              </a:solidFill>
            </a:endParaRPr>
          </a:p>
        </p:txBody>
      </p:sp>
      <p:cxnSp>
        <p:nvCxnSpPr>
          <p:cNvPr id="125" name="Straight Arrow Connector 124">
            <a:extLst>
              <a:ext uri="{FF2B5EF4-FFF2-40B4-BE49-F238E27FC236}">
                <a16:creationId xmlns:a16="http://schemas.microsoft.com/office/drawing/2014/main" id="{7D53D871-5EE3-4AAA-A583-1CBA76CD1AC1}"/>
              </a:ext>
            </a:extLst>
          </p:cNvPr>
          <p:cNvCxnSpPr>
            <a:cxnSpLocks/>
          </p:cNvCxnSpPr>
          <p:nvPr/>
        </p:nvCxnSpPr>
        <p:spPr>
          <a:xfrm rot="16800000" flipV="1">
            <a:off x="2596962" y="1563801"/>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6" name="Straight Arrow Connector 125">
            <a:extLst>
              <a:ext uri="{FF2B5EF4-FFF2-40B4-BE49-F238E27FC236}">
                <a16:creationId xmlns:a16="http://schemas.microsoft.com/office/drawing/2014/main" id="{0645B774-23D8-4005-A05B-FD1044FEE987}"/>
              </a:ext>
            </a:extLst>
          </p:cNvPr>
          <p:cNvCxnSpPr>
            <a:cxnSpLocks/>
          </p:cNvCxnSpPr>
          <p:nvPr/>
        </p:nvCxnSpPr>
        <p:spPr>
          <a:xfrm flipH="1">
            <a:off x="2634185" y="820689"/>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128" name="Group 127">
            <a:extLst>
              <a:ext uri="{FF2B5EF4-FFF2-40B4-BE49-F238E27FC236}">
                <a16:creationId xmlns:a16="http://schemas.microsoft.com/office/drawing/2014/main" id="{0F3EF7AA-6FDB-4389-B4A7-1B092F6C7C3F}"/>
              </a:ext>
            </a:extLst>
          </p:cNvPr>
          <p:cNvGrpSpPr/>
          <p:nvPr/>
        </p:nvGrpSpPr>
        <p:grpSpPr>
          <a:xfrm>
            <a:off x="7517721" y="4695252"/>
            <a:ext cx="2977526" cy="1342058"/>
            <a:chOff x="9063622" y="4495872"/>
            <a:chExt cx="2977526" cy="1342058"/>
          </a:xfrm>
        </p:grpSpPr>
        <p:grpSp>
          <p:nvGrpSpPr>
            <p:cNvPr id="129" name="Group 128">
              <a:extLst>
                <a:ext uri="{FF2B5EF4-FFF2-40B4-BE49-F238E27FC236}">
                  <a16:creationId xmlns:a16="http://schemas.microsoft.com/office/drawing/2014/main" id="{6271B160-5500-4EDF-B13E-7BE98E38B950}"/>
                </a:ext>
              </a:extLst>
            </p:cNvPr>
            <p:cNvGrpSpPr/>
            <p:nvPr/>
          </p:nvGrpSpPr>
          <p:grpSpPr>
            <a:xfrm>
              <a:off x="9063622" y="4495872"/>
              <a:ext cx="1951540" cy="369332"/>
              <a:chOff x="5793989" y="4428721"/>
              <a:chExt cx="1951540" cy="369332"/>
            </a:xfrm>
          </p:grpSpPr>
          <p:sp>
            <p:nvSpPr>
              <p:cNvPr id="136" name="Oval 135">
                <a:extLst>
                  <a:ext uri="{FF2B5EF4-FFF2-40B4-BE49-F238E27FC236}">
                    <a16:creationId xmlns:a16="http://schemas.microsoft.com/office/drawing/2014/main" id="{96D570CB-9AD5-46E7-A1D8-FF90ED354312}"/>
                  </a:ext>
                </a:extLst>
              </p:cNvPr>
              <p:cNvSpPr/>
              <p:nvPr/>
            </p:nvSpPr>
            <p:spPr>
              <a:xfrm>
                <a:off x="5793989" y="447891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X</a:t>
                </a:r>
                <a:endParaRPr lang="en-US" dirty="0"/>
              </a:p>
            </p:txBody>
          </p:sp>
          <p:sp>
            <p:nvSpPr>
              <p:cNvPr id="137" name="TextBox 136">
                <a:extLst>
                  <a:ext uri="{FF2B5EF4-FFF2-40B4-BE49-F238E27FC236}">
                    <a16:creationId xmlns:a16="http://schemas.microsoft.com/office/drawing/2014/main" id="{6884A116-07A5-4487-B11C-D503B3CD996B}"/>
                  </a:ext>
                </a:extLst>
              </p:cNvPr>
              <p:cNvSpPr txBox="1"/>
              <p:nvPr/>
            </p:nvSpPr>
            <p:spPr>
              <a:xfrm>
                <a:off x="6060452" y="4428721"/>
                <a:ext cx="1685077" cy="369332"/>
              </a:xfrm>
              <a:prstGeom prst="rect">
                <a:avLst/>
              </a:prstGeom>
              <a:noFill/>
            </p:spPr>
            <p:txBody>
              <a:bodyPr wrap="none" rtlCol="0">
                <a:spAutoFit/>
              </a:bodyPr>
              <a:lstStyle/>
              <a:p>
                <a:r>
                  <a:rPr lang="en-US" dirty="0"/>
                  <a:t>Regular vertex</a:t>
                </a:r>
              </a:p>
            </p:txBody>
          </p:sp>
        </p:grpSp>
        <p:grpSp>
          <p:nvGrpSpPr>
            <p:cNvPr id="130" name="Group 129">
              <a:extLst>
                <a:ext uri="{FF2B5EF4-FFF2-40B4-BE49-F238E27FC236}">
                  <a16:creationId xmlns:a16="http://schemas.microsoft.com/office/drawing/2014/main" id="{22BD9A63-4B0E-42AA-8911-64A002869876}"/>
                </a:ext>
              </a:extLst>
            </p:cNvPr>
            <p:cNvGrpSpPr/>
            <p:nvPr/>
          </p:nvGrpSpPr>
          <p:grpSpPr>
            <a:xfrm>
              <a:off x="9063622" y="4959034"/>
              <a:ext cx="2977526" cy="369332"/>
              <a:chOff x="5793989" y="4891883"/>
              <a:chExt cx="2977526" cy="369332"/>
            </a:xfrm>
          </p:grpSpPr>
          <p:sp>
            <p:nvSpPr>
              <p:cNvPr id="134" name="Oval 133">
                <a:extLst>
                  <a:ext uri="{FF2B5EF4-FFF2-40B4-BE49-F238E27FC236}">
                    <a16:creationId xmlns:a16="http://schemas.microsoft.com/office/drawing/2014/main" id="{817B9C89-5ECC-4077-AD52-216CBA748887}"/>
                  </a:ext>
                </a:extLst>
              </p:cNvPr>
              <p:cNvSpPr/>
              <p:nvPr/>
            </p:nvSpPr>
            <p:spPr>
              <a:xfrm>
                <a:off x="5793989" y="4942079"/>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sp>
            <p:nvSpPr>
              <p:cNvPr id="135" name="TextBox 134">
                <a:extLst>
                  <a:ext uri="{FF2B5EF4-FFF2-40B4-BE49-F238E27FC236}">
                    <a16:creationId xmlns:a16="http://schemas.microsoft.com/office/drawing/2014/main" id="{C4B5BD52-DD86-4E0D-8EF2-B7F3212A5D63}"/>
                  </a:ext>
                </a:extLst>
              </p:cNvPr>
              <p:cNvSpPr txBox="1"/>
              <p:nvPr/>
            </p:nvSpPr>
            <p:spPr>
              <a:xfrm>
                <a:off x="6060452" y="4891883"/>
                <a:ext cx="2711063" cy="369332"/>
              </a:xfrm>
              <a:prstGeom prst="rect">
                <a:avLst/>
              </a:prstGeom>
              <a:noFill/>
            </p:spPr>
            <p:txBody>
              <a:bodyPr wrap="none" rtlCol="0">
                <a:spAutoFit/>
              </a:bodyPr>
              <a:lstStyle/>
              <a:p>
                <a:r>
                  <a:rPr lang="en-US" dirty="0"/>
                  <a:t>Interface Element Vertex</a:t>
                </a:r>
              </a:p>
            </p:txBody>
          </p:sp>
        </p:grpSp>
        <p:grpSp>
          <p:nvGrpSpPr>
            <p:cNvPr id="131" name="Group 130">
              <a:extLst>
                <a:ext uri="{FF2B5EF4-FFF2-40B4-BE49-F238E27FC236}">
                  <a16:creationId xmlns:a16="http://schemas.microsoft.com/office/drawing/2014/main" id="{45F7203A-AB4C-46B0-B45A-7F8290805208}"/>
                </a:ext>
              </a:extLst>
            </p:cNvPr>
            <p:cNvGrpSpPr/>
            <p:nvPr/>
          </p:nvGrpSpPr>
          <p:grpSpPr>
            <a:xfrm>
              <a:off x="9063622" y="5468598"/>
              <a:ext cx="1951540" cy="369332"/>
              <a:chOff x="5793989" y="5411274"/>
              <a:chExt cx="1951540" cy="369332"/>
            </a:xfrm>
          </p:grpSpPr>
          <p:sp>
            <p:nvSpPr>
              <p:cNvPr id="132" name="Oval 131">
                <a:extLst>
                  <a:ext uri="{FF2B5EF4-FFF2-40B4-BE49-F238E27FC236}">
                    <a16:creationId xmlns:a16="http://schemas.microsoft.com/office/drawing/2014/main" id="{317466B4-104B-4EDB-BFB1-7CA5FC26121E}"/>
                  </a:ext>
                </a:extLst>
              </p:cNvPr>
              <p:cNvSpPr/>
              <p:nvPr/>
            </p:nvSpPr>
            <p:spPr>
              <a:xfrm>
                <a:off x="5793989" y="5461470"/>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sp>
            <p:nvSpPr>
              <p:cNvPr id="133" name="TextBox 132">
                <a:extLst>
                  <a:ext uri="{FF2B5EF4-FFF2-40B4-BE49-F238E27FC236}">
                    <a16:creationId xmlns:a16="http://schemas.microsoft.com/office/drawing/2014/main" id="{F193CB36-8669-495E-9824-7C013274B110}"/>
                  </a:ext>
                </a:extLst>
              </p:cNvPr>
              <p:cNvSpPr txBox="1"/>
              <p:nvPr/>
            </p:nvSpPr>
            <p:spPr>
              <a:xfrm>
                <a:off x="6060452" y="5411274"/>
                <a:ext cx="1685077" cy="369332"/>
              </a:xfrm>
              <a:prstGeom prst="rect">
                <a:avLst/>
              </a:prstGeom>
              <a:noFill/>
            </p:spPr>
            <p:txBody>
              <a:bodyPr wrap="none" rtlCol="0">
                <a:spAutoFit/>
              </a:bodyPr>
              <a:lstStyle/>
              <a:p>
                <a:r>
                  <a:rPr lang="en-US" dirty="0"/>
                  <a:t>Collapse Edge</a:t>
                </a:r>
              </a:p>
            </p:txBody>
          </p:sp>
        </p:grpSp>
      </p:grpSp>
      <p:cxnSp>
        <p:nvCxnSpPr>
          <p:cNvPr id="138" name="Straight Connector 137">
            <a:extLst>
              <a:ext uri="{FF2B5EF4-FFF2-40B4-BE49-F238E27FC236}">
                <a16:creationId xmlns:a16="http://schemas.microsoft.com/office/drawing/2014/main" id="{84A794FB-EBD8-4D07-9B14-C52BBEAD0998}"/>
              </a:ext>
            </a:extLst>
          </p:cNvPr>
          <p:cNvCxnSpPr>
            <a:cxnSpLocks/>
          </p:cNvCxnSpPr>
          <p:nvPr/>
        </p:nvCxnSpPr>
        <p:spPr>
          <a:xfrm>
            <a:off x="2730699" y="2622130"/>
            <a:ext cx="1" cy="1816520"/>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sp>
        <p:nvSpPr>
          <p:cNvPr id="298" name="Oval 297">
            <a:extLst>
              <a:ext uri="{FF2B5EF4-FFF2-40B4-BE49-F238E27FC236}">
                <a16:creationId xmlns:a16="http://schemas.microsoft.com/office/drawing/2014/main" id="{BDD707F5-0BE8-471A-B269-DAB47FAED13A}"/>
              </a:ext>
            </a:extLst>
          </p:cNvPr>
          <p:cNvSpPr/>
          <p:nvPr/>
        </p:nvSpPr>
        <p:spPr>
          <a:xfrm>
            <a:off x="2550974" y="4235870"/>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F</a:t>
            </a:r>
            <a:endParaRPr lang="en-US" dirty="0"/>
          </a:p>
        </p:txBody>
      </p:sp>
      <p:sp>
        <p:nvSpPr>
          <p:cNvPr id="303" name="Oval 302">
            <a:extLst>
              <a:ext uri="{FF2B5EF4-FFF2-40B4-BE49-F238E27FC236}">
                <a16:creationId xmlns:a16="http://schemas.microsoft.com/office/drawing/2014/main" id="{15FA5F7E-26C9-47B3-BC05-D68924780B80}"/>
              </a:ext>
            </a:extLst>
          </p:cNvPr>
          <p:cNvSpPr/>
          <p:nvPr/>
        </p:nvSpPr>
        <p:spPr>
          <a:xfrm>
            <a:off x="2564727" y="2407692"/>
            <a:ext cx="352122" cy="352122"/>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K</a:t>
            </a:r>
            <a:endParaRPr lang="en-US" dirty="0">
              <a:solidFill>
                <a:schemeClr val="accent6"/>
              </a:solidFill>
            </a:endParaRPr>
          </a:p>
        </p:txBody>
      </p:sp>
    </p:spTree>
    <p:extLst>
      <p:ext uri="{BB962C8B-B14F-4D97-AF65-F5344CB8AC3E}">
        <p14:creationId xmlns:p14="http://schemas.microsoft.com/office/powerpoint/2010/main" val="2322827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2" name="Group 251">
            <a:extLst>
              <a:ext uri="{FF2B5EF4-FFF2-40B4-BE49-F238E27FC236}">
                <a16:creationId xmlns:a16="http://schemas.microsoft.com/office/drawing/2014/main" id="{3FD7EEEF-3529-4A48-AD2B-C975FF0DD39E}"/>
              </a:ext>
            </a:extLst>
          </p:cNvPr>
          <p:cNvGrpSpPr/>
          <p:nvPr/>
        </p:nvGrpSpPr>
        <p:grpSpPr>
          <a:xfrm>
            <a:off x="418305" y="747240"/>
            <a:ext cx="2325597" cy="1832347"/>
            <a:chOff x="318136" y="1316090"/>
            <a:chExt cx="1776224" cy="1399494"/>
          </a:xfrm>
        </p:grpSpPr>
        <p:sp>
          <p:nvSpPr>
            <p:cNvPr id="265" name="Rectangle 264">
              <a:extLst>
                <a:ext uri="{FF2B5EF4-FFF2-40B4-BE49-F238E27FC236}">
                  <a16:creationId xmlns:a16="http://schemas.microsoft.com/office/drawing/2014/main" id="{5D9919B7-BDC0-4F4F-B243-ADB954D1BC7D}"/>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67" name="Straight Arrow Connector 266">
              <a:extLst>
                <a:ext uri="{FF2B5EF4-FFF2-40B4-BE49-F238E27FC236}">
                  <a16:creationId xmlns:a16="http://schemas.microsoft.com/office/drawing/2014/main" id="{062326DE-29F4-4128-8063-0B1520C23852}"/>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8" name="Straight Arrow Connector 267">
              <a:extLst>
                <a:ext uri="{FF2B5EF4-FFF2-40B4-BE49-F238E27FC236}">
                  <a16:creationId xmlns:a16="http://schemas.microsoft.com/office/drawing/2014/main" id="{EBD747DF-6F21-4AD4-803D-624B37980DDB}"/>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9" name="Straight Arrow Connector 268">
              <a:extLst>
                <a:ext uri="{FF2B5EF4-FFF2-40B4-BE49-F238E27FC236}">
                  <a16:creationId xmlns:a16="http://schemas.microsoft.com/office/drawing/2014/main" id="{7E3F25D0-7679-44D0-B9E9-9851092A28DE}"/>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6" name="Straight Arrow Connector 265">
              <a:extLst>
                <a:ext uri="{FF2B5EF4-FFF2-40B4-BE49-F238E27FC236}">
                  <a16:creationId xmlns:a16="http://schemas.microsoft.com/office/drawing/2014/main" id="{C973AEEC-459D-49BB-8F29-03C6381E56F4}"/>
                </a:ext>
              </a:extLst>
            </p:cNvPr>
            <p:cNvCxnSpPr>
              <a:cxnSpLocks/>
            </p:cNvCxnSpPr>
            <p:nvPr/>
          </p:nvCxnSpPr>
          <p:spPr>
            <a:xfrm rot="15660000" flipV="1">
              <a:off x="1688764"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53" name="Group 252">
            <a:extLst>
              <a:ext uri="{FF2B5EF4-FFF2-40B4-BE49-F238E27FC236}">
                <a16:creationId xmlns:a16="http://schemas.microsoft.com/office/drawing/2014/main" id="{2374E498-73CE-47F1-8271-78A7F34DEAC2}"/>
              </a:ext>
            </a:extLst>
          </p:cNvPr>
          <p:cNvGrpSpPr/>
          <p:nvPr/>
        </p:nvGrpSpPr>
        <p:grpSpPr>
          <a:xfrm>
            <a:off x="417944" y="2579587"/>
            <a:ext cx="2325597" cy="1832347"/>
            <a:chOff x="318136" y="1316090"/>
            <a:chExt cx="1776224" cy="1399494"/>
          </a:xfrm>
        </p:grpSpPr>
        <p:sp>
          <p:nvSpPr>
            <p:cNvPr id="260" name="Rectangle 259">
              <a:extLst>
                <a:ext uri="{FF2B5EF4-FFF2-40B4-BE49-F238E27FC236}">
                  <a16:creationId xmlns:a16="http://schemas.microsoft.com/office/drawing/2014/main" id="{29514B38-0EFA-4A78-8535-F699CE69EA4D}"/>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61" name="Straight Arrow Connector 260">
              <a:extLst>
                <a:ext uri="{FF2B5EF4-FFF2-40B4-BE49-F238E27FC236}">
                  <a16:creationId xmlns:a16="http://schemas.microsoft.com/office/drawing/2014/main" id="{AA6842D4-9767-4970-A599-1150CFA35DE7}"/>
                </a:ext>
              </a:extLst>
            </p:cNvPr>
            <p:cNvCxnSpPr>
              <a:cxnSpLocks/>
            </p:cNvCxnSpPr>
            <p:nvPr/>
          </p:nvCxnSpPr>
          <p:spPr>
            <a:xfrm rot="16200000" flipV="1">
              <a:off x="1816705"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2" name="Straight Arrow Connector 261">
              <a:extLst>
                <a:ext uri="{FF2B5EF4-FFF2-40B4-BE49-F238E27FC236}">
                  <a16:creationId xmlns:a16="http://schemas.microsoft.com/office/drawing/2014/main" id="{59B9B561-5039-439D-82F6-0D8FF3951E7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3" name="Straight Arrow Connector 262">
              <a:extLst>
                <a:ext uri="{FF2B5EF4-FFF2-40B4-BE49-F238E27FC236}">
                  <a16:creationId xmlns:a16="http://schemas.microsoft.com/office/drawing/2014/main" id="{12A0B741-8CE6-49B3-94E9-822F86E57B44}"/>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4" name="Straight Arrow Connector 263">
              <a:extLst>
                <a:ext uri="{FF2B5EF4-FFF2-40B4-BE49-F238E27FC236}">
                  <a16:creationId xmlns:a16="http://schemas.microsoft.com/office/drawing/2014/main" id="{A61BABD6-ABBA-4CDA-8C92-04AE4F0F25F1}"/>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54" name="Group 253">
            <a:extLst>
              <a:ext uri="{FF2B5EF4-FFF2-40B4-BE49-F238E27FC236}">
                <a16:creationId xmlns:a16="http://schemas.microsoft.com/office/drawing/2014/main" id="{168685E4-FB57-4593-90FE-4BAE72C0E41B}"/>
              </a:ext>
            </a:extLst>
          </p:cNvPr>
          <p:cNvGrpSpPr/>
          <p:nvPr/>
        </p:nvGrpSpPr>
        <p:grpSpPr>
          <a:xfrm>
            <a:off x="417944" y="4411934"/>
            <a:ext cx="2325597" cy="1832347"/>
            <a:chOff x="318136" y="1316090"/>
            <a:chExt cx="1776224" cy="1399494"/>
          </a:xfrm>
        </p:grpSpPr>
        <p:sp>
          <p:nvSpPr>
            <p:cNvPr id="255" name="Rectangle 254">
              <a:extLst>
                <a:ext uri="{FF2B5EF4-FFF2-40B4-BE49-F238E27FC236}">
                  <a16:creationId xmlns:a16="http://schemas.microsoft.com/office/drawing/2014/main" id="{C96C5F7A-8062-4C64-A47C-3C0EA1F4A9A1}"/>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56" name="Straight Arrow Connector 255">
              <a:extLst>
                <a:ext uri="{FF2B5EF4-FFF2-40B4-BE49-F238E27FC236}">
                  <a16:creationId xmlns:a16="http://schemas.microsoft.com/office/drawing/2014/main" id="{D8AF5737-5F69-498D-8244-E2D92D7822AF}"/>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7" name="Straight Arrow Connector 256">
              <a:extLst>
                <a:ext uri="{FF2B5EF4-FFF2-40B4-BE49-F238E27FC236}">
                  <a16:creationId xmlns:a16="http://schemas.microsoft.com/office/drawing/2014/main" id="{5C960DAB-7576-41DE-91BF-93767C394DE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8" name="Straight Arrow Connector 257">
              <a:extLst>
                <a:ext uri="{FF2B5EF4-FFF2-40B4-BE49-F238E27FC236}">
                  <a16:creationId xmlns:a16="http://schemas.microsoft.com/office/drawing/2014/main" id="{7EEEDC97-ACA7-4FAC-A842-F4841C135DD6}"/>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9" name="Straight Arrow Connector 258">
              <a:extLst>
                <a:ext uri="{FF2B5EF4-FFF2-40B4-BE49-F238E27FC236}">
                  <a16:creationId xmlns:a16="http://schemas.microsoft.com/office/drawing/2014/main" id="{962A0292-9F9F-435D-99E1-7D79EC4F2272}"/>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 name="Título 1">
            <a:extLst>
              <a:ext uri="{FF2B5EF4-FFF2-40B4-BE49-F238E27FC236}">
                <a16:creationId xmlns:a16="http://schemas.microsoft.com/office/drawing/2014/main" id="{D5503A07-0117-4081-A30C-D1624E0122FE}"/>
              </a:ext>
            </a:extLst>
          </p:cNvPr>
          <p:cNvSpPr>
            <a:spLocks noGrp="1"/>
          </p:cNvSpPr>
          <p:nvPr>
            <p:ph type="title"/>
          </p:nvPr>
        </p:nvSpPr>
        <p:spPr/>
        <p:txBody>
          <a:bodyPr/>
          <a:lstStyle/>
          <a:p>
            <a:r>
              <a:rPr lang="en-US" dirty="0"/>
              <a:t>Mesh Example – Edge 2</a:t>
            </a:r>
          </a:p>
        </p:txBody>
      </p:sp>
      <p:grpSp>
        <p:nvGrpSpPr>
          <p:cNvPr id="234" name="Group 233">
            <a:extLst>
              <a:ext uri="{FF2B5EF4-FFF2-40B4-BE49-F238E27FC236}">
                <a16:creationId xmlns:a16="http://schemas.microsoft.com/office/drawing/2014/main" id="{F7373373-5128-40BF-BC7C-67477999153F}"/>
              </a:ext>
            </a:extLst>
          </p:cNvPr>
          <p:cNvGrpSpPr/>
          <p:nvPr/>
        </p:nvGrpSpPr>
        <p:grpSpPr>
          <a:xfrm>
            <a:off x="2731060" y="747240"/>
            <a:ext cx="2325597" cy="1832347"/>
            <a:chOff x="318136" y="1316090"/>
            <a:chExt cx="1776224" cy="1399494"/>
          </a:xfrm>
        </p:grpSpPr>
        <p:sp>
          <p:nvSpPr>
            <p:cNvPr id="247" name="Rectangle 246">
              <a:extLst>
                <a:ext uri="{FF2B5EF4-FFF2-40B4-BE49-F238E27FC236}">
                  <a16:creationId xmlns:a16="http://schemas.microsoft.com/office/drawing/2014/main" id="{D45BF7AA-566D-466E-A2CE-54C10DF71D1A}"/>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48" name="Straight Arrow Connector 247">
              <a:extLst>
                <a:ext uri="{FF2B5EF4-FFF2-40B4-BE49-F238E27FC236}">
                  <a16:creationId xmlns:a16="http://schemas.microsoft.com/office/drawing/2014/main" id="{A44ED70F-1AE5-40BA-934F-F803D3CDE5F3}"/>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9" name="Straight Arrow Connector 248">
              <a:extLst>
                <a:ext uri="{FF2B5EF4-FFF2-40B4-BE49-F238E27FC236}">
                  <a16:creationId xmlns:a16="http://schemas.microsoft.com/office/drawing/2014/main" id="{7B762EFC-714F-4236-8963-00B77C457FF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0" name="Straight Arrow Connector 249">
              <a:extLst>
                <a:ext uri="{FF2B5EF4-FFF2-40B4-BE49-F238E27FC236}">
                  <a16:creationId xmlns:a16="http://schemas.microsoft.com/office/drawing/2014/main" id="{DBCEC684-5407-43F1-B0B6-BA7F5753A16A}"/>
                </a:ext>
              </a:extLst>
            </p:cNvPr>
            <p:cNvCxnSpPr>
              <a:cxnSpLocks/>
            </p:cNvCxnSpPr>
            <p:nvPr/>
          </p:nvCxnSpPr>
          <p:spPr>
            <a:xfrm rot="6000000" flipV="1">
              <a:off x="304380" y="196308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1" name="Straight Arrow Connector 250">
              <a:extLst>
                <a:ext uri="{FF2B5EF4-FFF2-40B4-BE49-F238E27FC236}">
                  <a16:creationId xmlns:a16="http://schemas.microsoft.com/office/drawing/2014/main" id="{BFE955E4-AC4D-4FA9-8DD0-7631C5985B45}"/>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35" name="Group 234">
            <a:extLst>
              <a:ext uri="{FF2B5EF4-FFF2-40B4-BE49-F238E27FC236}">
                <a16:creationId xmlns:a16="http://schemas.microsoft.com/office/drawing/2014/main" id="{60BDC115-0567-4C94-8188-43F0FA243DB4}"/>
              </a:ext>
            </a:extLst>
          </p:cNvPr>
          <p:cNvGrpSpPr/>
          <p:nvPr/>
        </p:nvGrpSpPr>
        <p:grpSpPr>
          <a:xfrm>
            <a:off x="2730699" y="2579587"/>
            <a:ext cx="2325597" cy="1832347"/>
            <a:chOff x="318136" y="1316090"/>
            <a:chExt cx="1776224" cy="1399494"/>
          </a:xfrm>
        </p:grpSpPr>
        <p:sp>
          <p:nvSpPr>
            <p:cNvPr id="242" name="Rectangle 241">
              <a:extLst>
                <a:ext uri="{FF2B5EF4-FFF2-40B4-BE49-F238E27FC236}">
                  <a16:creationId xmlns:a16="http://schemas.microsoft.com/office/drawing/2014/main" id="{A55BD290-DD98-4A88-AECD-679E6CEBC6C5}"/>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43" name="Straight Arrow Connector 242">
              <a:extLst>
                <a:ext uri="{FF2B5EF4-FFF2-40B4-BE49-F238E27FC236}">
                  <a16:creationId xmlns:a16="http://schemas.microsoft.com/office/drawing/2014/main" id="{0A6BF039-F570-4BEC-9EB2-532D7DEFF5BC}"/>
                </a:ext>
              </a:extLst>
            </p:cNvPr>
            <p:cNvCxnSpPr>
              <a:cxnSpLocks/>
            </p:cNvCxnSpPr>
            <p:nvPr/>
          </p:nvCxnSpPr>
          <p:spPr>
            <a:xfrm rot="16200000" flipV="1">
              <a:off x="1808768"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4" name="Straight Arrow Connector 243">
              <a:extLst>
                <a:ext uri="{FF2B5EF4-FFF2-40B4-BE49-F238E27FC236}">
                  <a16:creationId xmlns:a16="http://schemas.microsoft.com/office/drawing/2014/main" id="{4B582994-9247-430E-AA5B-3124734F530C}"/>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5" name="Straight Arrow Connector 244">
              <a:extLst>
                <a:ext uri="{FF2B5EF4-FFF2-40B4-BE49-F238E27FC236}">
                  <a16:creationId xmlns:a16="http://schemas.microsoft.com/office/drawing/2014/main" id="{902A780F-47D6-4181-9248-1E030BC97FAB}"/>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6" name="Straight Arrow Connector 245">
              <a:extLst>
                <a:ext uri="{FF2B5EF4-FFF2-40B4-BE49-F238E27FC236}">
                  <a16:creationId xmlns:a16="http://schemas.microsoft.com/office/drawing/2014/main" id="{3D4822F1-FD86-4865-9FEE-D31F7D8893EC}"/>
                </a:ext>
              </a:extLst>
            </p:cNvPr>
            <p:cNvCxnSpPr>
              <a:cxnSpLocks/>
            </p:cNvCxnSpPr>
            <p:nvPr/>
          </p:nvCxnSpPr>
          <p:spPr>
            <a:xfrm rot="10800000" flipV="1">
              <a:off x="974623" y="1362644"/>
              <a:ext cx="2863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36" name="Group 235">
            <a:extLst>
              <a:ext uri="{FF2B5EF4-FFF2-40B4-BE49-F238E27FC236}">
                <a16:creationId xmlns:a16="http://schemas.microsoft.com/office/drawing/2014/main" id="{F0D814B7-1684-4AAB-8FD8-B5C2394F4DE9}"/>
              </a:ext>
            </a:extLst>
          </p:cNvPr>
          <p:cNvGrpSpPr/>
          <p:nvPr/>
        </p:nvGrpSpPr>
        <p:grpSpPr>
          <a:xfrm>
            <a:off x="2730699" y="4411934"/>
            <a:ext cx="2325597" cy="1832347"/>
            <a:chOff x="318136" y="1316090"/>
            <a:chExt cx="1776224" cy="1399494"/>
          </a:xfrm>
        </p:grpSpPr>
        <p:sp>
          <p:nvSpPr>
            <p:cNvPr id="237" name="Rectangle 236">
              <a:extLst>
                <a:ext uri="{FF2B5EF4-FFF2-40B4-BE49-F238E27FC236}">
                  <a16:creationId xmlns:a16="http://schemas.microsoft.com/office/drawing/2014/main" id="{A460903A-ADBE-4AE8-9634-74421E1E4421}"/>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38" name="Straight Arrow Connector 237">
              <a:extLst>
                <a:ext uri="{FF2B5EF4-FFF2-40B4-BE49-F238E27FC236}">
                  <a16:creationId xmlns:a16="http://schemas.microsoft.com/office/drawing/2014/main" id="{789A7F52-65E8-48B7-98C2-60722526CE6D}"/>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9" name="Straight Arrow Connector 238">
              <a:extLst>
                <a:ext uri="{FF2B5EF4-FFF2-40B4-BE49-F238E27FC236}">
                  <a16:creationId xmlns:a16="http://schemas.microsoft.com/office/drawing/2014/main" id="{65198430-3E18-406C-8B8C-777D03F28335}"/>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0" name="Straight Arrow Connector 239">
              <a:extLst>
                <a:ext uri="{FF2B5EF4-FFF2-40B4-BE49-F238E27FC236}">
                  <a16:creationId xmlns:a16="http://schemas.microsoft.com/office/drawing/2014/main" id="{46E2307C-2A7F-45FA-87E7-07959D55C615}"/>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1" name="Straight Arrow Connector 240">
              <a:extLst>
                <a:ext uri="{FF2B5EF4-FFF2-40B4-BE49-F238E27FC236}">
                  <a16:creationId xmlns:a16="http://schemas.microsoft.com/office/drawing/2014/main" id="{D96B0CD2-81A0-48F7-809D-5ADB6F2EB233}"/>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2" name="Group 201">
            <a:extLst>
              <a:ext uri="{FF2B5EF4-FFF2-40B4-BE49-F238E27FC236}">
                <a16:creationId xmlns:a16="http://schemas.microsoft.com/office/drawing/2014/main" id="{1FED2BCD-D4E8-455B-9353-9E7E8A0EA52D}"/>
              </a:ext>
            </a:extLst>
          </p:cNvPr>
          <p:cNvGrpSpPr/>
          <p:nvPr/>
        </p:nvGrpSpPr>
        <p:grpSpPr>
          <a:xfrm>
            <a:off x="5056295" y="747240"/>
            <a:ext cx="2325596" cy="1832347"/>
            <a:chOff x="318136" y="1316090"/>
            <a:chExt cx="1776224" cy="1399494"/>
          </a:xfrm>
        </p:grpSpPr>
        <p:sp>
          <p:nvSpPr>
            <p:cNvPr id="229" name="Rectangle 228">
              <a:extLst>
                <a:ext uri="{FF2B5EF4-FFF2-40B4-BE49-F238E27FC236}">
                  <a16:creationId xmlns:a16="http://schemas.microsoft.com/office/drawing/2014/main" id="{8062F188-9BE3-40CF-BAFD-CAFFAA11E452}"/>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30" name="Straight Arrow Connector 229">
              <a:extLst>
                <a:ext uri="{FF2B5EF4-FFF2-40B4-BE49-F238E27FC236}">
                  <a16:creationId xmlns:a16="http://schemas.microsoft.com/office/drawing/2014/main" id="{AECCFD08-25A0-4B03-BDFA-20BA8FF313FC}"/>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1" name="Straight Arrow Connector 230">
              <a:extLst>
                <a:ext uri="{FF2B5EF4-FFF2-40B4-BE49-F238E27FC236}">
                  <a16:creationId xmlns:a16="http://schemas.microsoft.com/office/drawing/2014/main" id="{0DA57120-F429-4DEB-938E-5891BD3AB37A}"/>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2" name="Straight Arrow Connector 231">
              <a:extLst>
                <a:ext uri="{FF2B5EF4-FFF2-40B4-BE49-F238E27FC236}">
                  <a16:creationId xmlns:a16="http://schemas.microsoft.com/office/drawing/2014/main" id="{B009FEAE-5938-441C-8B45-BB35D02B5936}"/>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3" name="Straight Arrow Connector 232">
              <a:extLst>
                <a:ext uri="{FF2B5EF4-FFF2-40B4-BE49-F238E27FC236}">
                  <a16:creationId xmlns:a16="http://schemas.microsoft.com/office/drawing/2014/main" id="{6C37DEE2-659F-4F10-B9B0-3D74816AB67D}"/>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3" name="Group 202">
            <a:extLst>
              <a:ext uri="{FF2B5EF4-FFF2-40B4-BE49-F238E27FC236}">
                <a16:creationId xmlns:a16="http://schemas.microsoft.com/office/drawing/2014/main" id="{BFB941BD-1D2C-46FE-8DEF-5C3E07E24822}"/>
              </a:ext>
            </a:extLst>
          </p:cNvPr>
          <p:cNvGrpSpPr/>
          <p:nvPr/>
        </p:nvGrpSpPr>
        <p:grpSpPr>
          <a:xfrm>
            <a:off x="5055934" y="2579587"/>
            <a:ext cx="2325596" cy="1832347"/>
            <a:chOff x="318136" y="1316090"/>
            <a:chExt cx="1776224" cy="1399494"/>
          </a:xfrm>
        </p:grpSpPr>
        <p:sp>
          <p:nvSpPr>
            <p:cNvPr id="224" name="Rectangle 223">
              <a:extLst>
                <a:ext uri="{FF2B5EF4-FFF2-40B4-BE49-F238E27FC236}">
                  <a16:creationId xmlns:a16="http://schemas.microsoft.com/office/drawing/2014/main" id="{623EBB0C-A58E-4601-B1A7-48655AB8B6F6}"/>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25" name="Straight Arrow Connector 224">
              <a:extLst>
                <a:ext uri="{FF2B5EF4-FFF2-40B4-BE49-F238E27FC236}">
                  <a16:creationId xmlns:a16="http://schemas.microsoft.com/office/drawing/2014/main" id="{AF7D7B31-F9B6-4A27-ADBE-BBC2C64079F8}"/>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6" name="Straight Arrow Connector 225">
              <a:extLst>
                <a:ext uri="{FF2B5EF4-FFF2-40B4-BE49-F238E27FC236}">
                  <a16:creationId xmlns:a16="http://schemas.microsoft.com/office/drawing/2014/main" id="{1BC8CB39-5C2E-4BD9-AEF5-84CAECEDD1FB}"/>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7" name="Straight Arrow Connector 226">
              <a:extLst>
                <a:ext uri="{FF2B5EF4-FFF2-40B4-BE49-F238E27FC236}">
                  <a16:creationId xmlns:a16="http://schemas.microsoft.com/office/drawing/2014/main" id="{459DC3CF-C60E-4234-AFF2-A4506C09CCC4}"/>
                </a:ext>
              </a:extLst>
            </p:cNvPr>
            <p:cNvCxnSpPr>
              <a:cxnSpLocks/>
            </p:cNvCxnSpPr>
            <p:nvPr/>
          </p:nvCxnSpPr>
          <p:spPr>
            <a:xfrm rot="5400000" flipV="1">
              <a:off x="178238"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8" name="Straight Arrow Connector 227">
              <a:extLst>
                <a:ext uri="{FF2B5EF4-FFF2-40B4-BE49-F238E27FC236}">
                  <a16:creationId xmlns:a16="http://schemas.microsoft.com/office/drawing/2014/main" id="{54F98CCC-B28F-4ED5-A2B4-D2E5C46355CB}"/>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4" name="Group 203">
            <a:extLst>
              <a:ext uri="{FF2B5EF4-FFF2-40B4-BE49-F238E27FC236}">
                <a16:creationId xmlns:a16="http://schemas.microsoft.com/office/drawing/2014/main" id="{55506D04-7782-418C-AC99-5FB405335414}"/>
              </a:ext>
            </a:extLst>
          </p:cNvPr>
          <p:cNvGrpSpPr/>
          <p:nvPr/>
        </p:nvGrpSpPr>
        <p:grpSpPr>
          <a:xfrm>
            <a:off x="5055934" y="4411934"/>
            <a:ext cx="2325596" cy="1832347"/>
            <a:chOff x="318136" y="1316090"/>
            <a:chExt cx="1776224" cy="1399494"/>
          </a:xfrm>
        </p:grpSpPr>
        <p:sp>
          <p:nvSpPr>
            <p:cNvPr id="219" name="Rectangle 218">
              <a:extLst>
                <a:ext uri="{FF2B5EF4-FFF2-40B4-BE49-F238E27FC236}">
                  <a16:creationId xmlns:a16="http://schemas.microsoft.com/office/drawing/2014/main" id="{056883D2-AE14-41D7-92E9-A43358CF3C34}"/>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20" name="Straight Arrow Connector 219">
              <a:extLst>
                <a:ext uri="{FF2B5EF4-FFF2-40B4-BE49-F238E27FC236}">
                  <a16:creationId xmlns:a16="http://schemas.microsoft.com/office/drawing/2014/main" id="{6668B10C-D061-47E8-9076-42FCD480CD97}"/>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1" name="Straight Arrow Connector 220">
              <a:extLst>
                <a:ext uri="{FF2B5EF4-FFF2-40B4-BE49-F238E27FC236}">
                  <a16:creationId xmlns:a16="http://schemas.microsoft.com/office/drawing/2014/main" id="{B01960BF-C5CF-421D-81DC-3B08440D9FB7}"/>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2" name="Straight Arrow Connector 221">
              <a:extLst>
                <a:ext uri="{FF2B5EF4-FFF2-40B4-BE49-F238E27FC236}">
                  <a16:creationId xmlns:a16="http://schemas.microsoft.com/office/drawing/2014/main" id="{82D4EEA5-A7F9-46FD-9033-449B2C1FE99C}"/>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3" name="Straight Arrow Connector 222">
              <a:extLst>
                <a:ext uri="{FF2B5EF4-FFF2-40B4-BE49-F238E27FC236}">
                  <a16:creationId xmlns:a16="http://schemas.microsoft.com/office/drawing/2014/main" id="{97B2D6FA-CFFD-4FE9-B230-5E2A3FEBD5B2}"/>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5" name="Group 204">
            <a:extLst>
              <a:ext uri="{FF2B5EF4-FFF2-40B4-BE49-F238E27FC236}">
                <a16:creationId xmlns:a16="http://schemas.microsoft.com/office/drawing/2014/main" id="{113A97E4-1B9B-4884-BB1D-1A0CAF96BA58}"/>
              </a:ext>
            </a:extLst>
          </p:cNvPr>
          <p:cNvGrpSpPr/>
          <p:nvPr/>
        </p:nvGrpSpPr>
        <p:grpSpPr>
          <a:xfrm>
            <a:off x="7384957" y="747240"/>
            <a:ext cx="2325596" cy="1832347"/>
            <a:chOff x="321580" y="1316090"/>
            <a:chExt cx="1776224" cy="1399494"/>
          </a:xfrm>
        </p:grpSpPr>
        <p:sp>
          <p:nvSpPr>
            <p:cNvPr id="214" name="Rectangle 213">
              <a:extLst>
                <a:ext uri="{FF2B5EF4-FFF2-40B4-BE49-F238E27FC236}">
                  <a16:creationId xmlns:a16="http://schemas.microsoft.com/office/drawing/2014/main" id="{C0C77131-5AB4-4F13-A30C-6BB1B3200A48}"/>
                </a:ext>
              </a:extLst>
            </p:cNvPr>
            <p:cNvSpPr/>
            <p:nvPr/>
          </p:nvSpPr>
          <p:spPr>
            <a:xfrm rot="5400000">
              <a:off x="509945"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15" name="Straight Arrow Connector 214">
              <a:extLst>
                <a:ext uri="{FF2B5EF4-FFF2-40B4-BE49-F238E27FC236}">
                  <a16:creationId xmlns:a16="http://schemas.microsoft.com/office/drawing/2014/main" id="{8E281038-E96E-491B-8204-4E19E55989E1}"/>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6" name="Straight Arrow Connector 215">
              <a:extLst>
                <a:ext uri="{FF2B5EF4-FFF2-40B4-BE49-F238E27FC236}">
                  <a16:creationId xmlns:a16="http://schemas.microsoft.com/office/drawing/2014/main" id="{4E45AA5B-C60D-49E6-86C4-E1401994E18D}"/>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7" name="Straight Arrow Connector 216">
              <a:extLst>
                <a:ext uri="{FF2B5EF4-FFF2-40B4-BE49-F238E27FC236}">
                  <a16:creationId xmlns:a16="http://schemas.microsoft.com/office/drawing/2014/main" id="{A2F57384-A8EC-4598-ADAD-F96D9D69CFE2}"/>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8" name="Straight Arrow Connector 217">
              <a:extLst>
                <a:ext uri="{FF2B5EF4-FFF2-40B4-BE49-F238E27FC236}">
                  <a16:creationId xmlns:a16="http://schemas.microsoft.com/office/drawing/2014/main" id="{8D6230D9-0781-4424-97B2-69236B2BCB80}"/>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6" name="Group 205">
            <a:extLst>
              <a:ext uri="{FF2B5EF4-FFF2-40B4-BE49-F238E27FC236}">
                <a16:creationId xmlns:a16="http://schemas.microsoft.com/office/drawing/2014/main" id="{AD6B3106-B749-467C-B87B-D650AEA914DF}"/>
              </a:ext>
            </a:extLst>
          </p:cNvPr>
          <p:cNvGrpSpPr/>
          <p:nvPr/>
        </p:nvGrpSpPr>
        <p:grpSpPr>
          <a:xfrm>
            <a:off x="7384957" y="2579587"/>
            <a:ext cx="2325596" cy="1832347"/>
            <a:chOff x="321856" y="1316090"/>
            <a:chExt cx="1776224" cy="1399494"/>
          </a:xfrm>
        </p:grpSpPr>
        <p:sp>
          <p:nvSpPr>
            <p:cNvPr id="207" name="Rectangle 206">
              <a:extLst>
                <a:ext uri="{FF2B5EF4-FFF2-40B4-BE49-F238E27FC236}">
                  <a16:creationId xmlns:a16="http://schemas.microsoft.com/office/drawing/2014/main" id="{1678FADC-7F3B-49A6-98C4-4D3548E84F43}"/>
                </a:ext>
              </a:extLst>
            </p:cNvPr>
            <p:cNvSpPr/>
            <p:nvPr/>
          </p:nvSpPr>
          <p:spPr>
            <a:xfrm rot="5400000">
              <a:off x="51022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08" name="Straight Arrow Connector 207">
              <a:extLst>
                <a:ext uri="{FF2B5EF4-FFF2-40B4-BE49-F238E27FC236}">
                  <a16:creationId xmlns:a16="http://schemas.microsoft.com/office/drawing/2014/main" id="{A3E4A723-5F98-4CEF-A925-7E3485761F07}"/>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9" name="Straight Arrow Connector 208">
              <a:extLst>
                <a:ext uri="{FF2B5EF4-FFF2-40B4-BE49-F238E27FC236}">
                  <a16:creationId xmlns:a16="http://schemas.microsoft.com/office/drawing/2014/main" id="{8AA12322-40C1-47F9-B7BE-3EF5FE9A6E1E}"/>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0" name="Straight Arrow Connector 209">
              <a:extLst>
                <a:ext uri="{FF2B5EF4-FFF2-40B4-BE49-F238E27FC236}">
                  <a16:creationId xmlns:a16="http://schemas.microsoft.com/office/drawing/2014/main" id="{E1F6A8F7-5BE2-44A3-8E5A-1DD4BA75493E}"/>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1" name="Straight Arrow Connector 210">
              <a:extLst>
                <a:ext uri="{FF2B5EF4-FFF2-40B4-BE49-F238E27FC236}">
                  <a16:creationId xmlns:a16="http://schemas.microsoft.com/office/drawing/2014/main" id="{AADCD4C8-FCC5-46BF-BF1A-B6D6AC5E7A25}"/>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2" name="Straight Arrow Connector 211">
              <a:extLst>
                <a:ext uri="{FF2B5EF4-FFF2-40B4-BE49-F238E27FC236}">
                  <a16:creationId xmlns:a16="http://schemas.microsoft.com/office/drawing/2014/main" id="{27243F2A-86A6-4D95-92FB-ACB943D6E06E}"/>
                </a:ext>
              </a:extLst>
            </p:cNvPr>
            <p:cNvCxnSpPr>
              <a:cxnSpLocks/>
            </p:cNvCxnSpPr>
            <p:nvPr/>
          </p:nvCxnSpPr>
          <p:spPr>
            <a:xfrm rot="13140000" flipV="1">
              <a:off x="893207" y="203998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3" name="Straight Arrow Connector 212">
              <a:extLst>
                <a:ext uri="{FF2B5EF4-FFF2-40B4-BE49-F238E27FC236}">
                  <a16:creationId xmlns:a16="http://schemas.microsoft.com/office/drawing/2014/main" id="{FAD53B5E-A0E7-4F09-898F-0218D9DD5014}"/>
                </a:ext>
              </a:extLst>
            </p:cNvPr>
            <p:cNvCxnSpPr>
              <a:cxnSpLocks/>
            </p:cNvCxnSpPr>
            <p:nvPr/>
          </p:nvCxnSpPr>
          <p:spPr>
            <a:xfrm rot="2340000" flipV="1">
              <a:off x="987275" y="19408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cxnSp>
        <p:nvCxnSpPr>
          <p:cNvPr id="270" name="Straight Connector 269">
            <a:extLst>
              <a:ext uri="{FF2B5EF4-FFF2-40B4-BE49-F238E27FC236}">
                <a16:creationId xmlns:a16="http://schemas.microsoft.com/office/drawing/2014/main" id="{4334DD71-E463-478A-ABA7-9A5AFA94D68C}"/>
              </a:ext>
            </a:extLst>
          </p:cNvPr>
          <p:cNvCxnSpPr/>
          <p:nvPr/>
        </p:nvCxnSpPr>
        <p:spPr>
          <a:xfrm>
            <a:off x="7380448" y="2579587"/>
            <a:ext cx="2325596" cy="1832347"/>
          </a:xfrm>
          <a:prstGeom prst="line">
            <a:avLst/>
          </a:prstGeom>
          <a:ln w="19050"/>
        </p:spPr>
        <p:style>
          <a:lnRef idx="1">
            <a:schemeClr val="dk1"/>
          </a:lnRef>
          <a:fillRef idx="0">
            <a:schemeClr val="dk1"/>
          </a:fillRef>
          <a:effectRef idx="0">
            <a:schemeClr val="dk1"/>
          </a:effectRef>
          <a:fontRef idx="minor">
            <a:schemeClr val="tx1"/>
          </a:fontRef>
        </p:style>
      </p:cxnSp>
      <p:cxnSp>
        <p:nvCxnSpPr>
          <p:cNvPr id="271" name="Straight Connector 270">
            <a:extLst>
              <a:ext uri="{FF2B5EF4-FFF2-40B4-BE49-F238E27FC236}">
                <a16:creationId xmlns:a16="http://schemas.microsoft.com/office/drawing/2014/main" id="{FF2FCAAA-7996-4B03-8DD5-8487CFC4BDF1}"/>
              </a:ext>
            </a:extLst>
          </p:cNvPr>
          <p:cNvCxnSpPr/>
          <p:nvPr/>
        </p:nvCxnSpPr>
        <p:spPr>
          <a:xfrm flipH="1">
            <a:off x="7380086" y="747240"/>
            <a:ext cx="2325596" cy="1832347"/>
          </a:xfrm>
          <a:prstGeom prst="line">
            <a:avLst/>
          </a:prstGeom>
          <a:ln w="19050"/>
        </p:spPr>
        <p:style>
          <a:lnRef idx="1">
            <a:schemeClr val="dk1"/>
          </a:lnRef>
          <a:fillRef idx="0">
            <a:schemeClr val="dk1"/>
          </a:fillRef>
          <a:effectRef idx="0">
            <a:schemeClr val="dk1"/>
          </a:effectRef>
          <a:fontRef idx="minor">
            <a:schemeClr val="tx1"/>
          </a:fontRef>
        </p:style>
      </p:cxnSp>
      <p:cxnSp>
        <p:nvCxnSpPr>
          <p:cNvPr id="272" name="Straight Connector 271">
            <a:extLst>
              <a:ext uri="{FF2B5EF4-FFF2-40B4-BE49-F238E27FC236}">
                <a16:creationId xmlns:a16="http://schemas.microsoft.com/office/drawing/2014/main" id="{45518EAD-433B-4D30-86D2-970AA7C8987B}"/>
              </a:ext>
            </a:extLst>
          </p:cNvPr>
          <p:cNvCxnSpPr>
            <a:cxnSpLocks/>
          </p:cNvCxnSpPr>
          <p:nvPr/>
        </p:nvCxnSpPr>
        <p:spPr>
          <a:xfrm>
            <a:off x="417944" y="2579587"/>
            <a:ext cx="928773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805DF446-5EFD-464C-A447-01430AB10EF8}"/>
              </a:ext>
            </a:extLst>
          </p:cNvPr>
          <p:cNvCxnSpPr/>
          <p:nvPr/>
        </p:nvCxnSpPr>
        <p:spPr>
          <a:xfrm>
            <a:off x="5055934" y="2579587"/>
            <a:ext cx="0" cy="3664694"/>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cxnSp>
        <p:nvCxnSpPr>
          <p:cNvPr id="275" name="Straight Connector 274">
            <a:extLst>
              <a:ext uri="{FF2B5EF4-FFF2-40B4-BE49-F238E27FC236}">
                <a16:creationId xmlns:a16="http://schemas.microsoft.com/office/drawing/2014/main" id="{3074EE5F-DA69-449F-A09A-8107C8B3EFCA}"/>
              </a:ext>
            </a:extLst>
          </p:cNvPr>
          <p:cNvCxnSpPr/>
          <p:nvPr/>
        </p:nvCxnSpPr>
        <p:spPr>
          <a:xfrm flipH="1">
            <a:off x="7380086" y="747240"/>
            <a:ext cx="2325596" cy="1832347"/>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cxnSp>
        <p:nvCxnSpPr>
          <p:cNvPr id="276" name="Straight Connector 275">
            <a:extLst>
              <a:ext uri="{FF2B5EF4-FFF2-40B4-BE49-F238E27FC236}">
                <a16:creationId xmlns:a16="http://schemas.microsoft.com/office/drawing/2014/main" id="{E1E30BB6-810A-49DF-80A7-7D3519084021}"/>
              </a:ext>
            </a:extLst>
          </p:cNvPr>
          <p:cNvCxnSpPr/>
          <p:nvPr/>
        </p:nvCxnSpPr>
        <p:spPr>
          <a:xfrm>
            <a:off x="7380086" y="2579587"/>
            <a:ext cx="2325596" cy="183234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DC5DD4E9-1578-4D03-A242-CCD59A8C804C}"/>
              </a:ext>
            </a:extLst>
          </p:cNvPr>
          <p:cNvCxnSpPr/>
          <p:nvPr/>
        </p:nvCxnSpPr>
        <p:spPr>
          <a:xfrm>
            <a:off x="7384559" y="747240"/>
            <a:ext cx="0" cy="3664694"/>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sp>
        <p:nvSpPr>
          <p:cNvPr id="280" name="TextBox 279">
            <a:extLst>
              <a:ext uri="{FF2B5EF4-FFF2-40B4-BE49-F238E27FC236}">
                <a16:creationId xmlns:a16="http://schemas.microsoft.com/office/drawing/2014/main" id="{E73D811B-024E-4CDD-8659-4701A5DF443C}"/>
              </a:ext>
            </a:extLst>
          </p:cNvPr>
          <p:cNvSpPr txBox="1"/>
          <p:nvPr/>
        </p:nvSpPr>
        <p:spPr>
          <a:xfrm>
            <a:off x="5020131" y="5668173"/>
            <a:ext cx="394995" cy="483564"/>
          </a:xfrm>
          <a:prstGeom prst="rect">
            <a:avLst/>
          </a:prstGeom>
          <a:noFill/>
        </p:spPr>
        <p:txBody>
          <a:bodyPr wrap="none" rtlCol="0">
            <a:spAutoFit/>
          </a:bodyPr>
          <a:lstStyle/>
          <a:p>
            <a:r>
              <a:rPr lang="en-US" dirty="0">
                <a:solidFill>
                  <a:srgbClr val="FF0000"/>
                </a:solidFill>
              </a:rPr>
              <a:t>3</a:t>
            </a:r>
          </a:p>
        </p:txBody>
      </p:sp>
      <p:sp>
        <p:nvSpPr>
          <p:cNvPr id="281" name="TextBox 280">
            <a:extLst>
              <a:ext uri="{FF2B5EF4-FFF2-40B4-BE49-F238E27FC236}">
                <a16:creationId xmlns:a16="http://schemas.microsoft.com/office/drawing/2014/main" id="{74B820F3-51AC-4AAD-BC88-64F143A8EC01}"/>
              </a:ext>
            </a:extLst>
          </p:cNvPr>
          <p:cNvSpPr txBox="1"/>
          <p:nvPr/>
        </p:nvSpPr>
        <p:spPr>
          <a:xfrm>
            <a:off x="7346733" y="3842105"/>
            <a:ext cx="394995" cy="483564"/>
          </a:xfrm>
          <a:prstGeom prst="rect">
            <a:avLst/>
          </a:prstGeom>
          <a:noFill/>
        </p:spPr>
        <p:txBody>
          <a:bodyPr wrap="none" rtlCol="0">
            <a:spAutoFit/>
          </a:bodyPr>
          <a:lstStyle/>
          <a:p>
            <a:r>
              <a:rPr lang="en-US" dirty="0">
                <a:solidFill>
                  <a:srgbClr val="FF0000"/>
                </a:solidFill>
              </a:rPr>
              <a:t>4</a:t>
            </a:r>
          </a:p>
        </p:txBody>
      </p:sp>
      <p:sp>
        <p:nvSpPr>
          <p:cNvPr id="282" name="TextBox 281">
            <a:extLst>
              <a:ext uri="{FF2B5EF4-FFF2-40B4-BE49-F238E27FC236}">
                <a16:creationId xmlns:a16="http://schemas.microsoft.com/office/drawing/2014/main" id="{D3BFCE09-DD58-454C-BED7-2E81C8A13C72}"/>
              </a:ext>
            </a:extLst>
          </p:cNvPr>
          <p:cNvSpPr txBox="1"/>
          <p:nvPr/>
        </p:nvSpPr>
        <p:spPr>
          <a:xfrm>
            <a:off x="7321065" y="909096"/>
            <a:ext cx="394995" cy="483564"/>
          </a:xfrm>
          <a:prstGeom prst="rect">
            <a:avLst/>
          </a:prstGeom>
          <a:noFill/>
        </p:spPr>
        <p:txBody>
          <a:bodyPr wrap="none" rtlCol="0">
            <a:spAutoFit/>
          </a:bodyPr>
          <a:lstStyle/>
          <a:p>
            <a:r>
              <a:rPr lang="en-US" dirty="0">
                <a:solidFill>
                  <a:srgbClr val="FF0000"/>
                </a:solidFill>
              </a:rPr>
              <a:t>5</a:t>
            </a:r>
          </a:p>
        </p:txBody>
      </p:sp>
      <p:sp>
        <p:nvSpPr>
          <p:cNvPr id="283" name="TextBox 282">
            <a:extLst>
              <a:ext uri="{FF2B5EF4-FFF2-40B4-BE49-F238E27FC236}">
                <a16:creationId xmlns:a16="http://schemas.microsoft.com/office/drawing/2014/main" id="{33FF4290-4CB2-4C7E-BA83-11D028A3ADD9}"/>
              </a:ext>
            </a:extLst>
          </p:cNvPr>
          <p:cNvSpPr txBox="1"/>
          <p:nvPr/>
        </p:nvSpPr>
        <p:spPr>
          <a:xfrm>
            <a:off x="5287449" y="2255654"/>
            <a:ext cx="394995" cy="483564"/>
          </a:xfrm>
          <a:prstGeom prst="rect">
            <a:avLst/>
          </a:prstGeom>
          <a:noFill/>
        </p:spPr>
        <p:txBody>
          <a:bodyPr wrap="none" rtlCol="0">
            <a:spAutoFit/>
          </a:bodyPr>
          <a:lstStyle/>
          <a:p>
            <a:r>
              <a:rPr lang="en-US" dirty="0">
                <a:solidFill>
                  <a:srgbClr val="FF0000"/>
                </a:solidFill>
              </a:rPr>
              <a:t>6</a:t>
            </a:r>
          </a:p>
        </p:txBody>
      </p:sp>
      <p:sp>
        <p:nvSpPr>
          <p:cNvPr id="284" name="TextBox 283">
            <a:extLst>
              <a:ext uri="{FF2B5EF4-FFF2-40B4-BE49-F238E27FC236}">
                <a16:creationId xmlns:a16="http://schemas.microsoft.com/office/drawing/2014/main" id="{A4563EBC-A27F-435D-A67C-C6215A6B5704}"/>
              </a:ext>
            </a:extLst>
          </p:cNvPr>
          <p:cNvSpPr txBox="1"/>
          <p:nvPr/>
        </p:nvSpPr>
        <p:spPr>
          <a:xfrm>
            <a:off x="4790371" y="3773299"/>
            <a:ext cx="394995" cy="483564"/>
          </a:xfrm>
          <a:prstGeom prst="rect">
            <a:avLst/>
          </a:prstGeom>
          <a:noFill/>
        </p:spPr>
        <p:txBody>
          <a:bodyPr wrap="none" rtlCol="0">
            <a:spAutoFit/>
          </a:bodyPr>
          <a:lstStyle/>
          <a:p>
            <a:r>
              <a:rPr lang="en-US" dirty="0">
                <a:solidFill>
                  <a:srgbClr val="FF0000"/>
                </a:solidFill>
              </a:rPr>
              <a:t>7</a:t>
            </a:r>
          </a:p>
        </p:txBody>
      </p:sp>
      <p:sp>
        <p:nvSpPr>
          <p:cNvPr id="285" name="TextBox 284">
            <a:extLst>
              <a:ext uri="{FF2B5EF4-FFF2-40B4-BE49-F238E27FC236}">
                <a16:creationId xmlns:a16="http://schemas.microsoft.com/office/drawing/2014/main" id="{EAD0A7C8-2C2D-4CE8-8030-9DED47ADBDED}"/>
              </a:ext>
            </a:extLst>
          </p:cNvPr>
          <p:cNvSpPr txBox="1"/>
          <p:nvPr/>
        </p:nvSpPr>
        <p:spPr>
          <a:xfrm>
            <a:off x="2456947" y="3867417"/>
            <a:ext cx="394995" cy="483564"/>
          </a:xfrm>
          <a:prstGeom prst="rect">
            <a:avLst/>
          </a:prstGeom>
          <a:noFill/>
        </p:spPr>
        <p:txBody>
          <a:bodyPr wrap="none" rtlCol="0">
            <a:spAutoFit/>
          </a:bodyPr>
          <a:lstStyle/>
          <a:p>
            <a:r>
              <a:rPr lang="en-US" dirty="0">
                <a:solidFill>
                  <a:srgbClr val="FF0000"/>
                </a:solidFill>
              </a:rPr>
              <a:t>8</a:t>
            </a:r>
          </a:p>
        </p:txBody>
      </p:sp>
      <p:sp>
        <p:nvSpPr>
          <p:cNvPr id="286" name="TextBox 285">
            <a:extLst>
              <a:ext uri="{FF2B5EF4-FFF2-40B4-BE49-F238E27FC236}">
                <a16:creationId xmlns:a16="http://schemas.microsoft.com/office/drawing/2014/main" id="{0BE3AE39-106D-4A43-B3D1-FDC608F90FF7}"/>
              </a:ext>
            </a:extLst>
          </p:cNvPr>
          <p:cNvSpPr txBox="1"/>
          <p:nvPr/>
        </p:nvSpPr>
        <p:spPr>
          <a:xfrm>
            <a:off x="2091500" y="2240703"/>
            <a:ext cx="394995" cy="483564"/>
          </a:xfrm>
          <a:prstGeom prst="rect">
            <a:avLst/>
          </a:prstGeom>
          <a:noFill/>
        </p:spPr>
        <p:txBody>
          <a:bodyPr wrap="none" rtlCol="0">
            <a:spAutoFit/>
          </a:bodyPr>
          <a:lstStyle/>
          <a:p>
            <a:r>
              <a:rPr lang="en-US" dirty="0">
                <a:solidFill>
                  <a:srgbClr val="FF0000"/>
                </a:solidFill>
              </a:rPr>
              <a:t>9</a:t>
            </a:r>
          </a:p>
        </p:txBody>
      </p:sp>
      <p:sp>
        <p:nvSpPr>
          <p:cNvPr id="287" name="TextBox 286">
            <a:extLst>
              <a:ext uri="{FF2B5EF4-FFF2-40B4-BE49-F238E27FC236}">
                <a16:creationId xmlns:a16="http://schemas.microsoft.com/office/drawing/2014/main" id="{2335C42D-1307-43A0-9C41-D2DCA3DD9390}"/>
              </a:ext>
            </a:extLst>
          </p:cNvPr>
          <p:cNvSpPr txBox="1"/>
          <p:nvPr/>
        </p:nvSpPr>
        <p:spPr>
          <a:xfrm>
            <a:off x="8960016" y="2189815"/>
            <a:ext cx="548206" cy="483564"/>
          </a:xfrm>
          <a:prstGeom prst="rect">
            <a:avLst/>
          </a:prstGeom>
          <a:noFill/>
        </p:spPr>
        <p:txBody>
          <a:bodyPr wrap="none" rtlCol="0">
            <a:spAutoFit/>
          </a:bodyPr>
          <a:lstStyle/>
          <a:p>
            <a:r>
              <a:rPr lang="en-US" dirty="0">
                <a:solidFill>
                  <a:srgbClr val="FF0000"/>
                </a:solidFill>
              </a:rPr>
              <a:t>10</a:t>
            </a:r>
          </a:p>
        </p:txBody>
      </p:sp>
      <p:sp>
        <p:nvSpPr>
          <p:cNvPr id="288" name="TextBox 287">
            <a:extLst>
              <a:ext uri="{FF2B5EF4-FFF2-40B4-BE49-F238E27FC236}">
                <a16:creationId xmlns:a16="http://schemas.microsoft.com/office/drawing/2014/main" id="{B0127BF5-9E71-434E-BFEA-92B1F11F419B}"/>
              </a:ext>
            </a:extLst>
          </p:cNvPr>
          <p:cNvSpPr txBox="1"/>
          <p:nvPr/>
        </p:nvSpPr>
        <p:spPr>
          <a:xfrm>
            <a:off x="8611110" y="3100248"/>
            <a:ext cx="548206" cy="483564"/>
          </a:xfrm>
          <a:prstGeom prst="rect">
            <a:avLst/>
          </a:prstGeom>
          <a:noFill/>
        </p:spPr>
        <p:txBody>
          <a:bodyPr wrap="none" rtlCol="0">
            <a:spAutoFit/>
          </a:bodyPr>
          <a:lstStyle/>
          <a:p>
            <a:r>
              <a:rPr lang="en-US" dirty="0">
                <a:solidFill>
                  <a:srgbClr val="FF0000"/>
                </a:solidFill>
              </a:rPr>
              <a:t>11</a:t>
            </a:r>
          </a:p>
        </p:txBody>
      </p:sp>
      <p:sp>
        <p:nvSpPr>
          <p:cNvPr id="289" name="TextBox 288">
            <a:extLst>
              <a:ext uri="{FF2B5EF4-FFF2-40B4-BE49-F238E27FC236}">
                <a16:creationId xmlns:a16="http://schemas.microsoft.com/office/drawing/2014/main" id="{24581527-E833-4F7A-B3EE-3288FAB5F615}"/>
              </a:ext>
            </a:extLst>
          </p:cNvPr>
          <p:cNvSpPr txBox="1"/>
          <p:nvPr/>
        </p:nvSpPr>
        <p:spPr>
          <a:xfrm>
            <a:off x="8681350" y="856910"/>
            <a:ext cx="548206" cy="483564"/>
          </a:xfrm>
          <a:prstGeom prst="rect">
            <a:avLst/>
          </a:prstGeom>
          <a:noFill/>
        </p:spPr>
        <p:txBody>
          <a:bodyPr wrap="none" rtlCol="0">
            <a:spAutoFit/>
          </a:bodyPr>
          <a:lstStyle/>
          <a:p>
            <a:r>
              <a:rPr lang="en-US" dirty="0">
                <a:solidFill>
                  <a:srgbClr val="FF0000"/>
                </a:solidFill>
              </a:rPr>
              <a:t>12</a:t>
            </a:r>
          </a:p>
        </p:txBody>
      </p:sp>
      <p:cxnSp>
        <p:nvCxnSpPr>
          <p:cNvPr id="290" name="Straight Arrow Connector 289">
            <a:extLst>
              <a:ext uri="{FF2B5EF4-FFF2-40B4-BE49-F238E27FC236}">
                <a16:creationId xmlns:a16="http://schemas.microsoft.com/office/drawing/2014/main" id="{55C17A50-C856-4DEA-A8D4-C1B4076FDFD0}"/>
              </a:ext>
            </a:extLst>
          </p:cNvPr>
          <p:cNvCxnSpPr>
            <a:cxnSpLocks/>
          </p:cNvCxnSpPr>
          <p:nvPr/>
        </p:nvCxnSpPr>
        <p:spPr>
          <a:xfrm rot="8460000" flipV="1">
            <a:off x="8143190" y="1861000"/>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1" name="Straight Arrow Connector 290">
            <a:extLst>
              <a:ext uri="{FF2B5EF4-FFF2-40B4-BE49-F238E27FC236}">
                <a16:creationId xmlns:a16="http://schemas.microsoft.com/office/drawing/2014/main" id="{C66BA0EC-7817-4849-B3EA-67F8BC789B5F}"/>
              </a:ext>
            </a:extLst>
          </p:cNvPr>
          <p:cNvCxnSpPr>
            <a:cxnSpLocks/>
          </p:cNvCxnSpPr>
          <p:nvPr/>
        </p:nvCxnSpPr>
        <p:spPr>
          <a:xfrm rot="19260000" flipV="1">
            <a:off x="8024502" y="1723935"/>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3" name="Oval 292">
            <a:extLst>
              <a:ext uri="{FF2B5EF4-FFF2-40B4-BE49-F238E27FC236}">
                <a16:creationId xmlns:a16="http://schemas.microsoft.com/office/drawing/2014/main" id="{0D654E35-13F6-4427-8485-0D92293A1AB4}"/>
              </a:ext>
            </a:extLst>
          </p:cNvPr>
          <p:cNvSpPr/>
          <p:nvPr/>
        </p:nvSpPr>
        <p:spPr>
          <a:xfrm>
            <a:off x="229402" y="605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294" name="Oval 293">
            <a:extLst>
              <a:ext uri="{FF2B5EF4-FFF2-40B4-BE49-F238E27FC236}">
                <a16:creationId xmlns:a16="http://schemas.microsoft.com/office/drawing/2014/main" id="{607B11A5-EAE0-49A3-AADF-8535D706D5E2}"/>
              </a:ext>
            </a:extLst>
          </p:cNvPr>
          <p:cNvSpPr/>
          <p:nvPr/>
        </p:nvSpPr>
        <p:spPr>
          <a:xfrm>
            <a:off x="2565414" y="606741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295" name="Oval 294">
            <a:extLst>
              <a:ext uri="{FF2B5EF4-FFF2-40B4-BE49-F238E27FC236}">
                <a16:creationId xmlns:a16="http://schemas.microsoft.com/office/drawing/2014/main" id="{E997ED73-D3C0-41B5-A7D6-45EBCAE17432}"/>
              </a:ext>
            </a:extLst>
          </p:cNvPr>
          <p:cNvSpPr/>
          <p:nvPr/>
        </p:nvSpPr>
        <p:spPr>
          <a:xfrm>
            <a:off x="4885751" y="6071259"/>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C</a:t>
            </a:r>
            <a:endParaRPr lang="en-US" dirty="0"/>
          </a:p>
        </p:txBody>
      </p:sp>
      <p:sp>
        <p:nvSpPr>
          <p:cNvPr id="296" name="Oval 295">
            <a:extLst>
              <a:ext uri="{FF2B5EF4-FFF2-40B4-BE49-F238E27FC236}">
                <a16:creationId xmlns:a16="http://schemas.microsoft.com/office/drawing/2014/main" id="{E97EB18D-FAEC-405D-BFD1-C5F02588E5A4}"/>
              </a:ext>
            </a:extLst>
          </p:cNvPr>
          <p:cNvSpPr/>
          <p:nvPr/>
        </p:nvSpPr>
        <p:spPr>
          <a:xfrm>
            <a:off x="7205470" y="605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297" name="Oval 296">
            <a:extLst>
              <a:ext uri="{FF2B5EF4-FFF2-40B4-BE49-F238E27FC236}">
                <a16:creationId xmlns:a16="http://schemas.microsoft.com/office/drawing/2014/main" id="{70D668ED-BDF2-4917-86BC-B9E90DF3DFD0}"/>
              </a:ext>
            </a:extLst>
          </p:cNvPr>
          <p:cNvSpPr/>
          <p:nvPr/>
        </p:nvSpPr>
        <p:spPr>
          <a:xfrm>
            <a:off x="227183" y="4235873"/>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sp>
        <p:nvSpPr>
          <p:cNvPr id="299" name="Oval 298">
            <a:extLst>
              <a:ext uri="{FF2B5EF4-FFF2-40B4-BE49-F238E27FC236}">
                <a16:creationId xmlns:a16="http://schemas.microsoft.com/office/drawing/2014/main" id="{6490FEBE-9AB0-4AD8-AE43-8E33920E4F89}"/>
              </a:ext>
            </a:extLst>
          </p:cNvPr>
          <p:cNvSpPr/>
          <p:nvPr/>
        </p:nvSpPr>
        <p:spPr>
          <a:xfrm>
            <a:off x="4883176" y="423094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G</a:t>
            </a:r>
            <a:endParaRPr lang="en-US" dirty="0"/>
          </a:p>
        </p:txBody>
      </p:sp>
      <p:sp>
        <p:nvSpPr>
          <p:cNvPr id="300" name="Oval 299">
            <a:extLst>
              <a:ext uri="{FF2B5EF4-FFF2-40B4-BE49-F238E27FC236}">
                <a16:creationId xmlns:a16="http://schemas.microsoft.com/office/drawing/2014/main" id="{F1D59075-0218-4F2D-8875-3BBF8730CCB5}"/>
              </a:ext>
            </a:extLst>
          </p:cNvPr>
          <p:cNvSpPr/>
          <p:nvPr/>
        </p:nvSpPr>
        <p:spPr>
          <a:xfrm>
            <a:off x="7216442" y="4229164"/>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H</a:t>
            </a:r>
            <a:endParaRPr lang="en-US" dirty="0"/>
          </a:p>
        </p:txBody>
      </p:sp>
      <p:sp>
        <p:nvSpPr>
          <p:cNvPr id="301" name="Oval 300">
            <a:extLst>
              <a:ext uri="{FF2B5EF4-FFF2-40B4-BE49-F238E27FC236}">
                <a16:creationId xmlns:a16="http://schemas.microsoft.com/office/drawing/2014/main" id="{BD03B9AE-6261-492E-8508-FA9AE486F270}"/>
              </a:ext>
            </a:extLst>
          </p:cNvPr>
          <p:cNvSpPr/>
          <p:nvPr/>
        </p:nvSpPr>
        <p:spPr>
          <a:xfrm>
            <a:off x="9532893" y="4238364"/>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I</a:t>
            </a:r>
            <a:endParaRPr lang="en-US" dirty="0"/>
          </a:p>
        </p:txBody>
      </p:sp>
      <p:sp>
        <p:nvSpPr>
          <p:cNvPr id="302" name="Oval 301">
            <a:extLst>
              <a:ext uri="{FF2B5EF4-FFF2-40B4-BE49-F238E27FC236}">
                <a16:creationId xmlns:a16="http://schemas.microsoft.com/office/drawing/2014/main" id="{8219E6CA-0701-46C4-9495-F0DAC3BE6D5C}"/>
              </a:ext>
            </a:extLst>
          </p:cNvPr>
          <p:cNvSpPr/>
          <p:nvPr/>
        </p:nvSpPr>
        <p:spPr>
          <a:xfrm>
            <a:off x="227183" y="2410794"/>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J</a:t>
            </a:r>
            <a:endParaRPr lang="en-US" dirty="0"/>
          </a:p>
        </p:txBody>
      </p:sp>
      <p:sp>
        <p:nvSpPr>
          <p:cNvPr id="305" name="Oval 304">
            <a:extLst>
              <a:ext uri="{FF2B5EF4-FFF2-40B4-BE49-F238E27FC236}">
                <a16:creationId xmlns:a16="http://schemas.microsoft.com/office/drawing/2014/main" id="{4A8BBCCD-B5BF-48DD-8126-A474AB04C35A}"/>
              </a:ext>
            </a:extLst>
          </p:cNvPr>
          <p:cNvSpPr/>
          <p:nvPr/>
        </p:nvSpPr>
        <p:spPr>
          <a:xfrm>
            <a:off x="7216442" y="2404085"/>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M</a:t>
            </a:r>
            <a:endParaRPr lang="en-US" dirty="0"/>
          </a:p>
        </p:txBody>
      </p:sp>
      <p:sp>
        <p:nvSpPr>
          <p:cNvPr id="306" name="Oval 305">
            <a:extLst>
              <a:ext uri="{FF2B5EF4-FFF2-40B4-BE49-F238E27FC236}">
                <a16:creationId xmlns:a16="http://schemas.microsoft.com/office/drawing/2014/main" id="{91BE7614-ABEE-4C51-A742-71FFD52B95A5}"/>
              </a:ext>
            </a:extLst>
          </p:cNvPr>
          <p:cNvSpPr/>
          <p:nvPr/>
        </p:nvSpPr>
        <p:spPr>
          <a:xfrm>
            <a:off x="9532893" y="2413285"/>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N</a:t>
            </a:r>
            <a:endParaRPr lang="en-US" dirty="0"/>
          </a:p>
        </p:txBody>
      </p:sp>
      <p:sp>
        <p:nvSpPr>
          <p:cNvPr id="307" name="Oval 306">
            <a:extLst>
              <a:ext uri="{FF2B5EF4-FFF2-40B4-BE49-F238E27FC236}">
                <a16:creationId xmlns:a16="http://schemas.microsoft.com/office/drawing/2014/main" id="{263F7E91-7613-4A0A-BF02-B5093EA16EE5}"/>
              </a:ext>
            </a:extLst>
          </p:cNvPr>
          <p:cNvSpPr/>
          <p:nvPr/>
        </p:nvSpPr>
        <p:spPr>
          <a:xfrm>
            <a:off x="227183" y="577930"/>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P</a:t>
            </a:r>
            <a:endParaRPr lang="en-US" dirty="0"/>
          </a:p>
        </p:txBody>
      </p:sp>
      <p:sp>
        <p:nvSpPr>
          <p:cNvPr id="309" name="Oval 308">
            <a:extLst>
              <a:ext uri="{FF2B5EF4-FFF2-40B4-BE49-F238E27FC236}">
                <a16:creationId xmlns:a16="http://schemas.microsoft.com/office/drawing/2014/main" id="{8EFD28D6-F8A2-4A21-97B7-E16C35904818}"/>
              </a:ext>
            </a:extLst>
          </p:cNvPr>
          <p:cNvSpPr/>
          <p:nvPr/>
        </p:nvSpPr>
        <p:spPr>
          <a:xfrm>
            <a:off x="4883176" y="572998"/>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R</a:t>
            </a:r>
            <a:endParaRPr lang="en-US" dirty="0"/>
          </a:p>
        </p:txBody>
      </p:sp>
      <p:sp>
        <p:nvSpPr>
          <p:cNvPr id="310" name="Oval 309">
            <a:extLst>
              <a:ext uri="{FF2B5EF4-FFF2-40B4-BE49-F238E27FC236}">
                <a16:creationId xmlns:a16="http://schemas.microsoft.com/office/drawing/2014/main" id="{C3D66646-F891-415E-9B93-C259E4A46E28}"/>
              </a:ext>
            </a:extLst>
          </p:cNvPr>
          <p:cNvSpPr/>
          <p:nvPr/>
        </p:nvSpPr>
        <p:spPr>
          <a:xfrm>
            <a:off x="7216442" y="5712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S</a:t>
            </a:r>
            <a:endParaRPr lang="en-US" dirty="0"/>
          </a:p>
        </p:txBody>
      </p:sp>
      <p:sp>
        <p:nvSpPr>
          <p:cNvPr id="311" name="Oval 310">
            <a:extLst>
              <a:ext uri="{FF2B5EF4-FFF2-40B4-BE49-F238E27FC236}">
                <a16:creationId xmlns:a16="http://schemas.microsoft.com/office/drawing/2014/main" id="{8E53C076-C635-4633-8B12-F48E65DBEDD5}"/>
              </a:ext>
            </a:extLst>
          </p:cNvPr>
          <p:cNvSpPr/>
          <p:nvPr/>
        </p:nvSpPr>
        <p:spPr>
          <a:xfrm>
            <a:off x="9532893" y="58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T</a:t>
            </a:r>
            <a:endParaRPr lang="en-US" dirty="0"/>
          </a:p>
        </p:txBody>
      </p:sp>
      <p:sp>
        <p:nvSpPr>
          <p:cNvPr id="121" name="TextBox 120">
            <a:extLst>
              <a:ext uri="{FF2B5EF4-FFF2-40B4-BE49-F238E27FC236}">
                <a16:creationId xmlns:a16="http://schemas.microsoft.com/office/drawing/2014/main" id="{F38C266C-0EEA-4DE5-9318-4D834978FAE0}"/>
              </a:ext>
            </a:extLst>
          </p:cNvPr>
          <p:cNvSpPr txBox="1"/>
          <p:nvPr/>
        </p:nvSpPr>
        <p:spPr>
          <a:xfrm>
            <a:off x="10156652" y="1683206"/>
            <a:ext cx="4378498" cy="923330"/>
          </a:xfrm>
          <a:prstGeom prst="rect">
            <a:avLst/>
          </a:prstGeom>
          <a:ln w="19050">
            <a:solidFill>
              <a:schemeClr val="tx1"/>
            </a:solidFill>
          </a:ln>
        </p:spPr>
        <p:style>
          <a:lnRef idx="1">
            <a:schemeClr val="accent1"/>
          </a:lnRef>
          <a:fillRef idx="3">
            <a:schemeClr val="accent1"/>
          </a:fillRef>
          <a:effectRef idx="2">
            <a:schemeClr val="accent1"/>
          </a:effectRef>
          <a:fontRef idx="minor">
            <a:schemeClr val="lt1"/>
          </a:fontRef>
        </p:style>
        <p:txBody>
          <a:bodyPr wrap="square">
            <a:spAutoFit/>
          </a:bodyPr>
          <a:lstStyle/>
          <a:p>
            <a:pPr algn="just"/>
            <a:r>
              <a:rPr lang="en-US" dirty="0">
                <a:latin typeface="Consolas" panose="020B0609020204030204" pitchFamily="49" charset="0"/>
              </a:rPr>
              <a:t>Edge 3:</a:t>
            </a:r>
          </a:p>
          <a:p>
            <a:pPr algn="just"/>
            <a:r>
              <a:rPr lang="en-US" dirty="0">
                <a:latin typeface="Consolas" panose="020B0609020204030204" pitchFamily="49" charset="0"/>
              </a:rPr>
              <a:t>G: Canonical and Internal.</a:t>
            </a:r>
          </a:p>
          <a:p>
            <a:pPr algn="just"/>
            <a:r>
              <a:rPr lang="en-US" dirty="0">
                <a:latin typeface="Consolas" panose="020B0609020204030204" pitchFamily="49" charset="0"/>
              </a:rPr>
              <a:t>C: Canonical and Border.</a:t>
            </a:r>
          </a:p>
        </p:txBody>
      </p:sp>
      <p:sp>
        <p:nvSpPr>
          <p:cNvPr id="117" name="Rectangle 116">
            <a:extLst>
              <a:ext uri="{FF2B5EF4-FFF2-40B4-BE49-F238E27FC236}">
                <a16:creationId xmlns:a16="http://schemas.microsoft.com/office/drawing/2014/main" id="{BB24C0C0-E59E-4211-B5CB-E3E0B2566CC5}"/>
              </a:ext>
            </a:extLst>
          </p:cNvPr>
          <p:cNvSpPr/>
          <p:nvPr/>
        </p:nvSpPr>
        <p:spPr>
          <a:xfrm>
            <a:off x="2399392" y="744946"/>
            <a:ext cx="949383" cy="1830707"/>
          </a:xfrm>
          <a:custGeom>
            <a:avLst/>
            <a:gdLst>
              <a:gd name="connsiteX0" fmla="*/ 0 w 115151"/>
              <a:gd name="connsiteY0" fmla="*/ 0 h 1833882"/>
              <a:gd name="connsiteX1" fmla="*/ 115151 w 115151"/>
              <a:gd name="connsiteY1" fmla="*/ 0 h 1833882"/>
              <a:gd name="connsiteX2" fmla="*/ 115151 w 115151"/>
              <a:gd name="connsiteY2" fmla="*/ 1833882 h 1833882"/>
              <a:gd name="connsiteX3" fmla="*/ 0 w 115151"/>
              <a:gd name="connsiteY3" fmla="*/ 1833882 h 1833882"/>
              <a:gd name="connsiteX4" fmla="*/ 0 w 115151"/>
              <a:gd name="connsiteY4" fmla="*/ 0 h 1833882"/>
              <a:gd name="connsiteX0" fmla="*/ 0 w 251676"/>
              <a:gd name="connsiteY0" fmla="*/ 0 h 1833882"/>
              <a:gd name="connsiteX1" fmla="*/ 251676 w 251676"/>
              <a:gd name="connsiteY1" fmla="*/ 0 h 1833882"/>
              <a:gd name="connsiteX2" fmla="*/ 115151 w 251676"/>
              <a:gd name="connsiteY2" fmla="*/ 1833882 h 1833882"/>
              <a:gd name="connsiteX3" fmla="*/ 0 w 251676"/>
              <a:gd name="connsiteY3" fmla="*/ 1833882 h 1833882"/>
              <a:gd name="connsiteX4" fmla="*/ 0 w 251676"/>
              <a:gd name="connsiteY4" fmla="*/ 0 h 1833882"/>
              <a:gd name="connsiteX0" fmla="*/ 0 w 442176"/>
              <a:gd name="connsiteY0" fmla="*/ 0 h 1833882"/>
              <a:gd name="connsiteX1" fmla="*/ 442176 w 442176"/>
              <a:gd name="connsiteY1" fmla="*/ 0 h 1833882"/>
              <a:gd name="connsiteX2" fmla="*/ 305651 w 442176"/>
              <a:gd name="connsiteY2" fmla="*/ 1833882 h 1833882"/>
              <a:gd name="connsiteX3" fmla="*/ 190500 w 442176"/>
              <a:gd name="connsiteY3" fmla="*/ 1833882 h 1833882"/>
              <a:gd name="connsiteX4" fmla="*/ 0 w 442176"/>
              <a:gd name="connsiteY4" fmla="*/ 0 h 1833882"/>
              <a:gd name="connsiteX0" fmla="*/ 0 w 527901"/>
              <a:gd name="connsiteY0" fmla="*/ 0 h 1837057"/>
              <a:gd name="connsiteX1" fmla="*/ 527901 w 527901"/>
              <a:gd name="connsiteY1" fmla="*/ 3175 h 1837057"/>
              <a:gd name="connsiteX2" fmla="*/ 391376 w 527901"/>
              <a:gd name="connsiteY2" fmla="*/ 1837057 h 1837057"/>
              <a:gd name="connsiteX3" fmla="*/ 276225 w 527901"/>
              <a:gd name="connsiteY3" fmla="*/ 1837057 h 1837057"/>
              <a:gd name="connsiteX4" fmla="*/ 0 w 527901"/>
              <a:gd name="connsiteY4" fmla="*/ 0 h 1837057"/>
              <a:gd name="connsiteX0" fmla="*/ 0 w 645376"/>
              <a:gd name="connsiteY0" fmla="*/ 3175 h 1840232"/>
              <a:gd name="connsiteX1" fmla="*/ 645376 w 645376"/>
              <a:gd name="connsiteY1" fmla="*/ 0 h 1840232"/>
              <a:gd name="connsiteX2" fmla="*/ 391376 w 645376"/>
              <a:gd name="connsiteY2" fmla="*/ 1840232 h 1840232"/>
              <a:gd name="connsiteX3" fmla="*/ 276225 w 645376"/>
              <a:gd name="connsiteY3" fmla="*/ 1840232 h 1840232"/>
              <a:gd name="connsiteX4" fmla="*/ 0 w 645376"/>
              <a:gd name="connsiteY4" fmla="*/ 3175 h 1840232"/>
              <a:gd name="connsiteX0" fmla="*/ 0 w 654901"/>
              <a:gd name="connsiteY0" fmla="*/ 0 h 1837057"/>
              <a:gd name="connsiteX1" fmla="*/ 654901 w 654901"/>
              <a:gd name="connsiteY1" fmla="*/ 3175 h 1837057"/>
              <a:gd name="connsiteX2" fmla="*/ 391376 w 654901"/>
              <a:gd name="connsiteY2" fmla="*/ 1837057 h 1837057"/>
              <a:gd name="connsiteX3" fmla="*/ 276225 w 654901"/>
              <a:gd name="connsiteY3" fmla="*/ 1837057 h 1837057"/>
              <a:gd name="connsiteX4" fmla="*/ 0 w 654901"/>
              <a:gd name="connsiteY4" fmla="*/ 0 h 1837057"/>
              <a:gd name="connsiteX0" fmla="*/ 0 w 658076"/>
              <a:gd name="connsiteY0" fmla="*/ 0 h 1833882"/>
              <a:gd name="connsiteX1" fmla="*/ 658076 w 658076"/>
              <a:gd name="connsiteY1" fmla="*/ 0 h 1833882"/>
              <a:gd name="connsiteX2" fmla="*/ 394551 w 658076"/>
              <a:gd name="connsiteY2" fmla="*/ 1833882 h 1833882"/>
              <a:gd name="connsiteX3" fmla="*/ 279400 w 658076"/>
              <a:gd name="connsiteY3" fmla="*/ 1833882 h 1833882"/>
              <a:gd name="connsiteX4" fmla="*/ 0 w 658076"/>
              <a:gd name="connsiteY4" fmla="*/ 0 h 1833882"/>
              <a:gd name="connsiteX0" fmla="*/ 0 w 832701"/>
              <a:gd name="connsiteY0" fmla="*/ 0 h 1833882"/>
              <a:gd name="connsiteX1" fmla="*/ 658076 w 832701"/>
              <a:gd name="connsiteY1" fmla="*/ 0 h 1833882"/>
              <a:gd name="connsiteX2" fmla="*/ 832701 w 832701"/>
              <a:gd name="connsiteY2" fmla="*/ 1459232 h 1833882"/>
              <a:gd name="connsiteX3" fmla="*/ 279400 w 832701"/>
              <a:gd name="connsiteY3" fmla="*/ 1833882 h 1833882"/>
              <a:gd name="connsiteX4" fmla="*/ 0 w 832701"/>
              <a:gd name="connsiteY4" fmla="*/ 0 h 1833882"/>
              <a:gd name="connsiteX0" fmla="*/ 0 w 832701"/>
              <a:gd name="connsiteY0" fmla="*/ 0 h 1814832"/>
              <a:gd name="connsiteX1" fmla="*/ 658076 w 832701"/>
              <a:gd name="connsiteY1" fmla="*/ 0 h 1814832"/>
              <a:gd name="connsiteX2" fmla="*/ 832701 w 832701"/>
              <a:gd name="connsiteY2" fmla="*/ 1459232 h 1814832"/>
              <a:gd name="connsiteX3" fmla="*/ 317500 w 832701"/>
              <a:gd name="connsiteY3" fmla="*/ 1814832 h 1814832"/>
              <a:gd name="connsiteX4" fmla="*/ 0 w 832701"/>
              <a:gd name="connsiteY4" fmla="*/ 0 h 1814832"/>
              <a:gd name="connsiteX0" fmla="*/ 0 w 832701"/>
              <a:gd name="connsiteY0" fmla="*/ 0 h 1830707"/>
              <a:gd name="connsiteX1" fmla="*/ 658076 w 832701"/>
              <a:gd name="connsiteY1" fmla="*/ 0 h 1830707"/>
              <a:gd name="connsiteX2" fmla="*/ 832701 w 832701"/>
              <a:gd name="connsiteY2" fmla="*/ 1459232 h 1830707"/>
              <a:gd name="connsiteX3" fmla="*/ 333375 w 832701"/>
              <a:gd name="connsiteY3" fmla="*/ 1830707 h 1830707"/>
              <a:gd name="connsiteX4" fmla="*/ 0 w 832701"/>
              <a:gd name="connsiteY4" fmla="*/ 0 h 1830707"/>
              <a:gd name="connsiteX0" fmla="*/ 0 w 949383"/>
              <a:gd name="connsiteY0" fmla="*/ 0 h 1830707"/>
              <a:gd name="connsiteX1" fmla="*/ 658076 w 949383"/>
              <a:gd name="connsiteY1" fmla="*/ 0 h 1830707"/>
              <a:gd name="connsiteX2" fmla="*/ 949383 w 949383"/>
              <a:gd name="connsiteY2" fmla="*/ 1361601 h 1830707"/>
              <a:gd name="connsiteX3" fmla="*/ 333375 w 949383"/>
              <a:gd name="connsiteY3" fmla="*/ 1830707 h 1830707"/>
              <a:gd name="connsiteX4" fmla="*/ 0 w 949383"/>
              <a:gd name="connsiteY4" fmla="*/ 0 h 18307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9383" h="1830707">
                <a:moveTo>
                  <a:pt x="0" y="0"/>
                </a:moveTo>
                <a:lnTo>
                  <a:pt x="658076" y="0"/>
                </a:lnTo>
                <a:lnTo>
                  <a:pt x="949383" y="1361601"/>
                </a:lnTo>
                <a:lnTo>
                  <a:pt x="333375" y="1830707"/>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solidFill>
                <a:schemeClr val="bg1"/>
              </a:solidFill>
            </a:endParaRPr>
          </a:p>
        </p:txBody>
      </p:sp>
      <p:cxnSp>
        <p:nvCxnSpPr>
          <p:cNvPr id="124" name="Straight Arrow Connector 123">
            <a:extLst>
              <a:ext uri="{FF2B5EF4-FFF2-40B4-BE49-F238E27FC236}">
                <a16:creationId xmlns:a16="http://schemas.microsoft.com/office/drawing/2014/main" id="{21462356-04AF-4D7A-A146-231EED1F52AA}"/>
              </a:ext>
            </a:extLst>
          </p:cNvPr>
          <p:cNvCxnSpPr>
            <a:cxnSpLocks/>
          </p:cNvCxnSpPr>
          <p:nvPr/>
        </p:nvCxnSpPr>
        <p:spPr>
          <a:xfrm rot="4860000" flipV="1">
            <a:off x="2342398" y="158930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0" name="Oval 119">
            <a:extLst>
              <a:ext uri="{FF2B5EF4-FFF2-40B4-BE49-F238E27FC236}">
                <a16:creationId xmlns:a16="http://schemas.microsoft.com/office/drawing/2014/main" id="{24D8D6EB-429F-4F83-A03D-CB6219EAEEAF}"/>
              </a:ext>
            </a:extLst>
          </p:cNvPr>
          <p:cNvSpPr/>
          <p:nvPr/>
        </p:nvSpPr>
        <p:spPr>
          <a:xfrm>
            <a:off x="2878465" y="58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U</a:t>
            </a:r>
            <a:endParaRPr lang="en-US" dirty="0">
              <a:solidFill>
                <a:schemeClr val="accent6"/>
              </a:solidFill>
            </a:endParaRPr>
          </a:p>
        </p:txBody>
      </p:sp>
      <p:sp>
        <p:nvSpPr>
          <p:cNvPr id="308" name="Oval 307">
            <a:extLst>
              <a:ext uri="{FF2B5EF4-FFF2-40B4-BE49-F238E27FC236}">
                <a16:creationId xmlns:a16="http://schemas.microsoft.com/office/drawing/2014/main" id="{8F2DCE16-B03E-4878-9628-6458FA06E654}"/>
              </a:ext>
            </a:extLst>
          </p:cNvPr>
          <p:cNvSpPr/>
          <p:nvPr/>
        </p:nvSpPr>
        <p:spPr>
          <a:xfrm>
            <a:off x="2226010" y="58755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Q</a:t>
            </a:r>
            <a:endParaRPr lang="en-US" dirty="0">
              <a:solidFill>
                <a:schemeClr val="accent6"/>
              </a:solidFill>
            </a:endParaRPr>
          </a:p>
        </p:txBody>
      </p:sp>
      <p:cxnSp>
        <p:nvCxnSpPr>
          <p:cNvPr id="125" name="Straight Arrow Connector 124">
            <a:extLst>
              <a:ext uri="{FF2B5EF4-FFF2-40B4-BE49-F238E27FC236}">
                <a16:creationId xmlns:a16="http://schemas.microsoft.com/office/drawing/2014/main" id="{7D53D871-5EE3-4AAA-A583-1CBA76CD1AC1}"/>
              </a:ext>
            </a:extLst>
          </p:cNvPr>
          <p:cNvCxnSpPr>
            <a:cxnSpLocks/>
          </p:cNvCxnSpPr>
          <p:nvPr/>
        </p:nvCxnSpPr>
        <p:spPr>
          <a:xfrm rot="15480000" flipV="1">
            <a:off x="2861238" y="142988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6" name="Straight Arrow Connector 125">
            <a:extLst>
              <a:ext uri="{FF2B5EF4-FFF2-40B4-BE49-F238E27FC236}">
                <a16:creationId xmlns:a16="http://schemas.microsoft.com/office/drawing/2014/main" id="{0645B774-23D8-4005-A05B-FD1044FEE987}"/>
              </a:ext>
            </a:extLst>
          </p:cNvPr>
          <p:cNvCxnSpPr>
            <a:cxnSpLocks/>
          </p:cNvCxnSpPr>
          <p:nvPr/>
        </p:nvCxnSpPr>
        <p:spPr>
          <a:xfrm flipH="1">
            <a:off x="2634185" y="820689"/>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128" name="Group 127">
            <a:extLst>
              <a:ext uri="{FF2B5EF4-FFF2-40B4-BE49-F238E27FC236}">
                <a16:creationId xmlns:a16="http://schemas.microsoft.com/office/drawing/2014/main" id="{0F3EF7AA-6FDB-4389-B4A7-1B092F6C7C3F}"/>
              </a:ext>
            </a:extLst>
          </p:cNvPr>
          <p:cNvGrpSpPr/>
          <p:nvPr/>
        </p:nvGrpSpPr>
        <p:grpSpPr>
          <a:xfrm>
            <a:off x="7517721" y="4695252"/>
            <a:ext cx="2977526" cy="1342058"/>
            <a:chOff x="9063622" y="4495872"/>
            <a:chExt cx="2977526" cy="1342058"/>
          </a:xfrm>
        </p:grpSpPr>
        <p:grpSp>
          <p:nvGrpSpPr>
            <p:cNvPr id="129" name="Group 128">
              <a:extLst>
                <a:ext uri="{FF2B5EF4-FFF2-40B4-BE49-F238E27FC236}">
                  <a16:creationId xmlns:a16="http://schemas.microsoft.com/office/drawing/2014/main" id="{6271B160-5500-4EDF-B13E-7BE98E38B950}"/>
                </a:ext>
              </a:extLst>
            </p:cNvPr>
            <p:cNvGrpSpPr/>
            <p:nvPr/>
          </p:nvGrpSpPr>
          <p:grpSpPr>
            <a:xfrm>
              <a:off x="9063622" y="4495872"/>
              <a:ext cx="1951540" cy="369332"/>
              <a:chOff x="5793989" y="4428721"/>
              <a:chExt cx="1951540" cy="369332"/>
            </a:xfrm>
          </p:grpSpPr>
          <p:sp>
            <p:nvSpPr>
              <p:cNvPr id="136" name="Oval 135">
                <a:extLst>
                  <a:ext uri="{FF2B5EF4-FFF2-40B4-BE49-F238E27FC236}">
                    <a16:creationId xmlns:a16="http://schemas.microsoft.com/office/drawing/2014/main" id="{96D570CB-9AD5-46E7-A1D8-FF90ED354312}"/>
                  </a:ext>
                </a:extLst>
              </p:cNvPr>
              <p:cNvSpPr/>
              <p:nvPr/>
            </p:nvSpPr>
            <p:spPr>
              <a:xfrm>
                <a:off x="5793989" y="447891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X</a:t>
                </a:r>
                <a:endParaRPr lang="en-US" dirty="0"/>
              </a:p>
            </p:txBody>
          </p:sp>
          <p:sp>
            <p:nvSpPr>
              <p:cNvPr id="137" name="TextBox 136">
                <a:extLst>
                  <a:ext uri="{FF2B5EF4-FFF2-40B4-BE49-F238E27FC236}">
                    <a16:creationId xmlns:a16="http://schemas.microsoft.com/office/drawing/2014/main" id="{6884A116-07A5-4487-B11C-D503B3CD996B}"/>
                  </a:ext>
                </a:extLst>
              </p:cNvPr>
              <p:cNvSpPr txBox="1"/>
              <p:nvPr/>
            </p:nvSpPr>
            <p:spPr>
              <a:xfrm>
                <a:off x="6060452" y="4428721"/>
                <a:ext cx="1685077" cy="369332"/>
              </a:xfrm>
              <a:prstGeom prst="rect">
                <a:avLst/>
              </a:prstGeom>
              <a:noFill/>
            </p:spPr>
            <p:txBody>
              <a:bodyPr wrap="none" rtlCol="0">
                <a:spAutoFit/>
              </a:bodyPr>
              <a:lstStyle/>
              <a:p>
                <a:r>
                  <a:rPr lang="en-US" dirty="0"/>
                  <a:t>Regular vertex</a:t>
                </a:r>
              </a:p>
            </p:txBody>
          </p:sp>
        </p:grpSp>
        <p:grpSp>
          <p:nvGrpSpPr>
            <p:cNvPr id="130" name="Group 129">
              <a:extLst>
                <a:ext uri="{FF2B5EF4-FFF2-40B4-BE49-F238E27FC236}">
                  <a16:creationId xmlns:a16="http://schemas.microsoft.com/office/drawing/2014/main" id="{22BD9A63-4B0E-42AA-8911-64A002869876}"/>
                </a:ext>
              </a:extLst>
            </p:cNvPr>
            <p:cNvGrpSpPr/>
            <p:nvPr/>
          </p:nvGrpSpPr>
          <p:grpSpPr>
            <a:xfrm>
              <a:off x="9063622" y="4959034"/>
              <a:ext cx="2977526" cy="369332"/>
              <a:chOff x="5793989" y="4891883"/>
              <a:chExt cx="2977526" cy="369332"/>
            </a:xfrm>
          </p:grpSpPr>
          <p:sp>
            <p:nvSpPr>
              <p:cNvPr id="134" name="Oval 133">
                <a:extLst>
                  <a:ext uri="{FF2B5EF4-FFF2-40B4-BE49-F238E27FC236}">
                    <a16:creationId xmlns:a16="http://schemas.microsoft.com/office/drawing/2014/main" id="{817B9C89-5ECC-4077-AD52-216CBA748887}"/>
                  </a:ext>
                </a:extLst>
              </p:cNvPr>
              <p:cNvSpPr/>
              <p:nvPr/>
            </p:nvSpPr>
            <p:spPr>
              <a:xfrm>
                <a:off x="5793989" y="4942079"/>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sp>
            <p:nvSpPr>
              <p:cNvPr id="135" name="TextBox 134">
                <a:extLst>
                  <a:ext uri="{FF2B5EF4-FFF2-40B4-BE49-F238E27FC236}">
                    <a16:creationId xmlns:a16="http://schemas.microsoft.com/office/drawing/2014/main" id="{C4B5BD52-DD86-4E0D-8EF2-B7F3212A5D63}"/>
                  </a:ext>
                </a:extLst>
              </p:cNvPr>
              <p:cNvSpPr txBox="1"/>
              <p:nvPr/>
            </p:nvSpPr>
            <p:spPr>
              <a:xfrm>
                <a:off x="6060452" y="4891883"/>
                <a:ext cx="2711063" cy="369332"/>
              </a:xfrm>
              <a:prstGeom prst="rect">
                <a:avLst/>
              </a:prstGeom>
              <a:noFill/>
            </p:spPr>
            <p:txBody>
              <a:bodyPr wrap="none" rtlCol="0">
                <a:spAutoFit/>
              </a:bodyPr>
              <a:lstStyle/>
              <a:p>
                <a:r>
                  <a:rPr lang="en-US" dirty="0"/>
                  <a:t>Interface Element Vertex</a:t>
                </a:r>
              </a:p>
            </p:txBody>
          </p:sp>
        </p:grpSp>
        <p:grpSp>
          <p:nvGrpSpPr>
            <p:cNvPr id="131" name="Group 130">
              <a:extLst>
                <a:ext uri="{FF2B5EF4-FFF2-40B4-BE49-F238E27FC236}">
                  <a16:creationId xmlns:a16="http://schemas.microsoft.com/office/drawing/2014/main" id="{45F7203A-AB4C-46B0-B45A-7F8290805208}"/>
                </a:ext>
              </a:extLst>
            </p:cNvPr>
            <p:cNvGrpSpPr/>
            <p:nvPr/>
          </p:nvGrpSpPr>
          <p:grpSpPr>
            <a:xfrm>
              <a:off x="9063622" y="5468598"/>
              <a:ext cx="1951540" cy="369332"/>
              <a:chOff x="5793989" y="5411274"/>
              <a:chExt cx="1951540" cy="369332"/>
            </a:xfrm>
          </p:grpSpPr>
          <p:sp>
            <p:nvSpPr>
              <p:cNvPr id="132" name="Oval 131">
                <a:extLst>
                  <a:ext uri="{FF2B5EF4-FFF2-40B4-BE49-F238E27FC236}">
                    <a16:creationId xmlns:a16="http://schemas.microsoft.com/office/drawing/2014/main" id="{317466B4-104B-4EDB-BFB1-7CA5FC26121E}"/>
                  </a:ext>
                </a:extLst>
              </p:cNvPr>
              <p:cNvSpPr/>
              <p:nvPr/>
            </p:nvSpPr>
            <p:spPr>
              <a:xfrm>
                <a:off x="5793989" y="5461470"/>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sp>
            <p:nvSpPr>
              <p:cNvPr id="133" name="TextBox 132">
                <a:extLst>
                  <a:ext uri="{FF2B5EF4-FFF2-40B4-BE49-F238E27FC236}">
                    <a16:creationId xmlns:a16="http://schemas.microsoft.com/office/drawing/2014/main" id="{F193CB36-8669-495E-9824-7C013274B110}"/>
                  </a:ext>
                </a:extLst>
              </p:cNvPr>
              <p:cNvSpPr txBox="1"/>
              <p:nvPr/>
            </p:nvSpPr>
            <p:spPr>
              <a:xfrm>
                <a:off x="6060452" y="5411274"/>
                <a:ext cx="1685077" cy="369332"/>
              </a:xfrm>
              <a:prstGeom prst="rect">
                <a:avLst/>
              </a:prstGeom>
              <a:noFill/>
            </p:spPr>
            <p:txBody>
              <a:bodyPr wrap="none" rtlCol="0">
                <a:spAutoFit/>
              </a:bodyPr>
              <a:lstStyle/>
              <a:p>
                <a:r>
                  <a:rPr lang="en-US" dirty="0"/>
                  <a:t>Collapse Edge</a:t>
                </a:r>
              </a:p>
            </p:txBody>
          </p:sp>
        </p:grpSp>
      </p:grpSp>
      <p:sp>
        <p:nvSpPr>
          <p:cNvPr id="3" name="Freeform: Shape 2">
            <a:extLst>
              <a:ext uri="{FF2B5EF4-FFF2-40B4-BE49-F238E27FC236}">
                <a16:creationId xmlns:a16="http://schemas.microsoft.com/office/drawing/2014/main" id="{F0CF0035-77BE-41F8-96B9-F0A019030BC3}"/>
              </a:ext>
            </a:extLst>
          </p:cNvPr>
          <p:cNvSpPr/>
          <p:nvPr/>
        </p:nvSpPr>
        <p:spPr>
          <a:xfrm>
            <a:off x="2730500" y="2108200"/>
            <a:ext cx="2332038" cy="470694"/>
          </a:xfrm>
          <a:custGeom>
            <a:avLst/>
            <a:gdLst>
              <a:gd name="connsiteX0" fmla="*/ 501650 w 2317750"/>
              <a:gd name="connsiteY0" fmla="*/ 0 h 368300"/>
              <a:gd name="connsiteX1" fmla="*/ 2317750 w 2317750"/>
              <a:gd name="connsiteY1" fmla="*/ 365125 h 368300"/>
              <a:gd name="connsiteX2" fmla="*/ 0 w 2317750"/>
              <a:gd name="connsiteY2" fmla="*/ 368300 h 368300"/>
              <a:gd name="connsiteX3" fmla="*/ 501650 w 2317750"/>
              <a:gd name="connsiteY3" fmla="*/ 0 h 368300"/>
              <a:gd name="connsiteX0" fmla="*/ 501650 w 2317750"/>
              <a:gd name="connsiteY0" fmla="*/ 0 h 368300"/>
              <a:gd name="connsiteX1" fmla="*/ 2317750 w 2317750"/>
              <a:gd name="connsiteY1" fmla="*/ 365125 h 368300"/>
              <a:gd name="connsiteX2" fmla="*/ 0 w 2317750"/>
              <a:gd name="connsiteY2" fmla="*/ 368300 h 368300"/>
              <a:gd name="connsiteX3" fmla="*/ 501650 w 2317750"/>
              <a:gd name="connsiteY3" fmla="*/ 0 h 368300"/>
              <a:gd name="connsiteX0" fmla="*/ 501650 w 2317750"/>
              <a:gd name="connsiteY0" fmla="*/ 0 h 375444"/>
              <a:gd name="connsiteX1" fmla="*/ 2317750 w 2317750"/>
              <a:gd name="connsiteY1" fmla="*/ 365125 h 375444"/>
              <a:gd name="connsiteX2" fmla="*/ 0 w 2317750"/>
              <a:gd name="connsiteY2" fmla="*/ 375444 h 375444"/>
              <a:gd name="connsiteX3" fmla="*/ 501650 w 2317750"/>
              <a:gd name="connsiteY3" fmla="*/ 0 h 375444"/>
              <a:gd name="connsiteX0" fmla="*/ 501650 w 2332038"/>
              <a:gd name="connsiteY0" fmla="*/ 0 h 375444"/>
              <a:gd name="connsiteX1" fmla="*/ 2332038 w 2332038"/>
              <a:gd name="connsiteY1" fmla="*/ 374650 h 375444"/>
              <a:gd name="connsiteX2" fmla="*/ 0 w 2332038"/>
              <a:gd name="connsiteY2" fmla="*/ 375444 h 375444"/>
              <a:gd name="connsiteX3" fmla="*/ 501650 w 2332038"/>
              <a:gd name="connsiteY3" fmla="*/ 0 h 375444"/>
              <a:gd name="connsiteX0" fmla="*/ 623094 w 2332038"/>
              <a:gd name="connsiteY0" fmla="*/ 0 h 470694"/>
              <a:gd name="connsiteX1" fmla="*/ 2332038 w 2332038"/>
              <a:gd name="connsiteY1" fmla="*/ 469900 h 470694"/>
              <a:gd name="connsiteX2" fmla="*/ 0 w 2332038"/>
              <a:gd name="connsiteY2" fmla="*/ 470694 h 470694"/>
              <a:gd name="connsiteX3" fmla="*/ 623094 w 2332038"/>
              <a:gd name="connsiteY3" fmla="*/ 0 h 470694"/>
            </a:gdLst>
            <a:ahLst/>
            <a:cxnLst>
              <a:cxn ang="0">
                <a:pos x="connsiteX0" y="connsiteY0"/>
              </a:cxn>
              <a:cxn ang="0">
                <a:pos x="connsiteX1" y="connsiteY1"/>
              </a:cxn>
              <a:cxn ang="0">
                <a:pos x="connsiteX2" y="connsiteY2"/>
              </a:cxn>
              <a:cxn ang="0">
                <a:pos x="connsiteX3" y="connsiteY3"/>
              </a:cxn>
            </a:cxnLst>
            <a:rect l="l" t="t" r="r" b="b"/>
            <a:pathLst>
              <a:path w="2332038" h="470694">
                <a:moveTo>
                  <a:pt x="623094" y="0"/>
                </a:moveTo>
                <a:lnTo>
                  <a:pt x="2332038" y="469900"/>
                </a:lnTo>
                <a:lnTo>
                  <a:pt x="0" y="470694"/>
                </a:lnTo>
                <a:lnTo>
                  <a:pt x="623094"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04" name="Oval 303">
            <a:extLst>
              <a:ext uri="{FF2B5EF4-FFF2-40B4-BE49-F238E27FC236}">
                <a16:creationId xmlns:a16="http://schemas.microsoft.com/office/drawing/2014/main" id="{873F9854-E082-4082-9F1D-E8B100BDAC05}"/>
              </a:ext>
            </a:extLst>
          </p:cNvPr>
          <p:cNvSpPr/>
          <p:nvPr/>
        </p:nvSpPr>
        <p:spPr>
          <a:xfrm>
            <a:off x="4885294" y="2405335"/>
            <a:ext cx="352122" cy="352122"/>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L</a:t>
            </a:r>
            <a:endParaRPr lang="en-US" dirty="0">
              <a:solidFill>
                <a:schemeClr val="accent6"/>
              </a:solidFill>
            </a:endParaRPr>
          </a:p>
        </p:txBody>
      </p:sp>
      <p:sp>
        <p:nvSpPr>
          <p:cNvPr id="127" name="Oval 126">
            <a:extLst>
              <a:ext uri="{FF2B5EF4-FFF2-40B4-BE49-F238E27FC236}">
                <a16:creationId xmlns:a16="http://schemas.microsoft.com/office/drawing/2014/main" id="{67A1B56D-8F01-4230-8937-D9F688EC4F8B}"/>
              </a:ext>
            </a:extLst>
          </p:cNvPr>
          <p:cNvSpPr/>
          <p:nvPr/>
        </p:nvSpPr>
        <p:spPr>
          <a:xfrm>
            <a:off x="3175381" y="190956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V</a:t>
            </a:r>
            <a:endParaRPr lang="en-US" dirty="0">
              <a:solidFill>
                <a:schemeClr val="accent6"/>
              </a:solidFill>
            </a:endParaRPr>
          </a:p>
        </p:txBody>
      </p:sp>
      <p:cxnSp>
        <p:nvCxnSpPr>
          <p:cNvPr id="138" name="Straight Arrow Connector 137">
            <a:extLst>
              <a:ext uri="{FF2B5EF4-FFF2-40B4-BE49-F238E27FC236}">
                <a16:creationId xmlns:a16="http://schemas.microsoft.com/office/drawing/2014/main" id="{B0769048-E83B-42C0-A540-3F580847A228}"/>
              </a:ext>
            </a:extLst>
          </p:cNvPr>
          <p:cNvCxnSpPr>
            <a:cxnSpLocks/>
          </p:cNvCxnSpPr>
          <p:nvPr/>
        </p:nvCxnSpPr>
        <p:spPr>
          <a:xfrm rot="8760000" flipH="1">
            <a:off x="2930220" y="2278845"/>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9" name="Straight Arrow Connector 138">
            <a:extLst>
              <a:ext uri="{FF2B5EF4-FFF2-40B4-BE49-F238E27FC236}">
                <a16:creationId xmlns:a16="http://schemas.microsoft.com/office/drawing/2014/main" id="{BE00E4BA-EB50-438A-98F1-02A743DF3D3A}"/>
              </a:ext>
            </a:extLst>
          </p:cNvPr>
          <p:cNvCxnSpPr>
            <a:cxnSpLocks/>
          </p:cNvCxnSpPr>
          <p:nvPr/>
        </p:nvCxnSpPr>
        <p:spPr>
          <a:xfrm rot="4680000" flipV="1">
            <a:off x="2977066" y="1418390"/>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0" name="Straight Arrow Connector 139">
            <a:extLst>
              <a:ext uri="{FF2B5EF4-FFF2-40B4-BE49-F238E27FC236}">
                <a16:creationId xmlns:a16="http://schemas.microsoft.com/office/drawing/2014/main" id="{161CE13B-8C2B-41ED-8D35-D7E01DC65B2D}"/>
              </a:ext>
            </a:extLst>
          </p:cNvPr>
          <p:cNvCxnSpPr>
            <a:cxnSpLocks/>
          </p:cNvCxnSpPr>
          <p:nvPr/>
        </p:nvCxnSpPr>
        <p:spPr>
          <a:xfrm rot="19560000" flipH="1">
            <a:off x="2983900" y="2392292"/>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1" name="Straight Arrow Connector 140">
            <a:extLst>
              <a:ext uri="{FF2B5EF4-FFF2-40B4-BE49-F238E27FC236}">
                <a16:creationId xmlns:a16="http://schemas.microsoft.com/office/drawing/2014/main" id="{EF6769F9-44E9-4FB3-9F44-FA166E264CD9}"/>
              </a:ext>
            </a:extLst>
          </p:cNvPr>
          <p:cNvCxnSpPr>
            <a:cxnSpLocks/>
          </p:cNvCxnSpPr>
          <p:nvPr/>
        </p:nvCxnSpPr>
        <p:spPr>
          <a:xfrm flipV="1">
            <a:off x="3610621" y="2523955"/>
            <a:ext cx="37490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2" name="Straight Arrow Connector 141">
            <a:extLst>
              <a:ext uri="{FF2B5EF4-FFF2-40B4-BE49-F238E27FC236}">
                <a16:creationId xmlns:a16="http://schemas.microsoft.com/office/drawing/2014/main" id="{14DF4CC4-22E4-4D7C-96E1-2A073067C3D3}"/>
              </a:ext>
            </a:extLst>
          </p:cNvPr>
          <p:cNvCxnSpPr>
            <a:cxnSpLocks noChangeAspect="1"/>
          </p:cNvCxnSpPr>
          <p:nvPr/>
        </p:nvCxnSpPr>
        <p:spPr>
          <a:xfrm rot="240000" flipH="1" flipV="1">
            <a:off x="3779777" y="2293402"/>
            <a:ext cx="377822" cy="731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3" name="Straight Arrow Connector 142">
            <a:extLst>
              <a:ext uri="{FF2B5EF4-FFF2-40B4-BE49-F238E27FC236}">
                <a16:creationId xmlns:a16="http://schemas.microsoft.com/office/drawing/2014/main" id="{7250F51B-E421-441D-B373-EC408E4513EB}"/>
              </a:ext>
            </a:extLst>
          </p:cNvPr>
          <p:cNvCxnSpPr>
            <a:cxnSpLocks noChangeAspect="1"/>
          </p:cNvCxnSpPr>
          <p:nvPr/>
        </p:nvCxnSpPr>
        <p:spPr>
          <a:xfrm rot="11040000" flipH="1" flipV="1">
            <a:off x="3855017" y="2213261"/>
            <a:ext cx="377822" cy="731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4" name="Straight Connector 143">
            <a:extLst>
              <a:ext uri="{FF2B5EF4-FFF2-40B4-BE49-F238E27FC236}">
                <a16:creationId xmlns:a16="http://schemas.microsoft.com/office/drawing/2014/main" id="{D882587C-1438-4619-B53B-4DCE3B6D6310}"/>
              </a:ext>
            </a:extLst>
          </p:cNvPr>
          <p:cNvCxnSpPr>
            <a:cxnSpLocks/>
          </p:cNvCxnSpPr>
          <p:nvPr/>
        </p:nvCxnSpPr>
        <p:spPr>
          <a:xfrm>
            <a:off x="2730699" y="2622130"/>
            <a:ext cx="1" cy="1816520"/>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sp>
        <p:nvSpPr>
          <p:cNvPr id="298" name="Oval 297">
            <a:extLst>
              <a:ext uri="{FF2B5EF4-FFF2-40B4-BE49-F238E27FC236}">
                <a16:creationId xmlns:a16="http://schemas.microsoft.com/office/drawing/2014/main" id="{BDD707F5-0BE8-471A-B269-DAB47FAED13A}"/>
              </a:ext>
            </a:extLst>
          </p:cNvPr>
          <p:cNvSpPr/>
          <p:nvPr/>
        </p:nvSpPr>
        <p:spPr>
          <a:xfrm>
            <a:off x="2550974" y="4235870"/>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F</a:t>
            </a:r>
            <a:endParaRPr lang="en-US" dirty="0"/>
          </a:p>
        </p:txBody>
      </p:sp>
      <p:sp>
        <p:nvSpPr>
          <p:cNvPr id="303" name="Oval 302">
            <a:extLst>
              <a:ext uri="{FF2B5EF4-FFF2-40B4-BE49-F238E27FC236}">
                <a16:creationId xmlns:a16="http://schemas.microsoft.com/office/drawing/2014/main" id="{15FA5F7E-26C9-47B3-BC05-D68924780B80}"/>
              </a:ext>
            </a:extLst>
          </p:cNvPr>
          <p:cNvSpPr/>
          <p:nvPr/>
        </p:nvSpPr>
        <p:spPr>
          <a:xfrm>
            <a:off x="2518830" y="240170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K</a:t>
            </a:r>
            <a:endParaRPr lang="en-US" dirty="0">
              <a:solidFill>
                <a:schemeClr val="accent6"/>
              </a:solidFill>
            </a:endParaRPr>
          </a:p>
        </p:txBody>
      </p:sp>
    </p:spTree>
    <p:extLst>
      <p:ext uri="{BB962C8B-B14F-4D97-AF65-F5344CB8AC3E}">
        <p14:creationId xmlns:p14="http://schemas.microsoft.com/office/powerpoint/2010/main" val="1489809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2" name="Group 251">
            <a:extLst>
              <a:ext uri="{FF2B5EF4-FFF2-40B4-BE49-F238E27FC236}">
                <a16:creationId xmlns:a16="http://schemas.microsoft.com/office/drawing/2014/main" id="{3FD7EEEF-3529-4A48-AD2B-C975FF0DD39E}"/>
              </a:ext>
            </a:extLst>
          </p:cNvPr>
          <p:cNvGrpSpPr/>
          <p:nvPr/>
        </p:nvGrpSpPr>
        <p:grpSpPr>
          <a:xfrm>
            <a:off x="418305" y="747240"/>
            <a:ext cx="2325597" cy="1832347"/>
            <a:chOff x="318136" y="1316090"/>
            <a:chExt cx="1776224" cy="1399494"/>
          </a:xfrm>
        </p:grpSpPr>
        <p:sp>
          <p:nvSpPr>
            <p:cNvPr id="265" name="Rectangle 264">
              <a:extLst>
                <a:ext uri="{FF2B5EF4-FFF2-40B4-BE49-F238E27FC236}">
                  <a16:creationId xmlns:a16="http://schemas.microsoft.com/office/drawing/2014/main" id="{5D9919B7-BDC0-4F4F-B243-ADB954D1BC7D}"/>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67" name="Straight Arrow Connector 266">
              <a:extLst>
                <a:ext uri="{FF2B5EF4-FFF2-40B4-BE49-F238E27FC236}">
                  <a16:creationId xmlns:a16="http://schemas.microsoft.com/office/drawing/2014/main" id="{062326DE-29F4-4128-8063-0B1520C23852}"/>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8" name="Straight Arrow Connector 267">
              <a:extLst>
                <a:ext uri="{FF2B5EF4-FFF2-40B4-BE49-F238E27FC236}">
                  <a16:creationId xmlns:a16="http://schemas.microsoft.com/office/drawing/2014/main" id="{EBD747DF-6F21-4AD4-803D-624B37980DDB}"/>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9" name="Straight Arrow Connector 268">
              <a:extLst>
                <a:ext uri="{FF2B5EF4-FFF2-40B4-BE49-F238E27FC236}">
                  <a16:creationId xmlns:a16="http://schemas.microsoft.com/office/drawing/2014/main" id="{7E3F25D0-7679-44D0-B9E9-9851092A28DE}"/>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6" name="Straight Arrow Connector 265">
              <a:extLst>
                <a:ext uri="{FF2B5EF4-FFF2-40B4-BE49-F238E27FC236}">
                  <a16:creationId xmlns:a16="http://schemas.microsoft.com/office/drawing/2014/main" id="{C973AEEC-459D-49BB-8F29-03C6381E56F4}"/>
                </a:ext>
              </a:extLst>
            </p:cNvPr>
            <p:cNvCxnSpPr>
              <a:cxnSpLocks/>
            </p:cNvCxnSpPr>
            <p:nvPr/>
          </p:nvCxnSpPr>
          <p:spPr>
            <a:xfrm rot="15660000" flipV="1">
              <a:off x="1688764"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53" name="Group 252">
            <a:extLst>
              <a:ext uri="{FF2B5EF4-FFF2-40B4-BE49-F238E27FC236}">
                <a16:creationId xmlns:a16="http://schemas.microsoft.com/office/drawing/2014/main" id="{2374E498-73CE-47F1-8271-78A7F34DEAC2}"/>
              </a:ext>
            </a:extLst>
          </p:cNvPr>
          <p:cNvGrpSpPr/>
          <p:nvPr/>
        </p:nvGrpSpPr>
        <p:grpSpPr>
          <a:xfrm>
            <a:off x="417944" y="2579587"/>
            <a:ext cx="2325597" cy="1832347"/>
            <a:chOff x="318136" y="1316090"/>
            <a:chExt cx="1776224" cy="1399494"/>
          </a:xfrm>
        </p:grpSpPr>
        <p:sp>
          <p:nvSpPr>
            <p:cNvPr id="260" name="Rectangle 259">
              <a:extLst>
                <a:ext uri="{FF2B5EF4-FFF2-40B4-BE49-F238E27FC236}">
                  <a16:creationId xmlns:a16="http://schemas.microsoft.com/office/drawing/2014/main" id="{29514B38-0EFA-4A78-8535-F699CE69EA4D}"/>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61" name="Straight Arrow Connector 260">
              <a:extLst>
                <a:ext uri="{FF2B5EF4-FFF2-40B4-BE49-F238E27FC236}">
                  <a16:creationId xmlns:a16="http://schemas.microsoft.com/office/drawing/2014/main" id="{AA6842D4-9767-4970-A599-1150CFA35DE7}"/>
                </a:ext>
              </a:extLst>
            </p:cNvPr>
            <p:cNvCxnSpPr>
              <a:cxnSpLocks/>
            </p:cNvCxnSpPr>
            <p:nvPr/>
          </p:nvCxnSpPr>
          <p:spPr>
            <a:xfrm rot="16200000" flipV="1">
              <a:off x="1816705"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2" name="Straight Arrow Connector 261">
              <a:extLst>
                <a:ext uri="{FF2B5EF4-FFF2-40B4-BE49-F238E27FC236}">
                  <a16:creationId xmlns:a16="http://schemas.microsoft.com/office/drawing/2014/main" id="{59B9B561-5039-439D-82F6-0D8FF3951E7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3" name="Straight Arrow Connector 262">
              <a:extLst>
                <a:ext uri="{FF2B5EF4-FFF2-40B4-BE49-F238E27FC236}">
                  <a16:creationId xmlns:a16="http://schemas.microsoft.com/office/drawing/2014/main" id="{12A0B741-8CE6-49B3-94E9-822F86E57B44}"/>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4" name="Straight Arrow Connector 263">
              <a:extLst>
                <a:ext uri="{FF2B5EF4-FFF2-40B4-BE49-F238E27FC236}">
                  <a16:creationId xmlns:a16="http://schemas.microsoft.com/office/drawing/2014/main" id="{A61BABD6-ABBA-4CDA-8C92-04AE4F0F25F1}"/>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54" name="Group 253">
            <a:extLst>
              <a:ext uri="{FF2B5EF4-FFF2-40B4-BE49-F238E27FC236}">
                <a16:creationId xmlns:a16="http://schemas.microsoft.com/office/drawing/2014/main" id="{168685E4-FB57-4593-90FE-4BAE72C0E41B}"/>
              </a:ext>
            </a:extLst>
          </p:cNvPr>
          <p:cNvGrpSpPr/>
          <p:nvPr/>
        </p:nvGrpSpPr>
        <p:grpSpPr>
          <a:xfrm>
            <a:off x="417944" y="4411934"/>
            <a:ext cx="2325597" cy="1832347"/>
            <a:chOff x="318136" y="1316090"/>
            <a:chExt cx="1776224" cy="1399494"/>
          </a:xfrm>
        </p:grpSpPr>
        <p:sp>
          <p:nvSpPr>
            <p:cNvPr id="255" name="Rectangle 254">
              <a:extLst>
                <a:ext uri="{FF2B5EF4-FFF2-40B4-BE49-F238E27FC236}">
                  <a16:creationId xmlns:a16="http://schemas.microsoft.com/office/drawing/2014/main" id="{C96C5F7A-8062-4C64-A47C-3C0EA1F4A9A1}"/>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56" name="Straight Arrow Connector 255">
              <a:extLst>
                <a:ext uri="{FF2B5EF4-FFF2-40B4-BE49-F238E27FC236}">
                  <a16:creationId xmlns:a16="http://schemas.microsoft.com/office/drawing/2014/main" id="{D8AF5737-5F69-498D-8244-E2D92D7822AF}"/>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7" name="Straight Arrow Connector 256">
              <a:extLst>
                <a:ext uri="{FF2B5EF4-FFF2-40B4-BE49-F238E27FC236}">
                  <a16:creationId xmlns:a16="http://schemas.microsoft.com/office/drawing/2014/main" id="{5C960DAB-7576-41DE-91BF-93767C394DE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8" name="Straight Arrow Connector 257">
              <a:extLst>
                <a:ext uri="{FF2B5EF4-FFF2-40B4-BE49-F238E27FC236}">
                  <a16:creationId xmlns:a16="http://schemas.microsoft.com/office/drawing/2014/main" id="{7EEEDC97-ACA7-4FAC-A842-F4841C135DD6}"/>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9" name="Straight Arrow Connector 258">
              <a:extLst>
                <a:ext uri="{FF2B5EF4-FFF2-40B4-BE49-F238E27FC236}">
                  <a16:creationId xmlns:a16="http://schemas.microsoft.com/office/drawing/2014/main" id="{962A0292-9F9F-435D-99E1-7D79EC4F2272}"/>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 name="Título 1">
            <a:extLst>
              <a:ext uri="{FF2B5EF4-FFF2-40B4-BE49-F238E27FC236}">
                <a16:creationId xmlns:a16="http://schemas.microsoft.com/office/drawing/2014/main" id="{D5503A07-0117-4081-A30C-D1624E0122FE}"/>
              </a:ext>
            </a:extLst>
          </p:cNvPr>
          <p:cNvSpPr>
            <a:spLocks noGrp="1"/>
          </p:cNvSpPr>
          <p:nvPr>
            <p:ph type="title"/>
          </p:nvPr>
        </p:nvSpPr>
        <p:spPr/>
        <p:txBody>
          <a:bodyPr/>
          <a:lstStyle/>
          <a:p>
            <a:r>
              <a:rPr lang="en-US" dirty="0"/>
              <a:t>Mesh Example – Edge 3</a:t>
            </a:r>
          </a:p>
        </p:txBody>
      </p:sp>
      <p:grpSp>
        <p:nvGrpSpPr>
          <p:cNvPr id="234" name="Group 233">
            <a:extLst>
              <a:ext uri="{FF2B5EF4-FFF2-40B4-BE49-F238E27FC236}">
                <a16:creationId xmlns:a16="http://schemas.microsoft.com/office/drawing/2014/main" id="{F7373373-5128-40BF-BC7C-67477999153F}"/>
              </a:ext>
            </a:extLst>
          </p:cNvPr>
          <p:cNvGrpSpPr/>
          <p:nvPr/>
        </p:nvGrpSpPr>
        <p:grpSpPr>
          <a:xfrm>
            <a:off x="2731060" y="747240"/>
            <a:ext cx="2325597" cy="1832347"/>
            <a:chOff x="318136" y="1316090"/>
            <a:chExt cx="1776224" cy="1399494"/>
          </a:xfrm>
        </p:grpSpPr>
        <p:sp>
          <p:nvSpPr>
            <p:cNvPr id="247" name="Rectangle 246">
              <a:extLst>
                <a:ext uri="{FF2B5EF4-FFF2-40B4-BE49-F238E27FC236}">
                  <a16:creationId xmlns:a16="http://schemas.microsoft.com/office/drawing/2014/main" id="{D45BF7AA-566D-466E-A2CE-54C10DF71D1A}"/>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48" name="Straight Arrow Connector 247">
              <a:extLst>
                <a:ext uri="{FF2B5EF4-FFF2-40B4-BE49-F238E27FC236}">
                  <a16:creationId xmlns:a16="http://schemas.microsoft.com/office/drawing/2014/main" id="{A44ED70F-1AE5-40BA-934F-F803D3CDE5F3}"/>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9" name="Straight Arrow Connector 248">
              <a:extLst>
                <a:ext uri="{FF2B5EF4-FFF2-40B4-BE49-F238E27FC236}">
                  <a16:creationId xmlns:a16="http://schemas.microsoft.com/office/drawing/2014/main" id="{7B762EFC-714F-4236-8963-00B77C457FF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0" name="Straight Arrow Connector 249">
              <a:extLst>
                <a:ext uri="{FF2B5EF4-FFF2-40B4-BE49-F238E27FC236}">
                  <a16:creationId xmlns:a16="http://schemas.microsoft.com/office/drawing/2014/main" id="{DBCEC684-5407-43F1-B0B6-BA7F5753A16A}"/>
                </a:ext>
              </a:extLst>
            </p:cNvPr>
            <p:cNvCxnSpPr>
              <a:cxnSpLocks/>
            </p:cNvCxnSpPr>
            <p:nvPr/>
          </p:nvCxnSpPr>
          <p:spPr>
            <a:xfrm rot="6000000" flipV="1">
              <a:off x="304380" y="196308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1" name="Straight Arrow Connector 250">
              <a:extLst>
                <a:ext uri="{FF2B5EF4-FFF2-40B4-BE49-F238E27FC236}">
                  <a16:creationId xmlns:a16="http://schemas.microsoft.com/office/drawing/2014/main" id="{BFE955E4-AC4D-4FA9-8DD0-7631C5985B45}"/>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35" name="Group 234">
            <a:extLst>
              <a:ext uri="{FF2B5EF4-FFF2-40B4-BE49-F238E27FC236}">
                <a16:creationId xmlns:a16="http://schemas.microsoft.com/office/drawing/2014/main" id="{60BDC115-0567-4C94-8188-43F0FA243DB4}"/>
              </a:ext>
            </a:extLst>
          </p:cNvPr>
          <p:cNvGrpSpPr/>
          <p:nvPr/>
        </p:nvGrpSpPr>
        <p:grpSpPr>
          <a:xfrm>
            <a:off x="2730699" y="2579587"/>
            <a:ext cx="2325597" cy="1832347"/>
            <a:chOff x="318136" y="1316090"/>
            <a:chExt cx="1776224" cy="1399494"/>
          </a:xfrm>
        </p:grpSpPr>
        <p:sp>
          <p:nvSpPr>
            <p:cNvPr id="242" name="Rectangle 241">
              <a:extLst>
                <a:ext uri="{FF2B5EF4-FFF2-40B4-BE49-F238E27FC236}">
                  <a16:creationId xmlns:a16="http://schemas.microsoft.com/office/drawing/2014/main" id="{A55BD290-DD98-4A88-AECD-679E6CEBC6C5}"/>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43" name="Straight Arrow Connector 242">
              <a:extLst>
                <a:ext uri="{FF2B5EF4-FFF2-40B4-BE49-F238E27FC236}">
                  <a16:creationId xmlns:a16="http://schemas.microsoft.com/office/drawing/2014/main" id="{0A6BF039-F570-4BEC-9EB2-532D7DEFF5BC}"/>
                </a:ext>
              </a:extLst>
            </p:cNvPr>
            <p:cNvCxnSpPr>
              <a:cxnSpLocks/>
            </p:cNvCxnSpPr>
            <p:nvPr/>
          </p:nvCxnSpPr>
          <p:spPr>
            <a:xfrm rot="16200000" flipV="1">
              <a:off x="1808768"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4" name="Straight Arrow Connector 243">
              <a:extLst>
                <a:ext uri="{FF2B5EF4-FFF2-40B4-BE49-F238E27FC236}">
                  <a16:creationId xmlns:a16="http://schemas.microsoft.com/office/drawing/2014/main" id="{4B582994-9247-430E-AA5B-3124734F530C}"/>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5" name="Straight Arrow Connector 244">
              <a:extLst>
                <a:ext uri="{FF2B5EF4-FFF2-40B4-BE49-F238E27FC236}">
                  <a16:creationId xmlns:a16="http://schemas.microsoft.com/office/drawing/2014/main" id="{902A780F-47D6-4181-9248-1E030BC97FAB}"/>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6" name="Straight Arrow Connector 245">
              <a:extLst>
                <a:ext uri="{FF2B5EF4-FFF2-40B4-BE49-F238E27FC236}">
                  <a16:creationId xmlns:a16="http://schemas.microsoft.com/office/drawing/2014/main" id="{3D4822F1-FD86-4865-9FEE-D31F7D8893EC}"/>
                </a:ext>
              </a:extLst>
            </p:cNvPr>
            <p:cNvCxnSpPr>
              <a:cxnSpLocks/>
            </p:cNvCxnSpPr>
            <p:nvPr/>
          </p:nvCxnSpPr>
          <p:spPr>
            <a:xfrm rot="10800000" flipV="1">
              <a:off x="974623" y="1362644"/>
              <a:ext cx="2863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36" name="Group 235">
            <a:extLst>
              <a:ext uri="{FF2B5EF4-FFF2-40B4-BE49-F238E27FC236}">
                <a16:creationId xmlns:a16="http://schemas.microsoft.com/office/drawing/2014/main" id="{F0D814B7-1684-4AAB-8FD8-B5C2394F4DE9}"/>
              </a:ext>
            </a:extLst>
          </p:cNvPr>
          <p:cNvGrpSpPr/>
          <p:nvPr/>
        </p:nvGrpSpPr>
        <p:grpSpPr>
          <a:xfrm>
            <a:off x="2730699" y="4411934"/>
            <a:ext cx="2325597" cy="1832347"/>
            <a:chOff x="318136" y="1316090"/>
            <a:chExt cx="1776224" cy="1399494"/>
          </a:xfrm>
        </p:grpSpPr>
        <p:sp>
          <p:nvSpPr>
            <p:cNvPr id="237" name="Rectangle 236">
              <a:extLst>
                <a:ext uri="{FF2B5EF4-FFF2-40B4-BE49-F238E27FC236}">
                  <a16:creationId xmlns:a16="http://schemas.microsoft.com/office/drawing/2014/main" id="{A460903A-ADBE-4AE8-9634-74421E1E4421}"/>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38" name="Straight Arrow Connector 237">
              <a:extLst>
                <a:ext uri="{FF2B5EF4-FFF2-40B4-BE49-F238E27FC236}">
                  <a16:creationId xmlns:a16="http://schemas.microsoft.com/office/drawing/2014/main" id="{789A7F52-65E8-48B7-98C2-60722526CE6D}"/>
                </a:ext>
              </a:extLst>
            </p:cNvPr>
            <p:cNvCxnSpPr>
              <a:cxnSpLocks/>
            </p:cNvCxnSpPr>
            <p:nvPr/>
          </p:nvCxnSpPr>
          <p:spPr>
            <a:xfrm rot="16740000" flipV="1">
              <a:off x="1698666" y="1967007"/>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9" name="Straight Arrow Connector 238">
              <a:extLst>
                <a:ext uri="{FF2B5EF4-FFF2-40B4-BE49-F238E27FC236}">
                  <a16:creationId xmlns:a16="http://schemas.microsoft.com/office/drawing/2014/main" id="{65198430-3E18-406C-8B8C-777D03F28335}"/>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0" name="Straight Arrow Connector 239">
              <a:extLst>
                <a:ext uri="{FF2B5EF4-FFF2-40B4-BE49-F238E27FC236}">
                  <a16:creationId xmlns:a16="http://schemas.microsoft.com/office/drawing/2014/main" id="{46E2307C-2A7F-45FA-87E7-07959D55C615}"/>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1" name="Straight Arrow Connector 240">
              <a:extLst>
                <a:ext uri="{FF2B5EF4-FFF2-40B4-BE49-F238E27FC236}">
                  <a16:creationId xmlns:a16="http://schemas.microsoft.com/office/drawing/2014/main" id="{D96B0CD2-81A0-48F7-809D-5ADB6F2EB233}"/>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2" name="Group 201">
            <a:extLst>
              <a:ext uri="{FF2B5EF4-FFF2-40B4-BE49-F238E27FC236}">
                <a16:creationId xmlns:a16="http://schemas.microsoft.com/office/drawing/2014/main" id="{1FED2BCD-D4E8-455B-9353-9E7E8A0EA52D}"/>
              </a:ext>
            </a:extLst>
          </p:cNvPr>
          <p:cNvGrpSpPr/>
          <p:nvPr/>
        </p:nvGrpSpPr>
        <p:grpSpPr>
          <a:xfrm>
            <a:off x="5056295" y="747240"/>
            <a:ext cx="2325596" cy="1832347"/>
            <a:chOff x="318136" y="1316090"/>
            <a:chExt cx="1776224" cy="1399494"/>
          </a:xfrm>
        </p:grpSpPr>
        <p:sp>
          <p:nvSpPr>
            <p:cNvPr id="229" name="Rectangle 228">
              <a:extLst>
                <a:ext uri="{FF2B5EF4-FFF2-40B4-BE49-F238E27FC236}">
                  <a16:creationId xmlns:a16="http://schemas.microsoft.com/office/drawing/2014/main" id="{8062F188-9BE3-40CF-BAFD-CAFFAA11E452}"/>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30" name="Straight Arrow Connector 229">
              <a:extLst>
                <a:ext uri="{FF2B5EF4-FFF2-40B4-BE49-F238E27FC236}">
                  <a16:creationId xmlns:a16="http://schemas.microsoft.com/office/drawing/2014/main" id="{AECCFD08-25A0-4B03-BDFA-20BA8FF313FC}"/>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1" name="Straight Arrow Connector 230">
              <a:extLst>
                <a:ext uri="{FF2B5EF4-FFF2-40B4-BE49-F238E27FC236}">
                  <a16:creationId xmlns:a16="http://schemas.microsoft.com/office/drawing/2014/main" id="{0DA57120-F429-4DEB-938E-5891BD3AB37A}"/>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2" name="Straight Arrow Connector 231">
              <a:extLst>
                <a:ext uri="{FF2B5EF4-FFF2-40B4-BE49-F238E27FC236}">
                  <a16:creationId xmlns:a16="http://schemas.microsoft.com/office/drawing/2014/main" id="{B009FEAE-5938-441C-8B45-BB35D02B5936}"/>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3" name="Straight Arrow Connector 232">
              <a:extLst>
                <a:ext uri="{FF2B5EF4-FFF2-40B4-BE49-F238E27FC236}">
                  <a16:creationId xmlns:a16="http://schemas.microsoft.com/office/drawing/2014/main" id="{6C37DEE2-659F-4F10-B9B0-3D74816AB67D}"/>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3" name="Group 202">
            <a:extLst>
              <a:ext uri="{FF2B5EF4-FFF2-40B4-BE49-F238E27FC236}">
                <a16:creationId xmlns:a16="http://schemas.microsoft.com/office/drawing/2014/main" id="{BFB941BD-1D2C-46FE-8DEF-5C3E07E24822}"/>
              </a:ext>
            </a:extLst>
          </p:cNvPr>
          <p:cNvGrpSpPr/>
          <p:nvPr/>
        </p:nvGrpSpPr>
        <p:grpSpPr>
          <a:xfrm>
            <a:off x="5055934" y="2579587"/>
            <a:ext cx="2325596" cy="1832347"/>
            <a:chOff x="318136" y="1316090"/>
            <a:chExt cx="1776224" cy="1399494"/>
          </a:xfrm>
        </p:grpSpPr>
        <p:sp>
          <p:nvSpPr>
            <p:cNvPr id="224" name="Rectangle 223">
              <a:extLst>
                <a:ext uri="{FF2B5EF4-FFF2-40B4-BE49-F238E27FC236}">
                  <a16:creationId xmlns:a16="http://schemas.microsoft.com/office/drawing/2014/main" id="{623EBB0C-A58E-4601-B1A7-48655AB8B6F6}"/>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25" name="Straight Arrow Connector 224">
              <a:extLst>
                <a:ext uri="{FF2B5EF4-FFF2-40B4-BE49-F238E27FC236}">
                  <a16:creationId xmlns:a16="http://schemas.microsoft.com/office/drawing/2014/main" id="{AF7D7B31-F9B6-4A27-ADBE-BBC2C64079F8}"/>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6" name="Straight Arrow Connector 225">
              <a:extLst>
                <a:ext uri="{FF2B5EF4-FFF2-40B4-BE49-F238E27FC236}">
                  <a16:creationId xmlns:a16="http://schemas.microsoft.com/office/drawing/2014/main" id="{1BC8CB39-5C2E-4BD9-AEF5-84CAECEDD1FB}"/>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7" name="Straight Arrow Connector 226">
              <a:extLst>
                <a:ext uri="{FF2B5EF4-FFF2-40B4-BE49-F238E27FC236}">
                  <a16:creationId xmlns:a16="http://schemas.microsoft.com/office/drawing/2014/main" id="{459DC3CF-C60E-4234-AFF2-A4506C09CCC4}"/>
                </a:ext>
              </a:extLst>
            </p:cNvPr>
            <p:cNvCxnSpPr>
              <a:cxnSpLocks/>
            </p:cNvCxnSpPr>
            <p:nvPr/>
          </p:nvCxnSpPr>
          <p:spPr>
            <a:xfrm rot="5400000" flipV="1">
              <a:off x="178238"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8" name="Straight Arrow Connector 227">
              <a:extLst>
                <a:ext uri="{FF2B5EF4-FFF2-40B4-BE49-F238E27FC236}">
                  <a16:creationId xmlns:a16="http://schemas.microsoft.com/office/drawing/2014/main" id="{54F98CCC-B28F-4ED5-A2B4-D2E5C46355CB}"/>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4" name="Group 203">
            <a:extLst>
              <a:ext uri="{FF2B5EF4-FFF2-40B4-BE49-F238E27FC236}">
                <a16:creationId xmlns:a16="http://schemas.microsoft.com/office/drawing/2014/main" id="{55506D04-7782-418C-AC99-5FB405335414}"/>
              </a:ext>
            </a:extLst>
          </p:cNvPr>
          <p:cNvGrpSpPr/>
          <p:nvPr/>
        </p:nvGrpSpPr>
        <p:grpSpPr>
          <a:xfrm>
            <a:off x="5055934" y="4411934"/>
            <a:ext cx="2325596" cy="1832347"/>
            <a:chOff x="318136" y="1316090"/>
            <a:chExt cx="1776224" cy="1399494"/>
          </a:xfrm>
        </p:grpSpPr>
        <p:sp>
          <p:nvSpPr>
            <p:cNvPr id="219" name="Rectangle 218">
              <a:extLst>
                <a:ext uri="{FF2B5EF4-FFF2-40B4-BE49-F238E27FC236}">
                  <a16:creationId xmlns:a16="http://schemas.microsoft.com/office/drawing/2014/main" id="{056883D2-AE14-41D7-92E9-A43358CF3C34}"/>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20" name="Straight Arrow Connector 219">
              <a:extLst>
                <a:ext uri="{FF2B5EF4-FFF2-40B4-BE49-F238E27FC236}">
                  <a16:creationId xmlns:a16="http://schemas.microsoft.com/office/drawing/2014/main" id="{6668B10C-D061-47E8-9076-42FCD480CD97}"/>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1" name="Straight Arrow Connector 220">
              <a:extLst>
                <a:ext uri="{FF2B5EF4-FFF2-40B4-BE49-F238E27FC236}">
                  <a16:creationId xmlns:a16="http://schemas.microsoft.com/office/drawing/2014/main" id="{B01960BF-C5CF-421D-81DC-3B08440D9FB7}"/>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2" name="Straight Arrow Connector 221">
              <a:extLst>
                <a:ext uri="{FF2B5EF4-FFF2-40B4-BE49-F238E27FC236}">
                  <a16:creationId xmlns:a16="http://schemas.microsoft.com/office/drawing/2014/main" id="{82D4EEA5-A7F9-46FD-9033-449B2C1FE99C}"/>
                </a:ext>
              </a:extLst>
            </p:cNvPr>
            <p:cNvCxnSpPr>
              <a:cxnSpLocks/>
            </p:cNvCxnSpPr>
            <p:nvPr/>
          </p:nvCxnSpPr>
          <p:spPr>
            <a:xfrm rot="4800000" flipV="1">
              <a:off x="300899" y="197819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3" name="Straight Arrow Connector 222">
              <a:extLst>
                <a:ext uri="{FF2B5EF4-FFF2-40B4-BE49-F238E27FC236}">
                  <a16:creationId xmlns:a16="http://schemas.microsoft.com/office/drawing/2014/main" id="{97B2D6FA-CFFD-4FE9-B230-5E2A3FEBD5B2}"/>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5" name="Group 204">
            <a:extLst>
              <a:ext uri="{FF2B5EF4-FFF2-40B4-BE49-F238E27FC236}">
                <a16:creationId xmlns:a16="http://schemas.microsoft.com/office/drawing/2014/main" id="{113A97E4-1B9B-4884-BB1D-1A0CAF96BA58}"/>
              </a:ext>
            </a:extLst>
          </p:cNvPr>
          <p:cNvGrpSpPr/>
          <p:nvPr/>
        </p:nvGrpSpPr>
        <p:grpSpPr>
          <a:xfrm>
            <a:off x="7384957" y="747240"/>
            <a:ext cx="2325596" cy="1832347"/>
            <a:chOff x="321580" y="1316090"/>
            <a:chExt cx="1776224" cy="1399494"/>
          </a:xfrm>
        </p:grpSpPr>
        <p:sp>
          <p:nvSpPr>
            <p:cNvPr id="214" name="Rectangle 213">
              <a:extLst>
                <a:ext uri="{FF2B5EF4-FFF2-40B4-BE49-F238E27FC236}">
                  <a16:creationId xmlns:a16="http://schemas.microsoft.com/office/drawing/2014/main" id="{C0C77131-5AB4-4F13-A30C-6BB1B3200A48}"/>
                </a:ext>
              </a:extLst>
            </p:cNvPr>
            <p:cNvSpPr/>
            <p:nvPr/>
          </p:nvSpPr>
          <p:spPr>
            <a:xfrm rot="5400000">
              <a:off x="509945"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15" name="Straight Arrow Connector 214">
              <a:extLst>
                <a:ext uri="{FF2B5EF4-FFF2-40B4-BE49-F238E27FC236}">
                  <a16:creationId xmlns:a16="http://schemas.microsoft.com/office/drawing/2014/main" id="{8E281038-E96E-491B-8204-4E19E55989E1}"/>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6" name="Straight Arrow Connector 215">
              <a:extLst>
                <a:ext uri="{FF2B5EF4-FFF2-40B4-BE49-F238E27FC236}">
                  <a16:creationId xmlns:a16="http://schemas.microsoft.com/office/drawing/2014/main" id="{4E45AA5B-C60D-49E6-86C4-E1401994E18D}"/>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7" name="Straight Arrow Connector 216">
              <a:extLst>
                <a:ext uri="{FF2B5EF4-FFF2-40B4-BE49-F238E27FC236}">
                  <a16:creationId xmlns:a16="http://schemas.microsoft.com/office/drawing/2014/main" id="{A2F57384-A8EC-4598-ADAD-F96D9D69CFE2}"/>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8" name="Straight Arrow Connector 217">
              <a:extLst>
                <a:ext uri="{FF2B5EF4-FFF2-40B4-BE49-F238E27FC236}">
                  <a16:creationId xmlns:a16="http://schemas.microsoft.com/office/drawing/2014/main" id="{8D6230D9-0781-4424-97B2-69236B2BCB80}"/>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6" name="Group 205">
            <a:extLst>
              <a:ext uri="{FF2B5EF4-FFF2-40B4-BE49-F238E27FC236}">
                <a16:creationId xmlns:a16="http://schemas.microsoft.com/office/drawing/2014/main" id="{AD6B3106-B749-467C-B87B-D650AEA914DF}"/>
              </a:ext>
            </a:extLst>
          </p:cNvPr>
          <p:cNvGrpSpPr/>
          <p:nvPr/>
        </p:nvGrpSpPr>
        <p:grpSpPr>
          <a:xfrm>
            <a:off x="7384957" y="2579587"/>
            <a:ext cx="2325596" cy="1832347"/>
            <a:chOff x="321856" y="1316090"/>
            <a:chExt cx="1776224" cy="1399494"/>
          </a:xfrm>
        </p:grpSpPr>
        <p:sp>
          <p:nvSpPr>
            <p:cNvPr id="207" name="Rectangle 206">
              <a:extLst>
                <a:ext uri="{FF2B5EF4-FFF2-40B4-BE49-F238E27FC236}">
                  <a16:creationId xmlns:a16="http://schemas.microsoft.com/office/drawing/2014/main" id="{1678FADC-7F3B-49A6-98C4-4D3548E84F43}"/>
                </a:ext>
              </a:extLst>
            </p:cNvPr>
            <p:cNvSpPr/>
            <p:nvPr/>
          </p:nvSpPr>
          <p:spPr>
            <a:xfrm rot="5400000">
              <a:off x="51022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08" name="Straight Arrow Connector 207">
              <a:extLst>
                <a:ext uri="{FF2B5EF4-FFF2-40B4-BE49-F238E27FC236}">
                  <a16:creationId xmlns:a16="http://schemas.microsoft.com/office/drawing/2014/main" id="{A3E4A723-5F98-4CEF-A925-7E3485761F07}"/>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9" name="Straight Arrow Connector 208">
              <a:extLst>
                <a:ext uri="{FF2B5EF4-FFF2-40B4-BE49-F238E27FC236}">
                  <a16:creationId xmlns:a16="http://schemas.microsoft.com/office/drawing/2014/main" id="{8AA12322-40C1-47F9-B7BE-3EF5FE9A6E1E}"/>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0" name="Straight Arrow Connector 209">
              <a:extLst>
                <a:ext uri="{FF2B5EF4-FFF2-40B4-BE49-F238E27FC236}">
                  <a16:creationId xmlns:a16="http://schemas.microsoft.com/office/drawing/2014/main" id="{E1F6A8F7-5BE2-44A3-8E5A-1DD4BA75493E}"/>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1" name="Straight Arrow Connector 210">
              <a:extLst>
                <a:ext uri="{FF2B5EF4-FFF2-40B4-BE49-F238E27FC236}">
                  <a16:creationId xmlns:a16="http://schemas.microsoft.com/office/drawing/2014/main" id="{AADCD4C8-FCC5-46BF-BF1A-B6D6AC5E7A25}"/>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2" name="Straight Arrow Connector 211">
              <a:extLst>
                <a:ext uri="{FF2B5EF4-FFF2-40B4-BE49-F238E27FC236}">
                  <a16:creationId xmlns:a16="http://schemas.microsoft.com/office/drawing/2014/main" id="{27243F2A-86A6-4D95-92FB-ACB943D6E06E}"/>
                </a:ext>
              </a:extLst>
            </p:cNvPr>
            <p:cNvCxnSpPr>
              <a:cxnSpLocks/>
            </p:cNvCxnSpPr>
            <p:nvPr/>
          </p:nvCxnSpPr>
          <p:spPr>
            <a:xfrm rot="13140000" flipV="1">
              <a:off x="893207" y="203998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3" name="Straight Arrow Connector 212">
              <a:extLst>
                <a:ext uri="{FF2B5EF4-FFF2-40B4-BE49-F238E27FC236}">
                  <a16:creationId xmlns:a16="http://schemas.microsoft.com/office/drawing/2014/main" id="{FAD53B5E-A0E7-4F09-898F-0218D9DD5014}"/>
                </a:ext>
              </a:extLst>
            </p:cNvPr>
            <p:cNvCxnSpPr>
              <a:cxnSpLocks/>
            </p:cNvCxnSpPr>
            <p:nvPr/>
          </p:nvCxnSpPr>
          <p:spPr>
            <a:xfrm rot="2340000" flipV="1">
              <a:off x="987275" y="19408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cxnSp>
        <p:nvCxnSpPr>
          <p:cNvPr id="270" name="Straight Connector 269">
            <a:extLst>
              <a:ext uri="{FF2B5EF4-FFF2-40B4-BE49-F238E27FC236}">
                <a16:creationId xmlns:a16="http://schemas.microsoft.com/office/drawing/2014/main" id="{4334DD71-E463-478A-ABA7-9A5AFA94D68C}"/>
              </a:ext>
            </a:extLst>
          </p:cNvPr>
          <p:cNvCxnSpPr/>
          <p:nvPr/>
        </p:nvCxnSpPr>
        <p:spPr>
          <a:xfrm>
            <a:off x="7380448" y="2579587"/>
            <a:ext cx="2325596" cy="1832347"/>
          </a:xfrm>
          <a:prstGeom prst="line">
            <a:avLst/>
          </a:prstGeom>
          <a:ln w="19050"/>
        </p:spPr>
        <p:style>
          <a:lnRef idx="1">
            <a:schemeClr val="dk1"/>
          </a:lnRef>
          <a:fillRef idx="0">
            <a:schemeClr val="dk1"/>
          </a:fillRef>
          <a:effectRef idx="0">
            <a:schemeClr val="dk1"/>
          </a:effectRef>
          <a:fontRef idx="minor">
            <a:schemeClr val="tx1"/>
          </a:fontRef>
        </p:style>
      </p:cxnSp>
      <p:cxnSp>
        <p:nvCxnSpPr>
          <p:cNvPr id="271" name="Straight Connector 270">
            <a:extLst>
              <a:ext uri="{FF2B5EF4-FFF2-40B4-BE49-F238E27FC236}">
                <a16:creationId xmlns:a16="http://schemas.microsoft.com/office/drawing/2014/main" id="{FF2FCAAA-7996-4B03-8DD5-8487CFC4BDF1}"/>
              </a:ext>
            </a:extLst>
          </p:cNvPr>
          <p:cNvCxnSpPr/>
          <p:nvPr/>
        </p:nvCxnSpPr>
        <p:spPr>
          <a:xfrm flipH="1">
            <a:off x="7380086" y="747240"/>
            <a:ext cx="2325596" cy="1832347"/>
          </a:xfrm>
          <a:prstGeom prst="line">
            <a:avLst/>
          </a:prstGeom>
          <a:ln w="19050"/>
        </p:spPr>
        <p:style>
          <a:lnRef idx="1">
            <a:schemeClr val="dk1"/>
          </a:lnRef>
          <a:fillRef idx="0">
            <a:schemeClr val="dk1"/>
          </a:fillRef>
          <a:effectRef idx="0">
            <a:schemeClr val="dk1"/>
          </a:effectRef>
          <a:fontRef idx="minor">
            <a:schemeClr val="tx1"/>
          </a:fontRef>
        </p:style>
      </p:cxnSp>
      <p:cxnSp>
        <p:nvCxnSpPr>
          <p:cNvPr id="272" name="Straight Connector 271">
            <a:extLst>
              <a:ext uri="{FF2B5EF4-FFF2-40B4-BE49-F238E27FC236}">
                <a16:creationId xmlns:a16="http://schemas.microsoft.com/office/drawing/2014/main" id="{45518EAD-433B-4D30-86D2-970AA7C8987B}"/>
              </a:ext>
            </a:extLst>
          </p:cNvPr>
          <p:cNvCxnSpPr>
            <a:cxnSpLocks/>
          </p:cNvCxnSpPr>
          <p:nvPr/>
        </p:nvCxnSpPr>
        <p:spPr>
          <a:xfrm>
            <a:off x="417944" y="2579587"/>
            <a:ext cx="928773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805DF446-5EFD-464C-A447-01430AB10EF8}"/>
              </a:ext>
            </a:extLst>
          </p:cNvPr>
          <p:cNvCxnSpPr/>
          <p:nvPr/>
        </p:nvCxnSpPr>
        <p:spPr>
          <a:xfrm>
            <a:off x="5055934" y="2579587"/>
            <a:ext cx="0" cy="3664694"/>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cxnSp>
        <p:nvCxnSpPr>
          <p:cNvPr id="275" name="Straight Connector 274">
            <a:extLst>
              <a:ext uri="{FF2B5EF4-FFF2-40B4-BE49-F238E27FC236}">
                <a16:creationId xmlns:a16="http://schemas.microsoft.com/office/drawing/2014/main" id="{3074EE5F-DA69-449F-A09A-8107C8B3EFCA}"/>
              </a:ext>
            </a:extLst>
          </p:cNvPr>
          <p:cNvCxnSpPr/>
          <p:nvPr/>
        </p:nvCxnSpPr>
        <p:spPr>
          <a:xfrm flipH="1">
            <a:off x="7380086" y="747240"/>
            <a:ext cx="2325596" cy="1832347"/>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cxnSp>
        <p:nvCxnSpPr>
          <p:cNvPr id="276" name="Straight Connector 275">
            <a:extLst>
              <a:ext uri="{FF2B5EF4-FFF2-40B4-BE49-F238E27FC236}">
                <a16:creationId xmlns:a16="http://schemas.microsoft.com/office/drawing/2014/main" id="{E1E30BB6-810A-49DF-80A7-7D3519084021}"/>
              </a:ext>
            </a:extLst>
          </p:cNvPr>
          <p:cNvCxnSpPr/>
          <p:nvPr/>
        </p:nvCxnSpPr>
        <p:spPr>
          <a:xfrm>
            <a:off x="7380086" y="2579587"/>
            <a:ext cx="2325596" cy="183234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DC5DD4E9-1578-4D03-A242-CCD59A8C804C}"/>
              </a:ext>
            </a:extLst>
          </p:cNvPr>
          <p:cNvCxnSpPr/>
          <p:nvPr/>
        </p:nvCxnSpPr>
        <p:spPr>
          <a:xfrm>
            <a:off x="7384559" y="747240"/>
            <a:ext cx="0" cy="3664694"/>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sp>
        <p:nvSpPr>
          <p:cNvPr id="281" name="TextBox 280">
            <a:extLst>
              <a:ext uri="{FF2B5EF4-FFF2-40B4-BE49-F238E27FC236}">
                <a16:creationId xmlns:a16="http://schemas.microsoft.com/office/drawing/2014/main" id="{74B820F3-51AC-4AAD-BC88-64F143A8EC01}"/>
              </a:ext>
            </a:extLst>
          </p:cNvPr>
          <p:cNvSpPr txBox="1"/>
          <p:nvPr/>
        </p:nvSpPr>
        <p:spPr>
          <a:xfrm>
            <a:off x="7346733" y="3842105"/>
            <a:ext cx="394995" cy="483564"/>
          </a:xfrm>
          <a:prstGeom prst="rect">
            <a:avLst/>
          </a:prstGeom>
          <a:noFill/>
        </p:spPr>
        <p:txBody>
          <a:bodyPr wrap="none" rtlCol="0">
            <a:spAutoFit/>
          </a:bodyPr>
          <a:lstStyle/>
          <a:p>
            <a:r>
              <a:rPr lang="en-US" dirty="0">
                <a:solidFill>
                  <a:srgbClr val="FF0000"/>
                </a:solidFill>
              </a:rPr>
              <a:t>4</a:t>
            </a:r>
          </a:p>
        </p:txBody>
      </p:sp>
      <p:sp>
        <p:nvSpPr>
          <p:cNvPr id="282" name="TextBox 281">
            <a:extLst>
              <a:ext uri="{FF2B5EF4-FFF2-40B4-BE49-F238E27FC236}">
                <a16:creationId xmlns:a16="http://schemas.microsoft.com/office/drawing/2014/main" id="{D3BFCE09-DD58-454C-BED7-2E81C8A13C72}"/>
              </a:ext>
            </a:extLst>
          </p:cNvPr>
          <p:cNvSpPr txBox="1"/>
          <p:nvPr/>
        </p:nvSpPr>
        <p:spPr>
          <a:xfrm>
            <a:off x="7321065" y="909096"/>
            <a:ext cx="394995" cy="483564"/>
          </a:xfrm>
          <a:prstGeom prst="rect">
            <a:avLst/>
          </a:prstGeom>
          <a:noFill/>
        </p:spPr>
        <p:txBody>
          <a:bodyPr wrap="none" rtlCol="0">
            <a:spAutoFit/>
          </a:bodyPr>
          <a:lstStyle/>
          <a:p>
            <a:r>
              <a:rPr lang="en-US" dirty="0">
                <a:solidFill>
                  <a:srgbClr val="FF0000"/>
                </a:solidFill>
              </a:rPr>
              <a:t>5</a:t>
            </a:r>
          </a:p>
        </p:txBody>
      </p:sp>
      <p:sp>
        <p:nvSpPr>
          <p:cNvPr id="283" name="TextBox 282">
            <a:extLst>
              <a:ext uri="{FF2B5EF4-FFF2-40B4-BE49-F238E27FC236}">
                <a16:creationId xmlns:a16="http://schemas.microsoft.com/office/drawing/2014/main" id="{33FF4290-4CB2-4C7E-BA83-11D028A3ADD9}"/>
              </a:ext>
            </a:extLst>
          </p:cNvPr>
          <p:cNvSpPr txBox="1"/>
          <p:nvPr/>
        </p:nvSpPr>
        <p:spPr>
          <a:xfrm>
            <a:off x="5287449" y="2255654"/>
            <a:ext cx="394995" cy="483564"/>
          </a:xfrm>
          <a:prstGeom prst="rect">
            <a:avLst/>
          </a:prstGeom>
          <a:noFill/>
        </p:spPr>
        <p:txBody>
          <a:bodyPr wrap="none" rtlCol="0">
            <a:spAutoFit/>
          </a:bodyPr>
          <a:lstStyle/>
          <a:p>
            <a:r>
              <a:rPr lang="en-US" dirty="0">
                <a:solidFill>
                  <a:srgbClr val="FF0000"/>
                </a:solidFill>
              </a:rPr>
              <a:t>6</a:t>
            </a:r>
          </a:p>
        </p:txBody>
      </p:sp>
      <p:sp>
        <p:nvSpPr>
          <p:cNvPr id="284" name="TextBox 283">
            <a:extLst>
              <a:ext uri="{FF2B5EF4-FFF2-40B4-BE49-F238E27FC236}">
                <a16:creationId xmlns:a16="http://schemas.microsoft.com/office/drawing/2014/main" id="{A4563EBC-A27F-435D-A67C-C6215A6B5704}"/>
              </a:ext>
            </a:extLst>
          </p:cNvPr>
          <p:cNvSpPr txBox="1"/>
          <p:nvPr/>
        </p:nvSpPr>
        <p:spPr>
          <a:xfrm>
            <a:off x="4790371" y="3773299"/>
            <a:ext cx="394995" cy="483564"/>
          </a:xfrm>
          <a:prstGeom prst="rect">
            <a:avLst/>
          </a:prstGeom>
          <a:noFill/>
        </p:spPr>
        <p:txBody>
          <a:bodyPr wrap="none" rtlCol="0">
            <a:spAutoFit/>
          </a:bodyPr>
          <a:lstStyle/>
          <a:p>
            <a:r>
              <a:rPr lang="en-US" dirty="0">
                <a:solidFill>
                  <a:srgbClr val="FF0000"/>
                </a:solidFill>
              </a:rPr>
              <a:t>7</a:t>
            </a:r>
          </a:p>
        </p:txBody>
      </p:sp>
      <p:sp>
        <p:nvSpPr>
          <p:cNvPr id="285" name="TextBox 284">
            <a:extLst>
              <a:ext uri="{FF2B5EF4-FFF2-40B4-BE49-F238E27FC236}">
                <a16:creationId xmlns:a16="http://schemas.microsoft.com/office/drawing/2014/main" id="{EAD0A7C8-2C2D-4CE8-8030-9DED47ADBDED}"/>
              </a:ext>
            </a:extLst>
          </p:cNvPr>
          <p:cNvSpPr txBox="1"/>
          <p:nvPr/>
        </p:nvSpPr>
        <p:spPr>
          <a:xfrm>
            <a:off x="2456947" y="3867417"/>
            <a:ext cx="394995" cy="483564"/>
          </a:xfrm>
          <a:prstGeom prst="rect">
            <a:avLst/>
          </a:prstGeom>
          <a:noFill/>
        </p:spPr>
        <p:txBody>
          <a:bodyPr wrap="none" rtlCol="0">
            <a:spAutoFit/>
          </a:bodyPr>
          <a:lstStyle/>
          <a:p>
            <a:r>
              <a:rPr lang="en-US" dirty="0">
                <a:solidFill>
                  <a:srgbClr val="FF0000"/>
                </a:solidFill>
              </a:rPr>
              <a:t>8</a:t>
            </a:r>
          </a:p>
        </p:txBody>
      </p:sp>
      <p:sp>
        <p:nvSpPr>
          <p:cNvPr id="286" name="TextBox 285">
            <a:extLst>
              <a:ext uri="{FF2B5EF4-FFF2-40B4-BE49-F238E27FC236}">
                <a16:creationId xmlns:a16="http://schemas.microsoft.com/office/drawing/2014/main" id="{0BE3AE39-106D-4A43-B3D1-FDC608F90FF7}"/>
              </a:ext>
            </a:extLst>
          </p:cNvPr>
          <p:cNvSpPr txBox="1"/>
          <p:nvPr/>
        </p:nvSpPr>
        <p:spPr>
          <a:xfrm>
            <a:off x="2091500" y="2240703"/>
            <a:ext cx="394995" cy="483564"/>
          </a:xfrm>
          <a:prstGeom prst="rect">
            <a:avLst/>
          </a:prstGeom>
          <a:noFill/>
        </p:spPr>
        <p:txBody>
          <a:bodyPr wrap="none" rtlCol="0">
            <a:spAutoFit/>
          </a:bodyPr>
          <a:lstStyle/>
          <a:p>
            <a:r>
              <a:rPr lang="en-US" dirty="0">
                <a:solidFill>
                  <a:srgbClr val="FF0000"/>
                </a:solidFill>
              </a:rPr>
              <a:t>9</a:t>
            </a:r>
          </a:p>
        </p:txBody>
      </p:sp>
      <p:sp>
        <p:nvSpPr>
          <p:cNvPr id="287" name="TextBox 286">
            <a:extLst>
              <a:ext uri="{FF2B5EF4-FFF2-40B4-BE49-F238E27FC236}">
                <a16:creationId xmlns:a16="http://schemas.microsoft.com/office/drawing/2014/main" id="{2335C42D-1307-43A0-9C41-D2DCA3DD9390}"/>
              </a:ext>
            </a:extLst>
          </p:cNvPr>
          <p:cNvSpPr txBox="1"/>
          <p:nvPr/>
        </p:nvSpPr>
        <p:spPr>
          <a:xfrm>
            <a:off x="8960016" y="2189815"/>
            <a:ext cx="548206" cy="483564"/>
          </a:xfrm>
          <a:prstGeom prst="rect">
            <a:avLst/>
          </a:prstGeom>
          <a:noFill/>
        </p:spPr>
        <p:txBody>
          <a:bodyPr wrap="none" rtlCol="0">
            <a:spAutoFit/>
          </a:bodyPr>
          <a:lstStyle/>
          <a:p>
            <a:r>
              <a:rPr lang="en-US" dirty="0">
                <a:solidFill>
                  <a:srgbClr val="FF0000"/>
                </a:solidFill>
              </a:rPr>
              <a:t>10</a:t>
            </a:r>
          </a:p>
        </p:txBody>
      </p:sp>
      <p:sp>
        <p:nvSpPr>
          <p:cNvPr id="288" name="TextBox 287">
            <a:extLst>
              <a:ext uri="{FF2B5EF4-FFF2-40B4-BE49-F238E27FC236}">
                <a16:creationId xmlns:a16="http://schemas.microsoft.com/office/drawing/2014/main" id="{B0127BF5-9E71-434E-BFEA-92B1F11F419B}"/>
              </a:ext>
            </a:extLst>
          </p:cNvPr>
          <p:cNvSpPr txBox="1"/>
          <p:nvPr/>
        </p:nvSpPr>
        <p:spPr>
          <a:xfrm>
            <a:off x="8611110" y="3100248"/>
            <a:ext cx="548206" cy="483564"/>
          </a:xfrm>
          <a:prstGeom prst="rect">
            <a:avLst/>
          </a:prstGeom>
          <a:noFill/>
        </p:spPr>
        <p:txBody>
          <a:bodyPr wrap="none" rtlCol="0">
            <a:spAutoFit/>
          </a:bodyPr>
          <a:lstStyle/>
          <a:p>
            <a:r>
              <a:rPr lang="en-US" dirty="0">
                <a:solidFill>
                  <a:srgbClr val="FF0000"/>
                </a:solidFill>
              </a:rPr>
              <a:t>11</a:t>
            </a:r>
          </a:p>
        </p:txBody>
      </p:sp>
      <p:sp>
        <p:nvSpPr>
          <p:cNvPr id="289" name="TextBox 288">
            <a:extLst>
              <a:ext uri="{FF2B5EF4-FFF2-40B4-BE49-F238E27FC236}">
                <a16:creationId xmlns:a16="http://schemas.microsoft.com/office/drawing/2014/main" id="{24581527-E833-4F7A-B3EE-3288FAB5F615}"/>
              </a:ext>
            </a:extLst>
          </p:cNvPr>
          <p:cNvSpPr txBox="1"/>
          <p:nvPr/>
        </p:nvSpPr>
        <p:spPr>
          <a:xfrm>
            <a:off x="8681350" y="856910"/>
            <a:ext cx="548206" cy="483564"/>
          </a:xfrm>
          <a:prstGeom prst="rect">
            <a:avLst/>
          </a:prstGeom>
          <a:noFill/>
        </p:spPr>
        <p:txBody>
          <a:bodyPr wrap="none" rtlCol="0">
            <a:spAutoFit/>
          </a:bodyPr>
          <a:lstStyle/>
          <a:p>
            <a:r>
              <a:rPr lang="en-US" dirty="0">
                <a:solidFill>
                  <a:srgbClr val="FF0000"/>
                </a:solidFill>
              </a:rPr>
              <a:t>12</a:t>
            </a:r>
          </a:p>
        </p:txBody>
      </p:sp>
      <p:cxnSp>
        <p:nvCxnSpPr>
          <p:cNvPr id="290" name="Straight Arrow Connector 289">
            <a:extLst>
              <a:ext uri="{FF2B5EF4-FFF2-40B4-BE49-F238E27FC236}">
                <a16:creationId xmlns:a16="http://schemas.microsoft.com/office/drawing/2014/main" id="{55C17A50-C856-4DEA-A8D4-C1B4076FDFD0}"/>
              </a:ext>
            </a:extLst>
          </p:cNvPr>
          <p:cNvCxnSpPr>
            <a:cxnSpLocks/>
          </p:cNvCxnSpPr>
          <p:nvPr/>
        </p:nvCxnSpPr>
        <p:spPr>
          <a:xfrm rot="8460000" flipV="1">
            <a:off x="8143190" y="1861000"/>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1" name="Straight Arrow Connector 290">
            <a:extLst>
              <a:ext uri="{FF2B5EF4-FFF2-40B4-BE49-F238E27FC236}">
                <a16:creationId xmlns:a16="http://schemas.microsoft.com/office/drawing/2014/main" id="{C66BA0EC-7817-4849-B3EA-67F8BC789B5F}"/>
              </a:ext>
            </a:extLst>
          </p:cNvPr>
          <p:cNvCxnSpPr>
            <a:cxnSpLocks/>
          </p:cNvCxnSpPr>
          <p:nvPr/>
        </p:nvCxnSpPr>
        <p:spPr>
          <a:xfrm rot="19260000" flipV="1">
            <a:off x="8024502" y="1723935"/>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3" name="Oval 292">
            <a:extLst>
              <a:ext uri="{FF2B5EF4-FFF2-40B4-BE49-F238E27FC236}">
                <a16:creationId xmlns:a16="http://schemas.microsoft.com/office/drawing/2014/main" id="{0D654E35-13F6-4427-8485-0D92293A1AB4}"/>
              </a:ext>
            </a:extLst>
          </p:cNvPr>
          <p:cNvSpPr/>
          <p:nvPr/>
        </p:nvSpPr>
        <p:spPr>
          <a:xfrm>
            <a:off x="229402" y="605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294" name="Oval 293">
            <a:extLst>
              <a:ext uri="{FF2B5EF4-FFF2-40B4-BE49-F238E27FC236}">
                <a16:creationId xmlns:a16="http://schemas.microsoft.com/office/drawing/2014/main" id="{607B11A5-EAE0-49A3-AADF-8535D706D5E2}"/>
              </a:ext>
            </a:extLst>
          </p:cNvPr>
          <p:cNvSpPr/>
          <p:nvPr/>
        </p:nvSpPr>
        <p:spPr>
          <a:xfrm>
            <a:off x="2565414" y="606741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296" name="Oval 295">
            <a:extLst>
              <a:ext uri="{FF2B5EF4-FFF2-40B4-BE49-F238E27FC236}">
                <a16:creationId xmlns:a16="http://schemas.microsoft.com/office/drawing/2014/main" id="{E97EB18D-FAEC-405D-BFD1-C5F02588E5A4}"/>
              </a:ext>
            </a:extLst>
          </p:cNvPr>
          <p:cNvSpPr/>
          <p:nvPr/>
        </p:nvSpPr>
        <p:spPr>
          <a:xfrm>
            <a:off x="7205470" y="605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297" name="Oval 296">
            <a:extLst>
              <a:ext uri="{FF2B5EF4-FFF2-40B4-BE49-F238E27FC236}">
                <a16:creationId xmlns:a16="http://schemas.microsoft.com/office/drawing/2014/main" id="{70D668ED-BDF2-4917-86BC-B9E90DF3DFD0}"/>
              </a:ext>
            </a:extLst>
          </p:cNvPr>
          <p:cNvSpPr/>
          <p:nvPr/>
        </p:nvSpPr>
        <p:spPr>
          <a:xfrm>
            <a:off x="227183" y="4235873"/>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sp>
        <p:nvSpPr>
          <p:cNvPr id="300" name="Oval 299">
            <a:extLst>
              <a:ext uri="{FF2B5EF4-FFF2-40B4-BE49-F238E27FC236}">
                <a16:creationId xmlns:a16="http://schemas.microsoft.com/office/drawing/2014/main" id="{F1D59075-0218-4F2D-8875-3BBF8730CCB5}"/>
              </a:ext>
            </a:extLst>
          </p:cNvPr>
          <p:cNvSpPr/>
          <p:nvPr/>
        </p:nvSpPr>
        <p:spPr>
          <a:xfrm>
            <a:off x="7216442" y="4229164"/>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H</a:t>
            </a:r>
            <a:endParaRPr lang="en-US" dirty="0"/>
          </a:p>
        </p:txBody>
      </p:sp>
      <p:sp>
        <p:nvSpPr>
          <p:cNvPr id="301" name="Oval 300">
            <a:extLst>
              <a:ext uri="{FF2B5EF4-FFF2-40B4-BE49-F238E27FC236}">
                <a16:creationId xmlns:a16="http://schemas.microsoft.com/office/drawing/2014/main" id="{BD03B9AE-6261-492E-8508-FA9AE486F270}"/>
              </a:ext>
            </a:extLst>
          </p:cNvPr>
          <p:cNvSpPr/>
          <p:nvPr/>
        </p:nvSpPr>
        <p:spPr>
          <a:xfrm>
            <a:off x="9532893" y="4238364"/>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I</a:t>
            </a:r>
            <a:endParaRPr lang="en-US" dirty="0"/>
          </a:p>
        </p:txBody>
      </p:sp>
      <p:sp>
        <p:nvSpPr>
          <p:cNvPr id="302" name="Oval 301">
            <a:extLst>
              <a:ext uri="{FF2B5EF4-FFF2-40B4-BE49-F238E27FC236}">
                <a16:creationId xmlns:a16="http://schemas.microsoft.com/office/drawing/2014/main" id="{8219E6CA-0701-46C4-9495-F0DAC3BE6D5C}"/>
              </a:ext>
            </a:extLst>
          </p:cNvPr>
          <p:cNvSpPr/>
          <p:nvPr/>
        </p:nvSpPr>
        <p:spPr>
          <a:xfrm>
            <a:off x="227183" y="2410794"/>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J</a:t>
            </a:r>
            <a:endParaRPr lang="en-US" dirty="0"/>
          </a:p>
        </p:txBody>
      </p:sp>
      <p:sp>
        <p:nvSpPr>
          <p:cNvPr id="305" name="Oval 304">
            <a:extLst>
              <a:ext uri="{FF2B5EF4-FFF2-40B4-BE49-F238E27FC236}">
                <a16:creationId xmlns:a16="http://schemas.microsoft.com/office/drawing/2014/main" id="{4A8BBCCD-B5BF-48DD-8126-A474AB04C35A}"/>
              </a:ext>
            </a:extLst>
          </p:cNvPr>
          <p:cNvSpPr/>
          <p:nvPr/>
        </p:nvSpPr>
        <p:spPr>
          <a:xfrm>
            <a:off x="7216442" y="2404085"/>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M</a:t>
            </a:r>
            <a:endParaRPr lang="en-US" dirty="0"/>
          </a:p>
        </p:txBody>
      </p:sp>
      <p:sp>
        <p:nvSpPr>
          <p:cNvPr id="306" name="Oval 305">
            <a:extLst>
              <a:ext uri="{FF2B5EF4-FFF2-40B4-BE49-F238E27FC236}">
                <a16:creationId xmlns:a16="http://schemas.microsoft.com/office/drawing/2014/main" id="{91BE7614-ABEE-4C51-A742-71FFD52B95A5}"/>
              </a:ext>
            </a:extLst>
          </p:cNvPr>
          <p:cNvSpPr/>
          <p:nvPr/>
        </p:nvSpPr>
        <p:spPr>
          <a:xfrm>
            <a:off x="9532893" y="2413285"/>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N</a:t>
            </a:r>
            <a:endParaRPr lang="en-US" dirty="0"/>
          </a:p>
        </p:txBody>
      </p:sp>
      <p:sp>
        <p:nvSpPr>
          <p:cNvPr id="307" name="Oval 306">
            <a:extLst>
              <a:ext uri="{FF2B5EF4-FFF2-40B4-BE49-F238E27FC236}">
                <a16:creationId xmlns:a16="http://schemas.microsoft.com/office/drawing/2014/main" id="{263F7E91-7613-4A0A-BF02-B5093EA16EE5}"/>
              </a:ext>
            </a:extLst>
          </p:cNvPr>
          <p:cNvSpPr/>
          <p:nvPr/>
        </p:nvSpPr>
        <p:spPr>
          <a:xfrm>
            <a:off x="227183" y="577930"/>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P</a:t>
            </a:r>
            <a:endParaRPr lang="en-US" dirty="0"/>
          </a:p>
        </p:txBody>
      </p:sp>
      <p:sp>
        <p:nvSpPr>
          <p:cNvPr id="309" name="Oval 308">
            <a:extLst>
              <a:ext uri="{FF2B5EF4-FFF2-40B4-BE49-F238E27FC236}">
                <a16:creationId xmlns:a16="http://schemas.microsoft.com/office/drawing/2014/main" id="{8EFD28D6-F8A2-4A21-97B7-E16C35904818}"/>
              </a:ext>
            </a:extLst>
          </p:cNvPr>
          <p:cNvSpPr/>
          <p:nvPr/>
        </p:nvSpPr>
        <p:spPr>
          <a:xfrm>
            <a:off x="4883176" y="572998"/>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R</a:t>
            </a:r>
            <a:endParaRPr lang="en-US" dirty="0"/>
          </a:p>
        </p:txBody>
      </p:sp>
      <p:sp>
        <p:nvSpPr>
          <p:cNvPr id="310" name="Oval 309">
            <a:extLst>
              <a:ext uri="{FF2B5EF4-FFF2-40B4-BE49-F238E27FC236}">
                <a16:creationId xmlns:a16="http://schemas.microsoft.com/office/drawing/2014/main" id="{C3D66646-F891-415E-9B93-C259E4A46E28}"/>
              </a:ext>
            </a:extLst>
          </p:cNvPr>
          <p:cNvSpPr/>
          <p:nvPr/>
        </p:nvSpPr>
        <p:spPr>
          <a:xfrm>
            <a:off x="7216442" y="5712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S</a:t>
            </a:r>
            <a:endParaRPr lang="en-US" dirty="0"/>
          </a:p>
        </p:txBody>
      </p:sp>
      <p:sp>
        <p:nvSpPr>
          <p:cNvPr id="311" name="Oval 310">
            <a:extLst>
              <a:ext uri="{FF2B5EF4-FFF2-40B4-BE49-F238E27FC236}">
                <a16:creationId xmlns:a16="http://schemas.microsoft.com/office/drawing/2014/main" id="{8E53C076-C635-4633-8B12-F48E65DBEDD5}"/>
              </a:ext>
            </a:extLst>
          </p:cNvPr>
          <p:cNvSpPr/>
          <p:nvPr/>
        </p:nvSpPr>
        <p:spPr>
          <a:xfrm>
            <a:off x="9532893" y="58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T</a:t>
            </a:r>
            <a:endParaRPr lang="en-US" dirty="0"/>
          </a:p>
        </p:txBody>
      </p:sp>
      <p:sp>
        <p:nvSpPr>
          <p:cNvPr id="121" name="TextBox 120">
            <a:extLst>
              <a:ext uri="{FF2B5EF4-FFF2-40B4-BE49-F238E27FC236}">
                <a16:creationId xmlns:a16="http://schemas.microsoft.com/office/drawing/2014/main" id="{F38C266C-0EEA-4DE5-9318-4D834978FAE0}"/>
              </a:ext>
            </a:extLst>
          </p:cNvPr>
          <p:cNvSpPr txBox="1"/>
          <p:nvPr/>
        </p:nvSpPr>
        <p:spPr>
          <a:xfrm>
            <a:off x="10156652" y="1683206"/>
            <a:ext cx="4378498" cy="923330"/>
          </a:xfrm>
          <a:prstGeom prst="rect">
            <a:avLst/>
          </a:prstGeom>
          <a:ln w="19050">
            <a:solidFill>
              <a:schemeClr val="tx1"/>
            </a:solidFill>
          </a:ln>
        </p:spPr>
        <p:style>
          <a:lnRef idx="1">
            <a:schemeClr val="accent1"/>
          </a:lnRef>
          <a:fillRef idx="3">
            <a:schemeClr val="accent1"/>
          </a:fillRef>
          <a:effectRef idx="2">
            <a:schemeClr val="accent1"/>
          </a:effectRef>
          <a:fontRef idx="minor">
            <a:schemeClr val="lt1"/>
          </a:fontRef>
        </p:style>
        <p:txBody>
          <a:bodyPr wrap="square">
            <a:spAutoFit/>
          </a:bodyPr>
          <a:lstStyle/>
          <a:p>
            <a:pPr algn="just"/>
            <a:r>
              <a:rPr lang="en-US" dirty="0">
                <a:latin typeface="Consolas" panose="020B0609020204030204" pitchFamily="49" charset="0"/>
              </a:rPr>
              <a:t>Edge 4:</a:t>
            </a:r>
          </a:p>
          <a:p>
            <a:pPr algn="just"/>
            <a:r>
              <a:rPr lang="en-US" dirty="0">
                <a:latin typeface="Consolas" panose="020B0609020204030204" pitchFamily="49" charset="0"/>
              </a:rPr>
              <a:t>M: Canonical and Internal.</a:t>
            </a:r>
          </a:p>
          <a:p>
            <a:pPr algn="just"/>
            <a:r>
              <a:rPr lang="en-US" dirty="0">
                <a:latin typeface="Consolas" panose="020B0609020204030204" pitchFamily="49" charset="0"/>
              </a:rPr>
              <a:t>H: Canonical and Border.</a:t>
            </a:r>
          </a:p>
        </p:txBody>
      </p:sp>
      <p:sp>
        <p:nvSpPr>
          <p:cNvPr id="117" name="Rectangle 116">
            <a:extLst>
              <a:ext uri="{FF2B5EF4-FFF2-40B4-BE49-F238E27FC236}">
                <a16:creationId xmlns:a16="http://schemas.microsoft.com/office/drawing/2014/main" id="{BB24C0C0-E59E-4211-B5CB-E3E0B2566CC5}"/>
              </a:ext>
            </a:extLst>
          </p:cNvPr>
          <p:cNvSpPr/>
          <p:nvPr/>
        </p:nvSpPr>
        <p:spPr>
          <a:xfrm>
            <a:off x="2399392" y="744946"/>
            <a:ext cx="949383" cy="1830707"/>
          </a:xfrm>
          <a:custGeom>
            <a:avLst/>
            <a:gdLst>
              <a:gd name="connsiteX0" fmla="*/ 0 w 115151"/>
              <a:gd name="connsiteY0" fmla="*/ 0 h 1833882"/>
              <a:gd name="connsiteX1" fmla="*/ 115151 w 115151"/>
              <a:gd name="connsiteY1" fmla="*/ 0 h 1833882"/>
              <a:gd name="connsiteX2" fmla="*/ 115151 w 115151"/>
              <a:gd name="connsiteY2" fmla="*/ 1833882 h 1833882"/>
              <a:gd name="connsiteX3" fmla="*/ 0 w 115151"/>
              <a:gd name="connsiteY3" fmla="*/ 1833882 h 1833882"/>
              <a:gd name="connsiteX4" fmla="*/ 0 w 115151"/>
              <a:gd name="connsiteY4" fmla="*/ 0 h 1833882"/>
              <a:gd name="connsiteX0" fmla="*/ 0 w 251676"/>
              <a:gd name="connsiteY0" fmla="*/ 0 h 1833882"/>
              <a:gd name="connsiteX1" fmla="*/ 251676 w 251676"/>
              <a:gd name="connsiteY1" fmla="*/ 0 h 1833882"/>
              <a:gd name="connsiteX2" fmla="*/ 115151 w 251676"/>
              <a:gd name="connsiteY2" fmla="*/ 1833882 h 1833882"/>
              <a:gd name="connsiteX3" fmla="*/ 0 w 251676"/>
              <a:gd name="connsiteY3" fmla="*/ 1833882 h 1833882"/>
              <a:gd name="connsiteX4" fmla="*/ 0 w 251676"/>
              <a:gd name="connsiteY4" fmla="*/ 0 h 1833882"/>
              <a:gd name="connsiteX0" fmla="*/ 0 w 442176"/>
              <a:gd name="connsiteY0" fmla="*/ 0 h 1833882"/>
              <a:gd name="connsiteX1" fmla="*/ 442176 w 442176"/>
              <a:gd name="connsiteY1" fmla="*/ 0 h 1833882"/>
              <a:gd name="connsiteX2" fmla="*/ 305651 w 442176"/>
              <a:gd name="connsiteY2" fmla="*/ 1833882 h 1833882"/>
              <a:gd name="connsiteX3" fmla="*/ 190500 w 442176"/>
              <a:gd name="connsiteY3" fmla="*/ 1833882 h 1833882"/>
              <a:gd name="connsiteX4" fmla="*/ 0 w 442176"/>
              <a:gd name="connsiteY4" fmla="*/ 0 h 1833882"/>
              <a:gd name="connsiteX0" fmla="*/ 0 w 527901"/>
              <a:gd name="connsiteY0" fmla="*/ 0 h 1837057"/>
              <a:gd name="connsiteX1" fmla="*/ 527901 w 527901"/>
              <a:gd name="connsiteY1" fmla="*/ 3175 h 1837057"/>
              <a:gd name="connsiteX2" fmla="*/ 391376 w 527901"/>
              <a:gd name="connsiteY2" fmla="*/ 1837057 h 1837057"/>
              <a:gd name="connsiteX3" fmla="*/ 276225 w 527901"/>
              <a:gd name="connsiteY3" fmla="*/ 1837057 h 1837057"/>
              <a:gd name="connsiteX4" fmla="*/ 0 w 527901"/>
              <a:gd name="connsiteY4" fmla="*/ 0 h 1837057"/>
              <a:gd name="connsiteX0" fmla="*/ 0 w 645376"/>
              <a:gd name="connsiteY0" fmla="*/ 3175 h 1840232"/>
              <a:gd name="connsiteX1" fmla="*/ 645376 w 645376"/>
              <a:gd name="connsiteY1" fmla="*/ 0 h 1840232"/>
              <a:gd name="connsiteX2" fmla="*/ 391376 w 645376"/>
              <a:gd name="connsiteY2" fmla="*/ 1840232 h 1840232"/>
              <a:gd name="connsiteX3" fmla="*/ 276225 w 645376"/>
              <a:gd name="connsiteY3" fmla="*/ 1840232 h 1840232"/>
              <a:gd name="connsiteX4" fmla="*/ 0 w 645376"/>
              <a:gd name="connsiteY4" fmla="*/ 3175 h 1840232"/>
              <a:gd name="connsiteX0" fmla="*/ 0 w 654901"/>
              <a:gd name="connsiteY0" fmla="*/ 0 h 1837057"/>
              <a:gd name="connsiteX1" fmla="*/ 654901 w 654901"/>
              <a:gd name="connsiteY1" fmla="*/ 3175 h 1837057"/>
              <a:gd name="connsiteX2" fmla="*/ 391376 w 654901"/>
              <a:gd name="connsiteY2" fmla="*/ 1837057 h 1837057"/>
              <a:gd name="connsiteX3" fmla="*/ 276225 w 654901"/>
              <a:gd name="connsiteY3" fmla="*/ 1837057 h 1837057"/>
              <a:gd name="connsiteX4" fmla="*/ 0 w 654901"/>
              <a:gd name="connsiteY4" fmla="*/ 0 h 1837057"/>
              <a:gd name="connsiteX0" fmla="*/ 0 w 658076"/>
              <a:gd name="connsiteY0" fmla="*/ 0 h 1833882"/>
              <a:gd name="connsiteX1" fmla="*/ 658076 w 658076"/>
              <a:gd name="connsiteY1" fmla="*/ 0 h 1833882"/>
              <a:gd name="connsiteX2" fmla="*/ 394551 w 658076"/>
              <a:gd name="connsiteY2" fmla="*/ 1833882 h 1833882"/>
              <a:gd name="connsiteX3" fmla="*/ 279400 w 658076"/>
              <a:gd name="connsiteY3" fmla="*/ 1833882 h 1833882"/>
              <a:gd name="connsiteX4" fmla="*/ 0 w 658076"/>
              <a:gd name="connsiteY4" fmla="*/ 0 h 1833882"/>
              <a:gd name="connsiteX0" fmla="*/ 0 w 832701"/>
              <a:gd name="connsiteY0" fmla="*/ 0 h 1833882"/>
              <a:gd name="connsiteX1" fmla="*/ 658076 w 832701"/>
              <a:gd name="connsiteY1" fmla="*/ 0 h 1833882"/>
              <a:gd name="connsiteX2" fmla="*/ 832701 w 832701"/>
              <a:gd name="connsiteY2" fmla="*/ 1459232 h 1833882"/>
              <a:gd name="connsiteX3" fmla="*/ 279400 w 832701"/>
              <a:gd name="connsiteY3" fmla="*/ 1833882 h 1833882"/>
              <a:gd name="connsiteX4" fmla="*/ 0 w 832701"/>
              <a:gd name="connsiteY4" fmla="*/ 0 h 1833882"/>
              <a:gd name="connsiteX0" fmla="*/ 0 w 832701"/>
              <a:gd name="connsiteY0" fmla="*/ 0 h 1814832"/>
              <a:gd name="connsiteX1" fmla="*/ 658076 w 832701"/>
              <a:gd name="connsiteY1" fmla="*/ 0 h 1814832"/>
              <a:gd name="connsiteX2" fmla="*/ 832701 w 832701"/>
              <a:gd name="connsiteY2" fmla="*/ 1459232 h 1814832"/>
              <a:gd name="connsiteX3" fmla="*/ 317500 w 832701"/>
              <a:gd name="connsiteY3" fmla="*/ 1814832 h 1814832"/>
              <a:gd name="connsiteX4" fmla="*/ 0 w 832701"/>
              <a:gd name="connsiteY4" fmla="*/ 0 h 1814832"/>
              <a:gd name="connsiteX0" fmla="*/ 0 w 832701"/>
              <a:gd name="connsiteY0" fmla="*/ 0 h 1830707"/>
              <a:gd name="connsiteX1" fmla="*/ 658076 w 832701"/>
              <a:gd name="connsiteY1" fmla="*/ 0 h 1830707"/>
              <a:gd name="connsiteX2" fmla="*/ 832701 w 832701"/>
              <a:gd name="connsiteY2" fmla="*/ 1459232 h 1830707"/>
              <a:gd name="connsiteX3" fmla="*/ 333375 w 832701"/>
              <a:gd name="connsiteY3" fmla="*/ 1830707 h 1830707"/>
              <a:gd name="connsiteX4" fmla="*/ 0 w 832701"/>
              <a:gd name="connsiteY4" fmla="*/ 0 h 1830707"/>
              <a:gd name="connsiteX0" fmla="*/ 0 w 949383"/>
              <a:gd name="connsiteY0" fmla="*/ 0 h 1830707"/>
              <a:gd name="connsiteX1" fmla="*/ 658076 w 949383"/>
              <a:gd name="connsiteY1" fmla="*/ 0 h 1830707"/>
              <a:gd name="connsiteX2" fmla="*/ 949383 w 949383"/>
              <a:gd name="connsiteY2" fmla="*/ 1361601 h 1830707"/>
              <a:gd name="connsiteX3" fmla="*/ 333375 w 949383"/>
              <a:gd name="connsiteY3" fmla="*/ 1830707 h 1830707"/>
              <a:gd name="connsiteX4" fmla="*/ 0 w 949383"/>
              <a:gd name="connsiteY4" fmla="*/ 0 h 18307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9383" h="1830707">
                <a:moveTo>
                  <a:pt x="0" y="0"/>
                </a:moveTo>
                <a:lnTo>
                  <a:pt x="658076" y="0"/>
                </a:lnTo>
                <a:lnTo>
                  <a:pt x="949383" y="1361601"/>
                </a:lnTo>
                <a:lnTo>
                  <a:pt x="333375" y="1830707"/>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solidFill>
                <a:schemeClr val="bg1"/>
              </a:solidFill>
            </a:endParaRPr>
          </a:p>
        </p:txBody>
      </p:sp>
      <p:cxnSp>
        <p:nvCxnSpPr>
          <p:cNvPr id="124" name="Straight Arrow Connector 123">
            <a:extLst>
              <a:ext uri="{FF2B5EF4-FFF2-40B4-BE49-F238E27FC236}">
                <a16:creationId xmlns:a16="http://schemas.microsoft.com/office/drawing/2014/main" id="{21462356-04AF-4D7A-A146-231EED1F52AA}"/>
              </a:ext>
            </a:extLst>
          </p:cNvPr>
          <p:cNvCxnSpPr>
            <a:cxnSpLocks/>
          </p:cNvCxnSpPr>
          <p:nvPr/>
        </p:nvCxnSpPr>
        <p:spPr>
          <a:xfrm rot="4860000" flipV="1">
            <a:off x="2342398" y="158930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0" name="Oval 119">
            <a:extLst>
              <a:ext uri="{FF2B5EF4-FFF2-40B4-BE49-F238E27FC236}">
                <a16:creationId xmlns:a16="http://schemas.microsoft.com/office/drawing/2014/main" id="{24D8D6EB-429F-4F83-A03D-CB6219EAEEAF}"/>
              </a:ext>
            </a:extLst>
          </p:cNvPr>
          <p:cNvSpPr/>
          <p:nvPr/>
        </p:nvSpPr>
        <p:spPr>
          <a:xfrm>
            <a:off x="2878465" y="58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U</a:t>
            </a:r>
            <a:endParaRPr lang="en-US" dirty="0">
              <a:solidFill>
                <a:schemeClr val="accent6"/>
              </a:solidFill>
            </a:endParaRPr>
          </a:p>
        </p:txBody>
      </p:sp>
      <p:sp>
        <p:nvSpPr>
          <p:cNvPr id="308" name="Oval 307">
            <a:extLst>
              <a:ext uri="{FF2B5EF4-FFF2-40B4-BE49-F238E27FC236}">
                <a16:creationId xmlns:a16="http://schemas.microsoft.com/office/drawing/2014/main" id="{8F2DCE16-B03E-4878-9628-6458FA06E654}"/>
              </a:ext>
            </a:extLst>
          </p:cNvPr>
          <p:cNvSpPr/>
          <p:nvPr/>
        </p:nvSpPr>
        <p:spPr>
          <a:xfrm>
            <a:off x="2226010" y="58755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Q</a:t>
            </a:r>
            <a:endParaRPr lang="en-US" dirty="0">
              <a:solidFill>
                <a:schemeClr val="accent6"/>
              </a:solidFill>
            </a:endParaRPr>
          </a:p>
        </p:txBody>
      </p:sp>
      <p:cxnSp>
        <p:nvCxnSpPr>
          <p:cNvPr id="125" name="Straight Arrow Connector 124">
            <a:extLst>
              <a:ext uri="{FF2B5EF4-FFF2-40B4-BE49-F238E27FC236}">
                <a16:creationId xmlns:a16="http://schemas.microsoft.com/office/drawing/2014/main" id="{7D53D871-5EE3-4AAA-A583-1CBA76CD1AC1}"/>
              </a:ext>
            </a:extLst>
          </p:cNvPr>
          <p:cNvCxnSpPr>
            <a:cxnSpLocks/>
          </p:cNvCxnSpPr>
          <p:nvPr/>
        </p:nvCxnSpPr>
        <p:spPr>
          <a:xfrm rot="15480000" flipV="1">
            <a:off x="2861238" y="142988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6" name="Straight Arrow Connector 125">
            <a:extLst>
              <a:ext uri="{FF2B5EF4-FFF2-40B4-BE49-F238E27FC236}">
                <a16:creationId xmlns:a16="http://schemas.microsoft.com/office/drawing/2014/main" id="{0645B774-23D8-4005-A05B-FD1044FEE987}"/>
              </a:ext>
            </a:extLst>
          </p:cNvPr>
          <p:cNvCxnSpPr>
            <a:cxnSpLocks/>
          </p:cNvCxnSpPr>
          <p:nvPr/>
        </p:nvCxnSpPr>
        <p:spPr>
          <a:xfrm flipH="1">
            <a:off x="2634185" y="820689"/>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128" name="Group 127">
            <a:extLst>
              <a:ext uri="{FF2B5EF4-FFF2-40B4-BE49-F238E27FC236}">
                <a16:creationId xmlns:a16="http://schemas.microsoft.com/office/drawing/2014/main" id="{0F3EF7AA-6FDB-4389-B4A7-1B092F6C7C3F}"/>
              </a:ext>
            </a:extLst>
          </p:cNvPr>
          <p:cNvGrpSpPr/>
          <p:nvPr/>
        </p:nvGrpSpPr>
        <p:grpSpPr>
          <a:xfrm>
            <a:off x="7517721" y="4695252"/>
            <a:ext cx="2977526" cy="1342058"/>
            <a:chOff x="9063622" y="4495872"/>
            <a:chExt cx="2977526" cy="1342058"/>
          </a:xfrm>
        </p:grpSpPr>
        <p:grpSp>
          <p:nvGrpSpPr>
            <p:cNvPr id="129" name="Group 128">
              <a:extLst>
                <a:ext uri="{FF2B5EF4-FFF2-40B4-BE49-F238E27FC236}">
                  <a16:creationId xmlns:a16="http://schemas.microsoft.com/office/drawing/2014/main" id="{6271B160-5500-4EDF-B13E-7BE98E38B950}"/>
                </a:ext>
              </a:extLst>
            </p:cNvPr>
            <p:cNvGrpSpPr/>
            <p:nvPr/>
          </p:nvGrpSpPr>
          <p:grpSpPr>
            <a:xfrm>
              <a:off x="9063622" y="4495872"/>
              <a:ext cx="1951540" cy="369332"/>
              <a:chOff x="5793989" y="4428721"/>
              <a:chExt cx="1951540" cy="369332"/>
            </a:xfrm>
          </p:grpSpPr>
          <p:sp>
            <p:nvSpPr>
              <p:cNvPr id="136" name="Oval 135">
                <a:extLst>
                  <a:ext uri="{FF2B5EF4-FFF2-40B4-BE49-F238E27FC236}">
                    <a16:creationId xmlns:a16="http://schemas.microsoft.com/office/drawing/2014/main" id="{96D570CB-9AD5-46E7-A1D8-FF90ED354312}"/>
                  </a:ext>
                </a:extLst>
              </p:cNvPr>
              <p:cNvSpPr/>
              <p:nvPr/>
            </p:nvSpPr>
            <p:spPr>
              <a:xfrm>
                <a:off x="5793989" y="447891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X</a:t>
                </a:r>
                <a:endParaRPr lang="en-US" dirty="0"/>
              </a:p>
            </p:txBody>
          </p:sp>
          <p:sp>
            <p:nvSpPr>
              <p:cNvPr id="137" name="TextBox 136">
                <a:extLst>
                  <a:ext uri="{FF2B5EF4-FFF2-40B4-BE49-F238E27FC236}">
                    <a16:creationId xmlns:a16="http://schemas.microsoft.com/office/drawing/2014/main" id="{6884A116-07A5-4487-B11C-D503B3CD996B}"/>
                  </a:ext>
                </a:extLst>
              </p:cNvPr>
              <p:cNvSpPr txBox="1"/>
              <p:nvPr/>
            </p:nvSpPr>
            <p:spPr>
              <a:xfrm>
                <a:off x="6060452" y="4428721"/>
                <a:ext cx="1685077" cy="369332"/>
              </a:xfrm>
              <a:prstGeom prst="rect">
                <a:avLst/>
              </a:prstGeom>
              <a:noFill/>
            </p:spPr>
            <p:txBody>
              <a:bodyPr wrap="none" rtlCol="0">
                <a:spAutoFit/>
              </a:bodyPr>
              <a:lstStyle/>
              <a:p>
                <a:r>
                  <a:rPr lang="en-US" dirty="0"/>
                  <a:t>Regular vertex</a:t>
                </a:r>
              </a:p>
            </p:txBody>
          </p:sp>
        </p:grpSp>
        <p:grpSp>
          <p:nvGrpSpPr>
            <p:cNvPr id="130" name="Group 129">
              <a:extLst>
                <a:ext uri="{FF2B5EF4-FFF2-40B4-BE49-F238E27FC236}">
                  <a16:creationId xmlns:a16="http://schemas.microsoft.com/office/drawing/2014/main" id="{22BD9A63-4B0E-42AA-8911-64A002869876}"/>
                </a:ext>
              </a:extLst>
            </p:cNvPr>
            <p:cNvGrpSpPr/>
            <p:nvPr/>
          </p:nvGrpSpPr>
          <p:grpSpPr>
            <a:xfrm>
              <a:off x="9063622" y="4959034"/>
              <a:ext cx="2977526" cy="369332"/>
              <a:chOff x="5793989" y="4891883"/>
              <a:chExt cx="2977526" cy="369332"/>
            </a:xfrm>
          </p:grpSpPr>
          <p:sp>
            <p:nvSpPr>
              <p:cNvPr id="134" name="Oval 133">
                <a:extLst>
                  <a:ext uri="{FF2B5EF4-FFF2-40B4-BE49-F238E27FC236}">
                    <a16:creationId xmlns:a16="http://schemas.microsoft.com/office/drawing/2014/main" id="{817B9C89-5ECC-4077-AD52-216CBA748887}"/>
                  </a:ext>
                </a:extLst>
              </p:cNvPr>
              <p:cNvSpPr/>
              <p:nvPr/>
            </p:nvSpPr>
            <p:spPr>
              <a:xfrm>
                <a:off x="5793989" y="4942079"/>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sp>
            <p:nvSpPr>
              <p:cNvPr id="135" name="TextBox 134">
                <a:extLst>
                  <a:ext uri="{FF2B5EF4-FFF2-40B4-BE49-F238E27FC236}">
                    <a16:creationId xmlns:a16="http://schemas.microsoft.com/office/drawing/2014/main" id="{C4B5BD52-DD86-4E0D-8EF2-B7F3212A5D63}"/>
                  </a:ext>
                </a:extLst>
              </p:cNvPr>
              <p:cNvSpPr txBox="1"/>
              <p:nvPr/>
            </p:nvSpPr>
            <p:spPr>
              <a:xfrm>
                <a:off x="6060452" y="4891883"/>
                <a:ext cx="2711063" cy="369332"/>
              </a:xfrm>
              <a:prstGeom prst="rect">
                <a:avLst/>
              </a:prstGeom>
              <a:noFill/>
            </p:spPr>
            <p:txBody>
              <a:bodyPr wrap="none" rtlCol="0">
                <a:spAutoFit/>
              </a:bodyPr>
              <a:lstStyle/>
              <a:p>
                <a:r>
                  <a:rPr lang="en-US" dirty="0"/>
                  <a:t>Interface Element Vertex</a:t>
                </a:r>
              </a:p>
            </p:txBody>
          </p:sp>
        </p:grpSp>
        <p:grpSp>
          <p:nvGrpSpPr>
            <p:cNvPr id="131" name="Group 130">
              <a:extLst>
                <a:ext uri="{FF2B5EF4-FFF2-40B4-BE49-F238E27FC236}">
                  <a16:creationId xmlns:a16="http://schemas.microsoft.com/office/drawing/2014/main" id="{45F7203A-AB4C-46B0-B45A-7F8290805208}"/>
                </a:ext>
              </a:extLst>
            </p:cNvPr>
            <p:cNvGrpSpPr/>
            <p:nvPr/>
          </p:nvGrpSpPr>
          <p:grpSpPr>
            <a:xfrm>
              <a:off x="9063622" y="5468598"/>
              <a:ext cx="1951540" cy="369332"/>
              <a:chOff x="5793989" y="5411274"/>
              <a:chExt cx="1951540" cy="369332"/>
            </a:xfrm>
          </p:grpSpPr>
          <p:sp>
            <p:nvSpPr>
              <p:cNvPr id="132" name="Oval 131">
                <a:extLst>
                  <a:ext uri="{FF2B5EF4-FFF2-40B4-BE49-F238E27FC236}">
                    <a16:creationId xmlns:a16="http://schemas.microsoft.com/office/drawing/2014/main" id="{317466B4-104B-4EDB-BFB1-7CA5FC26121E}"/>
                  </a:ext>
                </a:extLst>
              </p:cNvPr>
              <p:cNvSpPr/>
              <p:nvPr/>
            </p:nvSpPr>
            <p:spPr>
              <a:xfrm>
                <a:off x="5793989" y="5461470"/>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sp>
            <p:nvSpPr>
              <p:cNvPr id="133" name="TextBox 132">
                <a:extLst>
                  <a:ext uri="{FF2B5EF4-FFF2-40B4-BE49-F238E27FC236}">
                    <a16:creationId xmlns:a16="http://schemas.microsoft.com/office/drawing/2014/main" id="{F193CB36-8669-495E-9824-7C013274B110}"/>
                  </a:ext>
                </a:extLst>
              </p:cNvPr>
              <p:cNvSpPr txBox="1"/>
              <p:nvPr/>
            </p:nvSpPr>
            <p:spPr>
              <a:xfrm>
                <a:off x="6060452" y="5411274"/>
                <a:ext cx="1685077" cy="369332"/>
              </a:xfrm>
              <a:prstGeom prst="rect">
                <a:avLst/>
              </a:prstGeom>
              <a:noFill/>
            </p:spPr>
            <p:txBody>
              <a:bodyPr wrap="none" rtlCol="0">
                <a:spAutoFit/>
              </a:bodyPr>
              <a:lstStyle/>
              <a:p>
                <a:r>
                  <a:rPr lang="en-US" dirty="0"/>
                  <a:t>Collapse Edge</a:t>
                </a:r>
              </a:p>
            </p:txBody>
          </p:sp>
        </p:grpSp>
      </p:grpSp>
      <p:sp>
        <p:nvSpPr>
          <p:cNvPr id="3" name="Freeform: Shape 2">
            <a:extLst>
              <a:ext uri="{FF2B5EF4-FFF2-40B4-BE49-F238E27FC236}">
                <a16:creationId xmlns:a16="http://schemas.microsoft.com/office/drawing/2014/main" id="{F0CF0035-77BE-41F8-96B9-F0A019030BC3}"/>
              </a:ext>
            </a:extLst>
          </p:cNvPr>
          <p:cNvSpPr/>
          <p:nvPr/>
        </p:nvSpPr>
        <p:spPr>
          <a:xfrm>
            <a:off x="2730500" y="2108200"/>
            <a:ext cx="2332038" cy="470694"/>
          </a:xfrm>
          <a:custGeom>
            <a:avLst/>
            <a:gdLst>
              <a:gd name="connsiteX0" fmla="*/ 501650 w 2317750"/>
              <a:gd name="connsiteY0" fmla="*/ 0 h 368300"/>
              <a:gd name="connsiteX1" fmla="*/ 2317750 w 2317750"/>
              <a:gd name="connsiteY1" fmla="*/ 365125 h 368300"/>
              <a:gd name="connsiteX2" fmla="*/ 0 w 2317750"/>
              <a:gd name="connsiteY2" fmla="*/ 368300 h 368300"/>
              <a:gd name="connsiteX3" fmla="*/ 501650 w 2317750"/>
              <a:gd name="connsiteY3" fmla="*/ 0 h 368300"/>
              <a:gd name="connsiteX0" fmla="*/ 501650 w 2317750"/>
              <a:gd name="connsiteY0" fmla="*/ 0 h 368300"/>
              <a:gd name="connsiteX1" fmla="*/ 2317750 w 2317750"/>
              <a:gd name="connsiteY1" fmla="*/ 365125 h 368300"/>
              <a:gd name="connsiteX2" fmla="*/ 0 w 2317750"/>
              <a:gd name="connsiteY2" fmla="*/ 368300 h 368300"/>
              <a:gd name="connsiteX3" fmla="*/ 501650 w 2317750"/>
              <a:gd name="connsiteY3" fmla="*/ 0 h 368300"/>
              <a:gd name="connsiteX0" fmla="*/ 501650 w 2317750"/>
              <a:gd name="connsiteY0" fmla="*/ 0 h 375444"/>
              <a:gd name="connsiteX1" fmla="*/ 2317750 w 2317750"/>
              <a:gd name="connsiteY1" fmla="*/ 365125 h 375444"/>
              <a:gd name="connsiteX2" fmla="*/ 0 w 2317750"/>
              <a:gd name="connsiteY2" fmla="*/ 375444 h 375444"/>
              <a:gd name="connsiteX3" fmla="*/ 501650 w 2317750"/>
              <a:gd name="connsiteY3" fmla="*/ 0 h 375444"/>
              <a:gd name="connsiteX0" fmla="*/ 501650 w 2332038"/>
              <a:gd name="connsiteY0" fmla="*/ 0 h 375444"/>
              <a:gd name="connsiteX1" fmla="*/ 2332038 w 2332038"/>
              <a:gd name="connsiteY1" fmla="*/ 374650 h 375444"/>
              <a:gd name="connsiteX2" fmla="*/ 0 w 2332038"/>
              <a:gd name="connsiteY2" fmla="*/ 375444 h 375444"/>
              <a:gd name="connsiteX3" fmla="*/ 501650 w 2332038"/>
              <a:gd name="connsiteY3" fmla="*/ 0 h 375444"/>
              <a:gd name="connsiteX0" fmla="*/ 623094 w 2332038"/>
              <a:gd name="connsiteY0" fmla="*/ 0 h 470694"/>
              <a:gd name="connsiteX1" fmla="*/ 2332038 w 2332038"/>
              <a:gd name="connsiteY1" fmla="*/ 469900 h 470694"/>
              <a:gd name="connsiteX2" fmla="*/ 0 w 2332038"/>
              <a:gd name="connsiteY2" fmla="*/ 470694 h 470694"/>
              <a:gd name="connsiteX3" fmla="*/ 623094 w 2332038"/>
              <a:gd name="connsiteY3" fmla="*/ 0 h 470694"/>
            </a:gdLst>
            <a:ahLst/>
            <a:cxnLst>
              <a:cxn ang="0">
                <a:pos x="connsiteX0" y="connsiteY0"/>
              </a:cxn>
              <a:cxn ang="0">
                <a:pos x="connsiteX1" y="connsiteY1"/>
              </a:cxn>
              <a:cxn ang="0">
                <a:pos x="connsiteX2" y="connsiteY2"/>
              </a:cxn>
              <a:cxn ang="0">
                <a:pos x="connsiteX3" y="connsiteY3"/>
              </a:cxn>
            </a:cxnLst>
            <a:rect l="l" t="t" r="r" b="b"/>
            <a:pathLst>
              <a:path w="2332038" h="470694">
                <a:moveTo>
                  <a:pt x="623094" y="0"/>
                </a:moveTo>
                <a:lnTo>
                  <a:pt x="2332038" y="469900"/>
                </a:lnTo>
                <a:lnTo>
                  <a:pt x="0" y="470694"/>
                </a:lnTo>
                <a:lnTo>
                  <a:pt x="623094"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04" name="Oval 303">
            <a:extLst>
              <a:ext uri="{FF2B5EF4-FFF2-40B4-BE49-F238E27FC236}">
                <a16:creationId xmlns:a16="http://schemas.microsoft.com/office/drawing/2014/main" id="{873F9854-E082-4082-9F1D-E8B100BDAC05}"/>
              </a:ext>
            </a:extLst>
          </p:cNvPr>
          <p:cNvSpPr/>
          <p:nvPr/>
        </p:nvSpPr>
        <p:spPr>
          <a:xfrm>
            <a:off x="4885294" y="2405335"/>
            <a:ext cx="352122" cy="352122"/>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L</a:t>
            </a:r>
            <a:endParaRPr lang="en-US" dirty="0">
              <a:solidFill>
                <a:schemeClr val="accent6"/>
              </a:solidFill>
            </a:endParaRPr>
          </a:p>
        </p:txBody>
      </p:sp>
      <p:sp>
        <p:nvSpPr>
          <p:cNvPr id="127" name="Oval 126">
            <a:extLst>
              <a:ext uri="{FF2B5EF4-FFF2-40B4-BE49-F238E27FC236}">
                <a16:creationId xmlns:a16="http://schemas.microsoft.com/office/drawing/2014/main" id="{67A1B56D-8F01-4230-8937-D9F688EC4F8B}"/>
              </a:ext>
            </a:extLst>
          </p:cNvPr>
          <p:cNvSpPr/>
          <p:nvPr/>
        </p:nvSpPr>
        <p:spPr>
          <a:xfrm>
            <a:off x="3175381" y="190956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V</a:t>
            </a:r>
            <a:endParaRPr lang="en-US" dirty="0">
              <a:solidFill>
                <a:schemeClr val="accent6"/>
              </a:solidFill>
            </a:endParaRPr>
          </a:p>
        </p:txBody>
      </p:sp>
      <p:cxnSp>
        <p:nvCxnSpPr>
          <p:cNvPr id="138" name="Straight Arrow Connector 137">
            <a:extLst>
              <a:ext uri="{FF2B5EF4-FFF2-40B4-BE49-F238E27FC236}">
                <a16:creationId xmlns:a16="http://schemas.microsoft.com/office/drawing/2014/main" id="{B0769048-E83B-42C0-A540-3F580847A228}"/>
              </a:ext>
            </a:extLst>
          </p:cNvPr>
          <p:cNvCxnSpPr>
            <a:cxnSpLocks/>
          </p:cNvCxnSpPr>
          <p:nvPr/>
        </p:nvCxnSpPr>
        <p:spPr>
          <a:xfrm rot="8760000" flipH="1">
            <a:off x="2930220" y="2278845"/>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9" name="Straight Arrow Connector 138">
            <a:extLst>
              <a:ext uri="{FF2B5EF4-FFF2-40B4-BE49-F238E27FC236}">
                <a16:creationId xmlns:a16="http://schemas.microsoft.com/office/drawing/2014/main" id="{BE00E4BA-EB50-438A-98F1-02A743DF3D3A}"/>
              </a:ext>
            </a:extLst>
          </p:cNvPr>
          <p:cNvCxnSpPr>
            <a:cxnSpLocks/>
          </p:cNvCxnSpPr>
          <p:nvPr/>
        </p:nvCxnSpPr>
        <p:spPr>
          <a:xfrm rot="4680000" flipV="1">
            <a:off x="2977066" y="1418390"/>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0" name="Straight Arrow Connector 139">
            <a:extLst>
              <a:ext uri="{FF2B5EF4-FFF2-40B4-BE49-F238E27FC236}">
                <a16:creationId xmlns:a16="http://schemas.microsoft.com/office/drawing/2014/main" id="{161CE13B-8C2B-41ED-8D35-D7E01DC65B2D}"/>
              </a:ext>
            </a:extLst>
          </p:cNvPr>
          <p:cNvCxnSpPr>
            <a:cxnSpLocks/>
          </p:cNvCxnSpPr>
          <p:nvPr/>
        </p:nvCxnSpPr>
        <p:spPr>
          <a:xfrm rot="19560000" flipH="1">
            <a:off x="2983900" y="2392292"/>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1" name="Straight Arrow Connector 140">
            <a:extLst>
              <a:ext uri="{FF2B5EF4-FFF2-40B4-BE49-F238E27FC236}">
                <a16:creationId xmlns:a16="http://schemas.microsoft.com/office/drawing/2014/main" id="{EF6769F9-44E9-4FB3-9F44-FA166E264CD9}"/>
              </a:ext>
            </a:extLst>
          </p:cNvPr>
          <p:cNvCxnSpPr>
            <a:cxnSpLocks/>
          </p:cNvCxnSpPr>
          <p:nvPr/>
        </p:nvCxnSpPr>
        <p:spPr>
          <a:xfrm flipV="1">
            <a:off x="3610621" y="2523955"/>
            <a:ext cx="37490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2" name="Straight Arrow Connector 141">
            <a:extLst>
              <a:ext uri="{FF2B5EF4-FFF2-40B4-BE49-F238E27FC236}">
                <a16:creationId xmlns:a16="http://schemas.microsoft.com/office/drawing/2014/main" id="{14DF4CC4-22E4-4D7C-96E1-2A073067C3D3}"/>
              </a:ext>
            </a:extLst>
          </p:cNvPr>
          <p:cNvCxnSpPr>
            <a:cxnSpLocks noChangeAspect="1"/>
          </p:cNvCxnSpPr>
          <p:nvPr/>
        </p:nvCxnSpPr>
        <p:spPr>
          <a:xfrm rot="240000" flipH="1" flipV="1">
            <a:off x="3779777" y="2293402"/>
            <a:ext cx="377822" cy="731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3" name="Straight Arrow Connector 142">
            <a:extLst>
              <a:ext uri="{FF2B5EF4-FFF2-40B4-BE49-F238E27FC236}">
                <a16:creationId xmlns:a16="http://schemas.microsoft.com/office/drawing/2014/main" id="{7250F51B-E421-441D-B373-EC408E4513EB}"/>
              </a:ext>
            </a:extLst>
          </p:cNvPr>
          <p:cNvCxnSpPr>
            <a:cxnSpLocks noChangeAspect="1"/>
          </p:cNvCxnSpPr>
          <p:nvPr/>
        </p:nvCxnSpPr>
        <p:spPr>
          <a:xfrm rot="11040000" flipH="1" flipV="1">
            <a:off x="3855017" y="2213261"/>
            <a:ext cx="377822" cy="731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4" name="Rectangle 116">
            <a:extLst>
              <a:ext uri="{FF2B5EF4-FFF2-40B4-BE49-F238E27FC236}">
                <a16:creationId xmlns:a16="http://schemas.microsoft.com/office/drawing/2014/main" id="{74BCF242-26F5-493B-9954-13A77658EF55}"/>
              </a:ext>
            </a:extLst>
          </p:cNvPr>
          <p:cNvSpPr/>
          <p:nvPr/>
        </p:nvSpPr>
        <p:spPr>
          <a:xfrm rot="10800000">
            <a:off x="4747192" y="4411166"/>
            <a:ext cx="658076" cy="1833882"/>
          </a:xfrm>
          <a:custGeom>
            <a:avLst/>
            <a:gdLst>
              <a:gd name="connsiteX0" fmla="*/ 0 w 115151"/>
              <a:gd name="connsiteY0" fmla="*/ 0 h 1833882"/>
              <a:gd name="connsiteX1" fmla="*/ 115151 w 115151"/>
              <a:gd name="connsiteY1" fmla="*/ 0 h 1833882"/>
              <a:gd name="connsiteX2" fmla="*/ 115151 w 115151"/>
              <a:gd name="connsiteY2" fmla="*/ 1833882 h 1833882"/>
              <a:gd name="connsiteX3" fmla="*/ 0 w 115151"/>
              <a:gd name="connsiteY3" fmla="*/ 1833882 h 1833882"/>
              <a:gd name="connsiteX4" fmla="*/ 0 w 115151"/>
              <a:gd name="connsiteY4" fmla="*/ 0 h 1833882"/>
              <a:gd name="connsiteX0" fmla="*/ 0 w 251676"/>
              <a:gd name="connsiteY0" fmla="*/ 0 h 1833882"/>
              <a:gd name="connsiteX1" fmla="*/ 251676 w 251676"/>
              <a:gd name="connsiteY1" fmla="*/ 0 h 1833882"/>
              <a:gd name="connsiteX2" fmla="*/ 115151 w 251676"/>
              <a:gd name="connsiteY2" fmla="*/ 1833882 h 1833882"/>
              <a:gd name="connsiteX3" fmla="*/ 0 w 251676"/>
              <a:gd name="connsiteY3" fmla="*/ 1833882 h 1833882"/>
              <a:gd name="connsiteX4" fmla="*/ 0 w 251676"/>
              <a:gd name="connsiteY4" fmla="*/ 0 h 1833882"/>
              <a:gd name="connsiteX0" fmla="*/ 0 w 442176"/>
              <a:gd name="connsiteY0" fmla="*/ 0 h 1833882"/>
              <a:gd name="connsiteX1" fmla="*/ 442176 w 442176"/>
              <a:gd name="connsiteY1" fmla="*/ 0 h 1833882"/>
              <a:gd name="connsiteX2" fmla="*/ 305651 w 442176"/>
              <a:gd name="connsiteY2" fmla="*/ 1833882 h 1833882"/>
              <a:gd name="connsiteX3" fmla="*/ 190500 w 442176"/>
              <a:gd name="connsiteY3" fmla="*/ 1833882 h 1833882"/>
              <a:gd name="connsiteX4" fmla="*/ 0 w 442176"/>
              <a:gd name="connsiteY4" fmla="*/ 0 h 1833882"/>
              <a:gd name="connsiteX0" fmla="*/ 0 w 527901"/>
              <a:gd name="connsiteY0" fmla="*/ 0 h 1837057"/>
              <a:gd name="connsiteX1" fmla="*/ 527901 w 527901"/>
              <a:gd name="connsiteY1" fmla="*/ 3175 h 1837057"/>
              <a:gd name="connsiteX2" fmla="*/ 391376 w 527901"/>
              <a:gd name="connsiteY2" fmla="*/ 1837057 h 1837057"/>
              <a:gd name="connsiteX3" fmla="*/ 276225 w 527901"/>
              <a:gd name="connsiteY3" fmla="*/ 1837057 h 1837057"/>
              <a:gd name="connsiteX4" fmla="*/ 0 w 527901"/>
              <a:gd name="connsiteY4" fmla="*/ 0 h 1837057"/>
              <a:gd name="connsiteX0" fmla="*/ 0 w 645376"/>
              <a:gd name="connsiteY0" fmla="*/ 3175 h 1840232"/>
              <a:gd name="connsiteX1" fmla="*/ 645376 w 645376"/>
              <a:gd name="connsiteY1" fmla="*/ 0 h 1840232"/>
              <a:gd name="connsiteX2" fmla="*/ 391376 w 645376"/>
              <a:gd name="connsiteY2" fmla="*/ 1840232 h 1840232"/>
              <a:gd name="connsiteX3" fmla="*/ 276225 w 645376"/>
              <a:gd name="connsiteY3" fmla="*/ 1840232 h 1840232"/>
              <a:gd name="connsiteX4" fmla="*/ 0 w 645376"/>
              <a:gd name="connsiteY4" fmla="*/ 3175 h 1840232"/>
              <a:gd name="connsiteX0" fmla="*/ 0 w 654901"/>
              <a:gd name="connsiteY0" fmla="*/ 0 h 1837057"/>
              <a:gd name="connsiteX1" fmla="*/ 654901 w 654901"/>
              <a:gd name="connsiteY1" fmla="*/ 3175 h 1837057"/>
              <a:gd name="connsiteX2" fmla="*/ 391376 w 654901"/>
              <a:gd name="connsiteY2" fmla="*/ 1837057 h 1837057"/>
              <a:gd name="connsiteX3" fmla="*/ 276225 w 654901"/>
              <a:gd name="connsiteY3" fmla="*/ 1837057 h 1837057"/>
              <a:gd name="connsiteX4" fmla="*/ 0 w 654901"/>
              <a:gd name="connsiteY4" fmla="*/ 0 h 1837057"/>
              <a:gd name="connsiteX0" fmla="*/ 0 w 658076"/>
              <a:gd name="connsiteY0" fmla="*/ 0 h 1833882"/>
              <a:gd name="connsiteX1" fmla="*/ 658076 w 658076"/>
              <a:gd name="connsiteY1" fmla="*/ 0 h 1833882"/>
              <a:gd name="connsiteX2" fmla="*/ 394551 w 658076"/>
              <a:gd name="connsiteY2" fmla="*/ 1833882 h 1833882"/>
              <a:gd name="connsiteX3" fmla="*/ 279400 w 658076"/>
              <a:gd name="connsiteY3" fmla="*/ 1833882 h 1833882"/>
              <a:gd name="connsiteX4" fmla="*/ 0 w 658076"/>
              <a:gd name="connsiteY4" fmla="*/ 0 h 18338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8076" h="1833882">
                <a:moveTo>
                  <a:pt x="0" y="0"/>
                </a:moveTo>
                <a:lnTo>
                  <a:pt x="658076" y="0"/>
                </a:lnTo>
                <a:lnTo>
                  <a:pt x="394551" y="1833882"/>
                </a:lnTo>
                <a:lnTo>
                  <a:pt x="279400" y="1833882"/>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solidFill>
                <a:schemeClr val="bg1"/>
              </a:solidFill>
            </a:endParaRPr>
          </a:p>
        </p:txBody>
      </p:sp>
      <p:sp>
        <p:nvSpPr>
          <p:cNvPr id="299" name="Oval 298">
            <a:extLst>
              <a:ext uri="{FF2B5EF4-FFF2-40B4-BE49-F238E27FC236}">
                <a16:creationId xmlns:a16="http://schemas.microsoft.com/office/drawing/2014/main" id="{6490FEBE-9AB0-4AD8-AE43-8E33920E4F89}"/>
              </a:ext>
            </a:extLst>
          </p:cNvPr>
          <p:cNvSpPr/>
          <p:nvPr/>
        </p:nvSpPr>
        <p:spPr>
          <a:xfrm>
            <a:off x="4880669" y="4238259"/>
            <a:ext cx="352122" cy="352122"/>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G</a:t>
            </a:r>
            <a:endParaRPr lang="en-US" dirty="0">
              <a:solidFill>
                <a:schemeClr val="accent6"/>
              </a:solidFill>
            </a:endParaRPr>
          </a:p>
        </p:txBody>
      </p:sp>
      <p:sp>
        <p:nvSpPr>
          <p:cNvPr id="295" name="Oval 294">
            <a:extLst>
              <a:ext uri="{FF2B5EF4-FFF2-40B4-BE49-F238E27FC236}">
                <a16:creationId xmlns:a16="http://schemas.microsoft.com/office/drawing/2014/main" id="{E997ED73-D3C0-41B5-A7D6-45EBCAE17432}"/>
              </a:ext>
            </a:extLst>
          </p:cNvPr>
          <p:cNvSpPr/>
          <p:nvPr/>
        </p:nvSpPr>
        <p:spPr>
          <a:xfrm>
            <a:off x="5220631" y="606462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C</a:t>
            </a:r>
            <a:endParaRPr lang="en-US" dirty="0">
              <a:solidFill>
                <a:schemeClr val="accent6"/>
              </a:solidFill>
            </a:endParaRPr>
          </a:p>
        </p:txBody>
      </p:sp>
      <p:sp>
        <p:nvSpPr>
          <p:cNvPr id="145" name="Oval 144">
            <a:extLst>
              <a:ext uri="{FF2B5EF4-FFF2-40B4-BE49-F238E27FC236}">
                <a16:creationId xmlns:a16="http://schemas.microsoft.com/office/drawing/2014/main" id="{3166C6E9-B363-4853-87E4-3408682BDA67}"/>
              </a:ext>
            </a:extLst>
          </p:cNvPr>
          <p:cNvSpPr/>
          <p:nvPr/>
        </p:nvSpPr>
        <p:spPr>
          <a:xfrm>
            <a:off x="4521113" y="606462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cxnSp>
        <p:nvCxnSpPr>
          <p:cNvPr id="146" name="Straight Arrow Connector 145">
            <a:extLst>
              <a:ext uri="{FF2B5EF4-FFF2-40B4-BE49-F238E27FC236}">
                <a16:creationId xmlns:a16="http://schemas.microsoft.com/office/drawing/2014/main" id="{920B0B40-82B8-4B06-822B-19E9D990A3D0}"/>
              </a:ext>
            </a:extLst>
          </p:cNvPr>
          <p:cNvCxnSpPr>
            <a:cxnSpLocks/>
          </p:cNvCxnSpPr>
          <p:nvPr/>
        </p:nvCxnSpPr>
        <p:spPr>
          <a:xfrm rot="10800000" flipH="1">
            <a:off x="4964889" y="6175634"/>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8" name="Straight Arrow Connector 147">
            <a:extLst>
              <a:ext uri="{FF2B5EF4-FFF2-40B4-BE49-F238E27FC236}">
                <a16:creationId xmlns:a16="http://schemas.microsoft.com/office/drawing/2014/main" id="{BD1A0C40-71C8-47FD-B86F-71F2DEFCCAB8}"/>
              </a:ext>
            </a:extLst>
          </p:cNvPr>
          <p:cNvCxnSpPr>
            <a:cxnSpLocks/>
          </p:cNvCxnSpPr>
          <p:nvPr/>
        </p:nvCxnSpPr>
        <p:spPr>
          <a:xfrm rot="15600000" flipV="1">
            <a:off x="4919688" y="530104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9" name="Straight Arrow Connector 148">
            <a:extLst>
              <a:ext uri="{FF2B5EF4-FFF2-40B4-BE49-F238E27FC236}">
                <a16:creationId xmlns:a16="http://schemas.microsoft.com/office/drawing/2014/main" id="{0FBBD423-B321-4845-8A7B-8E7D2AB63E51}"/>
              </a:ext>
            </a:extLst>
          </p:cNvPr>
          <p:cNvCxnSpPr>
            <a:cxnSpLocks/>
          </p:cNvCxnSpPr>
          <p:nvPr/>
        </p:nvCxnSpPr>
        <p:spPr>
          <a:xfrm rot="5880000" flipV="1">
            <a:off x="4661011" y="528688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0" name="Straight Connector 149">
            <a:extLst>
              <a:ext uri="{FF2B5EF4-FFF2-40B4-BE49-F238E27FC236}">
                <a16:creationId xmlns:a16="http://schemas.microsoft.com/office/drawing/2014/main" id="{9DF9EA28-DD0C-44BD-9AB5-61F6CA2DCBD3}"/>
              </a:ext>
            </a:extLst>
          </p:cNvPr>
          <p:cNvCxnSpPr>
            <a:cxnSpLocks/>
          </p:cNvCxnSpPr>
          <p:nvPr/>
        </p:nvCxnSpPr>
        <p:spPr>
          <a:xfrm>
            <a:off x="2730699" y="2622130"/>
            <a:ext cx="1" cy="1816520"/>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sp>
        <p:nvSpPr>
          <p:cNvPr id="298" name="Oval 297">
            <a:extLst>
              <a:ext uri="{FF2B5EF4-FFF2-40B4-BE49-F238E27FC236}">
                <a16:creationId xmlns:a16="http://schemas.microsoft.com/office/drawing/2014/main" id="{BDD707F5-0BE8-471A-B269-DAB47FAED13A}"/>
              </a:ext>
            </a:extLst>
          </p:cNvPr>
          <p:cNvSpPr/>
          <p:nvPr/>
        </p:nvSpPr>
        <p:spPr>
          <a:xfrm>
            <a:off x="2550974" y="4235870"/>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F</a:t>
            </a:r>
            <a:endParaRPr lang="en-US" dirty="0"/>
          </a:p>
        </p:txBody>
      </p:sp>
      <p:sp>
        <p:nvSpPr>
          <p:cNvPr id="303" name="Oval 302">
            <a:extLst>
              <a:ext uri="{FF2B5EF4-FFF2-40B4-BE49-F238E27FC236}">
                <a16:creationId xmlns:a16="http://schemas.microsoft.com/office/drawing/2014/main" id="{15FA5F7E-26C9-47B3-BC05-D68924780B80}"/>
              </a:ext>
            </a:extLst>
          </p:cNvPr>
          <p:cNvSpPr/>
          <p:nvPr/>
        </p:nvSpPr>
        <p:spPr>
          <a:xfrm>
            <a:off x="2518830" y="240170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K</a:t>
            </a:r>
            <a:endParaRPr lang="en-US" dirty="0">
              <a:solidFill>
                <a:schemeClr val="accent6"/>
              </a:solidFill>
            </a:endParaRPr>
          </a:p>
        </p:txBody>
      </p:sp>
    </p:spTree>
    <p:extLst>
      <p:ext uri="{BB962C8B-B14F-4D97-AF65-F5344CB8AC3E}">
        <p14:creationId xmlns:p14="http://schemas.microsoft.com/office/powerpoint/2010/main" val="4213355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2" name="Group 251">
            <a:extLst>
              <a:ext uri="{FF2B5EF4-FFF2-40B4-BE49-F238E27FC236}">
                <a16:creationId xmlns:a16="http://schemas.microsoft.com/office/drawing/2014/main" id="{3FD7EEEF-3529-4A48-AD2B-C975FF0DD39E}"/>
              </a:ext>
            </a:extLst>
          </p:cNvPr>
          <p:cNvGrpSpPr/>
          <p:nvPr/>
        </p:nvGrpSpPr>
        <p:grpSpPr>
          <a:xfrm>
            <a:off x="418305" y="747240"/>
            <a:ext cx="2325597" cy="1832347"/>
            <a:chOff x="318136" y="1316090"/>
            <a:chExt cx="1776224" cy="1399494"/>
          </a:xfrm>
        </p:grpSpPr>
        <p:sp>
          <p:nvSpPr>
            <p:cNvPr id="265" name="Rectangle 264">
              <a:extLst>
                <a:ext uri="{FF2B5EF4-FFF2-40B4-BE49-F238E27FC236}">
                  <a16:creationId xmlns:a16="http://schemas.microsoft.com/office/drawing/2014/main" id="{5D9919B7-BDC0-4F4F-B243-ADB954D1BC7D}"/>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67" name="Straight Arrow Connector 266">
              <a:extLst>
                <a:ext uri="{FF2B5EF4-FFF2-40B4-BE49-F238E27FC236}">
                  <a16:creationId xmlns:a16="http://schemas.microsoft.com/office/drawing/2014/main" id="{062326DE-29F4-4128-8063-0B1520C23852}"/>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8" name="Straight Arrow Connector 267">
              <a:extLst>
                <a:ext uri="{FF2B5EF4-FFF2-40B4-BE49-F238E27FC236}">
                  <a16:creationId xmlns:a16="http://schemas.microsoft.com/office/drawing/2014/main" id="{EBD747DF-6F21-4AD4-803D-624B37980DDB}"/>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9" name="Straight Arrow Connector 268">
              <a:extLst>
                <a:ext uri="{FF2B5EF4-FFF2-40B4-BE49-F238E27FC236}">
                  <a16:creationId xmlns:a16="http://schemas.microsoft.com/office/drawing/2014/main" id="{7E3F25D0-7679-44D0-B9E9-9851092A28DE}"/>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6" name="Straight Arrow Connector 265">
              <a:extLst>
                <a:ext uri="{FF2B5EF4-FFF2-40B4-BE49-F238E27FC236}">
                  <a16:creationId xmlns:a16="http://schemas.microsoft.com/office/drawing/2014/main" id="{C973AEEC-459D-49BB-8F29-03C6381E56F4}"/>
                </a:ext>
              </a:extLst>
            </p:cNvPr>
            <p:cNvCxnSpPr>
              <a:cxnSpLocks/>
            </p:cNvCxnSpPr>
            <p:nvPr/>
          </p:nvCxnSpPr>
          <p:spPr>
            <a:xfrm rot="15660000" flipV="1">
              <a:off x="1688764"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53" name="Group 252">
            <a:extLst>
              <a:ext uri="{FF2B5EF4-FFF2-40B4-BE49-F238E27FC236}">
                <a16:creationId xmlns:a16="http://schemas.microsoft.com/office/drawing/2014/main" id="{2374E498-73CE-47F1-8271-78A7F34DEAC2}"/>
              </a:ext>
            </a:extLst>
          </p:cNvPr>
          <p:cNvGrpSpPr/>
          <p:nvPr/>
        </p:nvGrpSpPr>
        <p:grpSpPr>
          <a:xfrm>
            <a:off x="417944" y="2579587"/>
            <a:ext cx="2325597" cy="1832347"/>
            <a:chOff x="318136" y="1316090"/>
            <a:chExt cx="1776224" cy="1399494"/>
          </a:xfrm>
        </p:grpSpPr>
        <p:sp>
          <p:nvSpPr>
            <p:cNvPr id="260" name="Rectangle 259">
              <a:extLst>
                <a:ext uri="{FF2B5EF4-FFF2-40B4-BE49-F238E27FC236}">
                  <a16:creationId xmlns:a16="http://schemas.microsoft.com/office/drawing/2014/main" id="{29514B38-0EFA-4A78-8535-F699CE69EA4D}"/>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61" name="Straight Arrow Connector 260">
              <a:extLst>
                <a:ext uri="{FF2B5EF4-FFF2-40B4-BE49-F238E27FC236}">
                  <a16:creationId xmlns:a16="http://schemas.microsoft.com/office/drawing/2014/main" id="{AA6842D4-9767-4970-A599-1150CFA35DE7}"/>
                </a:ext>
              </a:extLst>
            </p:cNvPr>
            <p:cNvCxnSpPr>
              <a:cxnSpLocks/>
            </p:cNvCxnSpPr>
            <p:nvPr/>
          </p:nvCxnSpPr>
          <p:spPr>
            <a:xfrm rot="16200000" flipV="1">
              <a:off x="1816705"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2" name="Straight Arrow Connector 261">
              <a:extLst>
                <a:ext uri="{FF2B5EF4-FFF2-40B4-BE49-F238E27FC236}">
                  <a16:creationId xmlns:a16="http://schemas.microsoft.com/office/drawing/2014/main" id="{59B9B561-5039-439D-82F6-0D8FF3951E7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3" name="Straight Arrow Connector 262">
              <a:extLst>
                <a:ext uri="{FF2B5EF4-FFF2-40B4-BE49-F238E27FC236}">
                  <a16:creationId xmlns:a16="http://schemas.microsoft.com/office/drawing/2014/main" id="{12A0B741-8CE6-49B3-94E9-822F86E57B44}"/>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4" name="Straight Arrow Connector 263">
              <a:extLst>
                <a:ext uri="{FF2B5EF4-FFF2-40B4-BE49-F238E27FC236}">
                  <a16:creationId xmlns:a16="http://schemas.microsoft.com/office/drawing/2014/main" id="{A61BABD6-ABBA-4CDA-8C92-04AE4F0F25F1}"/>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54" name="Group 253">
            <a:extLst>
              <a:ext uri="{FF2B5EF4-FFF2-40B4-BE49-F238E27FC236}">
                <a16:creationId xmlns:a16="http://schemas.microsoft.com/office/drawing/2014/main" id="{168685E4-FB57-4593-90FE-4BAE72C0E41B}"/>
              </a:ext>
            </a:extLst>
          </p:cNvPr>
          <p:cNvGrpSpPr/>
          <p:nvPr/>
        </p:nvGrpSpPr>
        <p:grpSpPr>
          <a:xfrm>
            <a:off x="417944" y="4411934"/>
            <a:ext cx="2325597" cy="1832347"/>
            <a:chOff x="318136" y="1316090"/>
            <a:chExt cx="1776224" cy="1399494"/>
          </a:xfrm>
        </p:grpSpPr>
        <p:sp>
          <p:nvSpPr>
            <p:cNvPr id="255" name="Rectangle 254">
              <a:extLst>
                <a:ext uri="{FF2B5EF4-FFF2-40B4-BE49-F238E27FC236}">
                  <a16:creationId xmlns:a16="http://schemas.microsoft.com/office/drawing/2014/main" id="{C96C5F7A-8062-4C64-A47C-3C0EA1F4A9A1}"/>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56" name="Straight Arrow Connector 255">
              <a:extLst>
                <a:ext uri="{FF2B5EF4-FFF2-40B4-BE49-F238E27FC236}">
                  <a16:creationId xmlns:a16="http://schemas.microsoft.com/office/drawing/2014/main" id="{D8AF5737-5F69-498D-8244-E2D92D7822AF}"/>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7" name="Straight Arrow Connector 256">
              <a:extLst>
                <a:ext uri="{FF2B5EF4-FFF2-40B4-BE49-F238E27FC236}">
                  <a16:creationId xmlns:a16="http://schemas.microsoft.com/office/drawing/2014/main" id="{5C960DAB-7576-41DE-91BF-93767C394DE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8" name="Straight Arrow Connector 257">
              <a:extLst>
                <a:ext uri="{FF2B5EF4-FFF2-40B4-BE49-F238E27FC236}">
                  <a16:creationId xmlns:a16="http://schemas.microsoft.com/office/drawing/2014/main" id="{7EEEDC97-ACA7-4FAC-A842-F4841C135DD6}"/>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9" name="Straight Arrow Connector 258">
              <a:extLst>
                <a:ext uri="{FF2B5EF4-FFF2-40B4-BE49-F238E27FC236}">
                  <a16:creationId xmlns:a16="http://schemas.microsoft.com/office/drawing/2014/main" id="{962A0292-9F9F-435D-99E1-7D79EC4F2272}"/>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 name="Título 1">
            <a:extLst>
              <a:ext uri="{FF2B5EF4-FFF2-40B4-BE49-F238E27FC236}">
                <a16:creationId xmlns:a16="http://schemas.microsoft.com/office/drawing/2014/main" id="{D5503A07-0117-4081-A30C-D1624E0122FE}"/>
              </a:ext>
            </a:extLst>
          </p:cNvPr>
          <p:cNvSpPr>
            <a:spLocks noGrp="1"/>
          </p:cNvSpPr>
          <p:nvPr>
            <p:ph type="title"/>
          </p:nvPr>
        </p:nvSpPr>
        <p:spPr/>
        <p:txBody>
          <a:bodyPr/>
          <a:lstStyle/>
          <a:p>
            <a:r>
              <a:rPr lang="en-US" dirty="0"/>
              <a:t>Mesh Example – Edge 4</a:t>
            </a:r>
          </a:p>
        </p:txBody>
      </p:sp>
      <p:grpSp>
        <p:nvGrpSpPr>
          <p:cNvPr id="234" name="Group 233">
            <a:extLst>
              <a:ext uri="{FF2B5EF4-FFF2-40B4-BE49-F238E27FC236}">
                <a16:creationId xmlns:a16="http://schemas.microsoft.com/office/drawing/2014/main" id="{F7373373-5128-40BF-BC7C-67477999153F}"/>
              </a:ext>
            </a:extLst>
          </p:cNvPr>
          <p:cNvGrpSpPr/>
          <p:nvPr/>
        </p:nvGrpSpPr>
        <p:grpSpPr>
          <a:xfrm>
            <a:off x="2731060" y="747240"/>
            <a:ext cx="2325597" cy="1832347"/>
            <a:chOff x="318136" y="1316090"/>
            <a:chExt cx="1776224" cy="1399494"/>
          </a:xfrm>
        </p:grpSpPr>
        <p:sp>
          <p:nvSpPr>
            <p:cNvPr id="247" name="Rectangle 246">
              <a:extLst>
                <a:ext uri="{FF2B5EF4-FFF2-40B4-BE49-F238E27FC236}">
                  <a16:creationId xmlns:a16="http://schemas.microsoft.com/office/drawing/2014/main" id="{D45BF7AA-566D-466E-A2CE-54C10DF71D1A}"/>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48" name="Straight Arrow Connector 247">
              <a:extLst>
                <a:ext uri="{FF2B5EF4-FFF2-40B4-BE49-F238E27FC236}">
                  <a16:creationId xmlns:a16="http://schemas.microsoft.com/office/drawing/2014/main" id="{A44ED70F-1AE5-40BA-934F-F803D3CDE5F3}"/>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9" name="Straight Arrow Connector 248">
              <a:extLst>
                <a:ext uri="{FF2B5EF4-FFF2-40B4-BE49-F238E27FC236}">
                  <a16:creationId xmlns:a16="http://schemas.microsoft.com/office/drawing/2014/main" id="{7B762EFC-714F-4236-8963-00B77C457FF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0" name="Straight Arrow Connector 249">
              <a:extLst>
                <a:ext uri="{FF2B5EF4-FFF2-40B4-BE49-F238E27FC236}">
                  <a16:creationId xmlns:a16="http://schemas.microsoft.com/office/drawing/2014/main" id="{DBCEC684-5407-43F1-B0B6-BA7F5753A16A}"/>
                </a:ext>
              </a:extLst>
            </p:cNvPr>
            <p:cNvCxnSpPr>
              <a:cxnSpLocks/>
            </p:cNvCxnSpPr>
            <p:nvPr/>
          </p:nvCxnSpPr>
          <p:spPr>
            <a:xfrm rot="6000000" flipV="1">
              <a:off x="304380" y="196308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1" name="Straight Arrow Connector 250">
              <a:extLst>
                <a:ext uri="{FF2B5EF4-FFF2-40B4-BE49-F238E27FC236}">
                  <a16:creationId xmlns:a16="http://schemas.microsoft.com/office/drawing/2014/main" id="{BFE955E4-AC4D-4FA9-8DD0-7631C5985B45}"/>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35" name="Group 234">
            <a:extLst>
              <a:ext uri="{FF2B5EF4-FFF2-40B4-BE49-F238E27FC236}">
                <a16:creationId xmlns:a16="http://schemas.microsoft.com/office/drawing/2014/main" id="{60BDC115-0567-4C94-8188-43F0FA243DB4}"/>
              </a:ext>
            </a:extLst>
          </p:cNvPr>
          <p:cNvGrpSpPr/>
          <p:nvPr/>
        </p:nvGrpSpPr>
        <p:grpSpPr>
          <a:xfrm>
            <a:off x="2730699" y="2579587"/>
            <a:ext cx="2325597" cy="1832347"/>
            <a:chOff x="318136" y="1316090"/>
            <a:chExt cx="1776224" cy="1399494"/>
          </a:xfrm>
        </p:grpSpPr>
        <p:sp>
          <p:nvSpPr>
            <p:cNvPr id="242" name="Rectangle 241">
              <a:extLst>
                <a:ext uri="{FF2B5EF4-FFF2-40B4-BE49-F238E27FC236}">
                  <a16:creationId xmlns:a16="http://schemas.microsoft.com/office/drawing/2014/main" id="{A55BD290-DD98-4A88-AECD-679E6CEBC6C5}"/>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43" name="Straight Arrow Connector 242">
              <a:extLst>
                <a:ext uri="{FF2B5EF4-FFF2-40B4-BE49-F238E27FC236}">
                  <a16:creationId xmlns:a16="http://schemas.microsoft.com/office/drawing/2014/main" id="{0A6BF039-F570-4BEC-9EB2-532D7DEFF5BC}"/>
                </a:ext>
              </a:extLst>
            </p:cNvPr>
            <p:cNvCxnSpPr>
              <a:cxnSpLocks/>
            </p:cNvCxnSpPr>
            <p:nvPr/>
          </p:nvCxnSpPr>
          <p:spPr>
            <a:xfrm rot="16200000" flipV="1">
              <a:off x="1808768"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4" name="Straight Arrow Connector 243">
              <a:extLst>
                <a:ext uri="{FF2B5EF4-FFF2-40B4-BE49-F238E27FC236}">
                  <a16:creationId xmlns:a16="http://schemas.microsoft.com/office/drawing/2014/main" id="{4B582994-9247-430E-AA5B-3124734F530C}"/>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5" name="Straight Arrow Connector 244">
              <a:extLst>
                <a:ext uri="{FF2B5EF4-FFF2-40B4-BE49-F238E27FC236}">
                  <a16:creationId xmlns:a16="http://schemas.microsoft.com/office/drawing/2014/main" id="{902A780F-47D6-4181-9248-1E030BC97FAB}"/>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6" name="Straight Arrow Connector 245">
              <a:extLst>
                <a:ext uri="{FF2B5EF4-FFF2-40B4-BE49-F238E27FC236}">
                  <a16:creationId xmlns:a16="http://schemas.microsoft.com/office/drawing/2014/main" id="{3D4822F1-FD86-4865-9FEE-D31F7D8893EC}"/>
                </a:ext>
              </a:extLst>
            </p:cNvPr>
            <p:cNvCxnSpPr>
              <a:cxnSpLocks/>
            </p:cNvCxnSpPr>
            <p:nvPr/>
          </p:nvCxnSpPr>
          <p:spPr>
            <a:xfrm rot="10800000" flipV="1">
              <a:off x="974623" y="1362644"/>
              <a:ext cx="2863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36" name="Group 235">
            <a:extLst>
              <a:ext uri="{FF2B5EF4-FFF2-40B4-BE49-F238E27FC236}">
                <a16:creationId xmlns:a16="http://schemas.microsoft.com/office/drawing/2014/main" id="{F0D814B7-1684-4AAB-8FD8-B5C2394F4DE9}"/>
              </a:ext>
            </a:extLst>
          </p:cNvPr>
          <p:cNvGrpSpPr/>
          <p:nvPr/>
        </p:nvGrpSpPr>
        <p:grpSpPr>
          <a:xfrm>
            <a:off x="2730699" y="4411934"/>
            <a:ext cx="2325597" cy="1832347"/>
            <a:chOff x="318136" y="1316090"/>
            <a:chExt cx="1776224" cy="1399494"/>
          </a:xfrm>
        </p:grpSpPr>
        <p:sp>
          <p:nvSpPr>
            <p:cNvPr id="237" name="Rectangle 236">
              <a:extLst>
                <a:ext uri="{FF2B5EF4-FFF2-40B4-BE49-F238E27FC236}">
                  <a16:creationId xmlns:a16="http://schemas.microsoft.com/office/drawing/2014/main" id="{A460903A-ADBE-4AE8-9634-74421E1E4421}"/>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38" name="Straight Arrow Connector 237">
              <a:extLst>
                <a:ext uri="{FF2B5EF4-FFF2-40B4-BE49-F238E27FC236}">
                  <a16:creationId xmlns:a16="http://schemas.microsoft.com/office/drawing/2014/main" id="{789A7F52-65E8-48B7-98C2-60722526CE6D}"/>
                </a:ext>
              </a:extLst>
            </p:cNvPr>
            <p:cNvCxnSpPr>
              <a:cxnSpLocks/>
            </p:cNvCxnSpPr>
            <p:nvPr/>
          </p:nvCxnSpPr>
          <p:spPr>
            <a:xfrm rot="16740000" flipV="1">
              <a:off x="1698666" y="1967007"/>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9" name="Straight Arrow Connector 238">
              <a:extLst>
                <a:ext uri="{FF2B5EF4-FFF2-40B4-BE49-F238E27FC236}">
                  <a16:creationId xmlns:a16="http://schemas.microsoft.com/office/drawing/2014/main" id="{65198430-3E18-406C-8B8C-777D03F28335}"/>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0" name="Straight Arrow Connector 239">
              <a:extLst>
                <a:ext uri="{FF2B5EF4-FFF2-40B4-BE49-F238E27FC236}">
                  <a16:creationId xmlns:a16="http://schemas.microsoft.com/office/drawing/2014/main" id="{46E2307C-2A7F-45FA-87E7-07959D55C615}"/>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1" name="Straight Arrow Connector 240">
              <a:extLst>
                <a:ext uri="{FF2B5EF4-FFF2-40B4-BE49-F238E27FC236}">
                  <a16:creationId xmlns:a16="http://schemas.microsoft.com/office/drawing/2014/main" id="{D96B0CD2-81A0-48F7-809D-5ADB6F2EB233}"/>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2" name="Group 201">
            <a:extLst>
              <a:ext uri="{FF2B5EF4-FFF2-40B4-BE49-F238E27FC236}">
                <a16:creationId xmlns:a16="http://schemas.microsoft.com/office/drawing/2014/main" id="{1FED2BCD-D4E8-455B-9353-9E7E8A0EA52D}"/>
              </a:ext>
            </a:extLst>
          </p:cNvPr>
          <p:cNvGrpSpPr/>
          <p:nvPr/>
        </p:nvGrpSpPr>
        <p:grpSpPr>
          <a:xfrm>
            <a:off x="5056295" y="747240"/>
            <a:ext cx="2325596" cy="1832347"/>
            <a:chOff x="318136" y="1316090"/>
            <a:chExt cx="1776224" cy="1399494"/>
          </a:xfrm>
        </p:grpSpPr>
        <p:sp>
          <p:nvSpPr>
            <p:cNvPr id="229" name="Rectangle 228">
              <a:extLst>
                <a:ext uri="{FF2B5EF4-FFF2-40B4-BE49-F238E27FC236}">
                  <a16:creationId xmlns:a16="http://schemas.microsoft.com/office/drawing/2014/main" id="{8062F188-9BE3-40CF-BAFD-CAFFAA11E452}"/>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30" name="Straight Arrow Connector 229">
              <a:extLst>
                <a:ext uri="{FF2B5EF4-FFF2-40B4-BE49-F238E27FC236}">
                  <a16:creationId xmlns:a16="http://schemas.microsoft.com/office/drawing/2014/main" id="{AECCFD08-25A0-4B03-BDFA-20BA8FF313FC}"/>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1" name="Straight Arrow Connector 230">
              <a:extLst>
                <a:ext uri="{FF2B5EF4-FFF2-40B4-BE49-F238E27FC236}">
                  <a16:creationId xmlns:a16="http://schemas.microsoft.com/office/drawing/2014/main" id="{0DA57120-F429-4DEB-938E-5891BD3AB37A}"/>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2" name="Straight Arrow Connector 231">
              <a:extLst>
                <a:ext uri="{FF2B5EF4-FFF2-40B4-BE49-F238E27FC236}">
                  <a16:creationId xmlns:a16="http://schemas.microsoft.com/office/drawing/2014/main" id="{B009FEAE-5938-441C-8B45-BB35D02B5936}"/>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3" name="Straight Arrow Connector 232">
              <a:extLst>
                <a:ext uri="{FF2B5EF4-FFF2-40B4-BE49-F238E27FC236}">
                  <a16:creationId xmlns:a16="http://schemas.microsoft.com/office/drawing/2014/main" id="{6C37DEE2-659F-4F10-B9B0-3D74816AB67D}"/>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3" name="Group 202">
            <a:extLst>
              <a:ext uri="{FF2B5EF4-FFF2-40B4-BE49-F238E27FC236}">
                <a16:creationId xmlns:a16="http://schemas.microsoft.com/office/drawing/2014/main" id="{BFB941BD-1D2C-46FE-8DEF-5C3E07E24822}"/>
              </a:ext>
            </a:extLst>
          </p:cNvPr>
          <p:cNvGrpSpPr/>
          <p:nvPr/>
        </p:nvGrpSpPr>
        <p:grpSpPr>
          <a:xfrm>
            <a:off x="5055934" y="2579587"/>
            <a:ext cx="2325596" cy="1832347"/>
            <a:chOff x="318136" y="1316090"/>
            <a:chExt cx="1776224" cy="1399494"/>
          </a:xfrm>
        </p:grpSpPr>
        <p:sp>
          <p:nvSpPr>
            <p:cNvPr id="224" name="Rectangle 223">
              <a:extLst>
                <a:ext uri="{FF2B5EF4-FFF2-40B4-BE49-F238E27FC236}">
                  <a16:creationId xmlns:a16="http://schemas.microsoft.com/office/drawing/2014/main" id="{623EBB0C-A58E-4601-B1A7-48655AB8B6F6}"/>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25" name="Straight Arrow Connector 224">
              <a:extLst>
                <a:ext uri="{FF2B5EF4-FFF2-40B4-BE49-F238E27FC236}">
                  <a16:creationId xmlns:a16="http://schemas.microsoft.com/office/drawing/2014/main" id="{AF7D7B31-F9B6-4A27-ADBE-BBC2C64079F8}"/>
                </a:ext>
              </a:extLst>
            </p:cNvPr>
            <p:cNvCxnSpPr>
              <a:cxnSpLocks/>
            </p:cNvCxnSpPr>
            <p:nvPr/>
          </p:nvCxnSpPr>
          <p:spPr>
            <a:xfrm rot="16200000" flipV="1">
              <a:off x="1820667" y="201088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6" name="Straight Arrow Connector 225">
              <a:extLst>
                <a:ext uri="{FF2B5EF4-FFF2-40B4-BE49-F238E27FC236}">
                  <a16:creationId xmlns:a16="http://schemas.microsoft.com/office/drawing/2014/main" id="{1BC8CB39-5C2E-4BD9-AEF5-84CAECEDD1FB}"/>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7" name="Straight Arrow Connector 226">
              <a:extLst>
                <a:ext uri="{FF2B5EF4-FFF2-40B4-BE49-F238E27FC236}">
                  <a16:creationId xmlns:a16="http://schemas.microsoft.com/office/drawing/2014/main" id="{459DC3CF-C60E-4234-AFF2-A4506C09CCC4}"/>
                </a:ext>
              </a:extLst>
            </p:cNvPr>
            <p:cNvCxnSpPr>
              <a:cxnSpLocks/>
            </p:cNvCxnSpPr>
            <p:nvPr/>
          </p:nvCxnSpPr>
          <p:spPr>
            <a:xfrm rot="5400000" flipV="1">
              <a:off x="178238"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8" name="Straight Arrow Connector 227">
              <a:extLst>
                <a:ext uri="{FF2B5EF4-FFF2-40B4-BE49-F238E27FC236}">
                  <a16:creationId xmlns:a16="http://schemas.microsoft.com/office/drawing/2014/main" id="{54F98CCC-B28F-4ED5-A2B4-D2E5C46355CB}"/>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4" name="Group 203">
            <a:extLst>
              <a:ext uri="{FF2B5EF4-FFF2-40B4-BE49-F238E27FC236}">
                <a16:creationId xmlns:a16="http://schemas.microsoft.com/office/drawing/2014/main" id="{55506D04-7782-418C-AC99-5FB405335414}"/>
              </a:ext>
            </a:extLst>
          </p:cNvPr>
          <p:cNvGrpSpPr/>
          <p:nvPr/>
        </p:nvGrpSpPr>
        <p:grpSpPr>
          <a:xfrm>
            <a:off x="5055934" y="4411934"/>
            <a:ext cx="2325596" cy="1832347"/>
            <a:chOff x="318136" y="1316090"/>
            <a:chExt cx="1776224" cy="1399494"/>
          </a:xfrm>
        </p:grpSpPr>
        <p:sp>
          <p:nvSpPr>
            <p:cNvPr id="219" name="Rectangle 218">
              <a:extLst>
                <a:ext uri="{FF2B5EF4-FFF2-40B4-BE49-F238E27FC236}">
                  <a16:creationId xmlns:a16="http://schemas.microsoft.com/office/drawing/2014/main" id="{056883D2-AE14-41D7-92E9-A43358CF3C34}"/>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20" name="Straight Arrow Connector 219">
              <a:extLst>
                <a:ext uri="{FF2B5EF4-FFF2-40B4-BE49-F238E27FC236}">
                  <a16:creationId xmlns:a16="http://schemas.microsoft.com/office/drawing/2014/main" id="{6668B10C-D061-47E8-9076-42FCD480CD97}"/>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1" name="Straight Arrow Connector 220">
              <a:extLst>
                <a:ext uri="{FF2B5EF4-FFF2-40B4-BE49-F238E27FC236}">
                  <a16:creationId xmlns:a16="http://schemas.microsoft.com/office/drawing/2014/main" id="{B01960BF-C5CF-421D-81DC-3B08440D9FB7}"/>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2" name="Straight Arrow Connector 221">
              <a:extLst>
                <a:ext uri="{FF2B5EF4-FFF2-40B4-BE49-F238E27FC236}">
                  <a16:creationId xmlns:a16="http://schemas.microsoft.com/office/drawing/2014/main" id="{82D4EEA5-A7F9-46FD-9033-449B2C1FE99C}"/>
                </a:ext>
              </a:extLst>
            </p:cNvPr>
            <p:cNvCxnSpPr>
              <a:cxnSpLocks/>
            </p:cNvCxnSpPr>
            <p:nvPr/>
          </p:nvCxnSpPr>
          <p:spPr>
            <a:xfrm rot="4800000" flipV="1">
              <a:off x="300899" y="197819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3" name="Straight Arrow Connector 222">
              <a:extLst>
                <a:ext uri="{FF2B5EF4-FFF2-40B4-BE49-F238E27FC236}">
                  <a16:creationId xmlns:a16="http://schemas.microsoft.com/office/drawing/2014/main" id="{97B2D6FA-CFFD-4FE9-B230-5E2A3FEBD5B2}"/>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5" name="Group 204">
            <a:extLst>
              <a:ext uri="{FF2B5EF4-FFF2-40B4-BE49-F238E27FC236}">
                <a16:creationId xmlns:a16="http://schemas.microsoft.com/office/drawing/2014/main" id="{113A97E4-1B9B-4884-BB1D-1A0CAF96BA58}"/>
              </a:ext>
            </a:extLst>
          </p:cNvPr>
          <p:cNvGrpSpPr/>
          <p:nvPr/>
        </p:nvGrpSpPr>
        <p:grpSpPr>
          <a:xfrm>
            <a:off x="7384957" y="747240"/>
            <a:ext cx="2325596" cy="1832347"/>
            <a:chOff x="321580" y="1316090"/>
            <a:chExt cx="1776224" cy="1399494"/>
          </a:xfrm>
        </p:grpSpPr>
        <p:sp>
          <p:nvSpPr>
            <p:cNvPr id="214" name="Rectangle 213">
              <a:extLst>
                <a:ext uri="{FF2B5EF4-FFF2-40B4-BE49-F238E27FC236}">
                  <a16:creationId xmlns:a16="http://schemas.microsoft.com/office/drawing/2014/main" id="{C0C77131-5AB4-4F13-A30C-6BB1B3200A48}"/>
                </a:ext>
              </a:extLst>
            </p:cNvPr>
            <p:cNvSpPr/>
            <p:nvPr/>
          </p:nvSpPr>
          <p:spPr>
            <a:xfrm rot="5400000">
              <a:off x="509945"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15" name="Straight Arrow Connector 214">
              <a:extLst>
                <a:ext uri="{FF2B5EF4-FFF2-40B4-BE49-F238E27FC236}">
                  <a16:creationId xmlns:a16="http://schemas.microsoft.com/office/drawing/2014/main" id="{8E281038-E96E-491B-8204-4E19E55989E1}"/>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6" name="Straight Arrow Connector 215">
              <a:extLst>
                <a:ext uri="{FF2B5EF4-FFF2-40B4-BE49-F238E27FC236}">
                  <a16:creationId xmlns:a16="http://schemas.microsoft.com/office/drawing/2014/main" id="{4E45AA5B-C60D-49E6-86C4-E1401994E18D}"/>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7" name="Straight Arrow Connector 216">
              <a:extLst>
                <a:ext uri="{FF2B5EF4-FFF2-40B4-BE49-F238E27FC236}">
                  <a16:creationId xmlns:a16="http://schemas.microsoft.com/office/drawing/2014/main" id="{A2F57384-A8EC-4598-ADAD-F96D9D69CFE2}"/>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8" name="Straight Arrow Connector 217">
              <a:extLst>
                <a:ext uri="{FF2B5EF4-FFF2-40B4-BE49-F238E27FC236}">
                  <a16:creationId xmlns:a16="http://schemas.microsoft.com/office/drawing/2014/main" id="{8D6230D9-0781-4424-97B2-69236B2BCB80}"/>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6" name="Group 205">
            <a:extLst>
              <a:ext uri="{FF2B5EF4-FFF2-40B4-BE49-F238E27FC236}">
                <a16:creationId xmlns:a16="http://schemas.microsoft.com/office/drawing/2014/main" id="{AD6B3106-B749-467C-B87B-D650AEA914DF}"/>
              </a:ext>
            </a:extLst>
          </p:cNvPr>
          <p:cNvGrpSpPr/>
          <p:nvPr/>
        </p:nvGrpSpPr>
        <p:grpSpPr>
          <a:xfrm>
            <a:off x="7384957" y="2579587"/>
            <a:ext cx="2325598" cy="1832347"/>
            <a:chOff x="321856" y="1316090"/>
            <a:chExt cx="1776224" cy="1399494"/>
          </a:xfrm>
        </p:grpSpPr>
        <p:sp>
          <p:nvSpPr>
            <p:cNvPr id="207" name="Rectangle 206">
              <a:extLst>
                <a:ext uri="{FF2B5EF4-FFF2-40B4-BE49-F238E27FC236}">
                  <a16:creationId xmlns:a16="http://schemas.microsoft.com/office/drawing/2014/main" id="{1678FADC-7F3B-49A6-98C4-4D3548E84F43}"/>
                </a:ext>
              </a:extLst>
            </p:cNvPr>
            <p:cNvSpPr/>
            <p:nvPr/>
          </p:nvSpPr>
          <p:spPr>
            <a:xfrm rot="5400000">
              <a:off x="51022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08" name="Straight Arrow Connector 207">
              <a:extLst>
                <a:ext uri="{FF2B5EF4-FFF2-40B4-BE49-F238E27FC236}">
                  <a16:creationId xmlns:a16="http://schemas.microsoft.com/office/drawing/2014/main" id="{A3E4A723-5F98-4CEF-A925-7E3485761F07}"/>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9" name="Straight Arrow Connector 208">
              <a:extLst>
                <a:ext uri="{FF2B5EF4-FFF2-40B4-BE49-F238E27FC236}">
                  <a16:creationId xmlns:a16="http://schemas.microsoft.com/office/drawing/2014/main" id="{8AA12322-40C1-47F9-B7BE-3EF5FE9A6E1E}"/>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1" name="Straight Arrow Connector 210">
              <a:extLst>
                <a:ext uri="{FF2B5EF4-FFF2-40B4-BE49-F238E27FC236}">
                  <a16:creationId xmlns:a16="http://schemas.microsoft.com/office/drawing/2014/main" id="{AADCD4C8-FCC5-46BF-BF1A-B6D6AC5E7A25}"/>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2" name="Straight Arrow Connector 211">
              <a:extLst>
                <a:ext uri="{FF2B5EF4-FFF2-40B4-BE49-F238E27FC236}">
                  <a16:creationId xmlns:a16="http://schemas.microsoft.com/office/drawing/2014/main" id="{27243F2A-86A6-4D95-92FB-ACB943D6E06E}"/>
                </a:ext>
              </a:extLst>
            </p:cNvPr>
            <p:cNvCxnSpPr>
              <a:cxnSpLocks/>
            </p:cNvCxnSpPr>
            <p:nvPr/>
          </p:nvCxnSpPr>
          <p:spPr>
            <a:xfrm rot="13140000" flipV="1">
              <a:off x="893207" y="203998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3" name="Straight Arrow Connector 212">
              <a:extLst>
                <a:ext uri="{FF2B5EF4-FFF2-40B4-BE49-F238E27FC236}">
                  <a16:creationId xmlns:a16="http://schemas.microsoft.com/office/drawing/2014/main" id="{FAD53B5E-A0E7-4F09-898F-0218D9DD5014}"/>
                </a:ext>
              </a:extLst>
            </p:cNvPr>
            <p:cNvCxnSpPr>
              <a:cxnSpLocks/>
            </p:cNvCxnSpPr>
            <p:nvPr/>
          </p:nvCxnSpPr>
          <p:spPr>
            <a:xfrm rot="2340000" flipV="1">
              <a:off x="987275" y="19408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cxnSp>
        <p:nvCxnSpPr>
          <p:cNvPr id="270" name="Straight Connector 269">
            <a:extLst>
              <a:ext uri="{FF2B5EF4-FFF2-40B4-BE49-F238E27FC236}">
                <a16:creationId xmlns:a16="http://schemas.microsoft.com/office/drawing/2014/main" id="{4334DD71-E463-478A-ABA7-9A5AFA94D68C}"/>
              </a:ext>
            </a:extLst>
          </p:cNvPr>
          <p:cNvCxnSpPr/>
          <p:nvPr/>
        </p:nvCxnSpPr>
        <p:spPr>
          <a:xfrm>
            <a:off x="7380448" y="2579587"/>
            <a:ext cx="2325596" cy="1832347"/>
          </a:xfrm>
          <a:prstGeom prst="line">
            <a:avLst/>
          </a:prstGeom>
          <a:ln w="19050"/>
        </p:spPr>
        <p:style>
          <a:lnRef idx="1">
            <a:schemeClr val="dk1"/>
          </a:lnRef>
          <a:fillRef idx="0">
            <a:schemeClr val="dk1"/>
          </a:fillRef>
          <a:effectRef idx="0">
            <a:schemeClr val="dk1"/>
          </a:effectRef>
          <a:fontRef idx="minor">
            <a:schemeClr val="tx1"/>
          </a:fontRef>
        </p:style>
      </p:cxnSp>
      <p:cxnSp>
        <p:nvCxnSpPr>
          <p:cNvPr id="271" name="Straight Connector 270">
            <a:extLst>
              <a:ext uri="{FF2B5EF4-FFF2-40B4-BE49-F238E27FC236}">
                <a16:creationId xmlns:a16="http://schemas.microsoft.com/office/drawing/2014/main" id="{FF2FCAAA-7996-4B03-8DD5-8487CFC4BDF1}"/>
              </a:ext>
            </a:extLst>
          </p:cNvPr>
          <p:cNvCxnSpPr/>
          <p:nvPr/>
        </p:nvCxnSpPr>
        <p:spPr>
          <a:xfrm flipH="1">
            <a:off x="7380086" y="747240"/>
            <a:ext cx="2325596" cy="1832347"/>
          </a:xfrm>
          <a:prstGeom prst="line">
            <a:avLst/>
          </a:prstGeom>
          <a:ln w="19050"/>
        </p:spPr>
        <p:style>
          <a:lnRef idx="1">
            <a:schemeClr val="dk1"/>
          </a:lnRef>
          <a:fillRef idx="0">
            <a:schemeClr val="dk1"/>
          </a:fillRef>
          <a:effectRef idx="0">
            <a:schemeClr val="dk1"/>
          </a:effectRef>
          <a:fontRef idx="minor">
            <a:schemeClr val="tx1"/>
          </a:fontRef>
        </p:style>
      </p:cxnSp>
      <p:cxnSp>
        <p:nvCxnSpPr>
          <p:cNvPr id="272" name="Straight Connector 271">
            <a:extLst>
              <a:ext uri="{FF2B5EF4-FFF2-40B4-BE49-F238E27FC236}">
                <a16:creationId xmlns:a16="http://schemas.microsoft.com/office/drawing/2014/main" id="{45518EAD-433B-4D30-86D2-970AA7C8987B}"/>
              </a:ext>
            </a:extLst>
          </p:cNvPr>
          <p:cNvCxnSpPr>
            <a:cxnSpLocks/>
          </p:cNvCxnSpPr>
          <p:nvPr/>
        </p:nvCxnSpPr>
        <p:spPr>
          <a:xfrm>
            <a:off x="417944" y="2579587"/>
            <a:ext cx="928773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805DF446-5EFD-464C-A447-01430AB10EF8}"/>
              </a:ext>
            </a:extLst>
          </p:cNvPr>
          <p:cNvCxnSpPr/>
          <p:nvPr/>
        </p:nvCxnSpPr>
        <p:spPr>
          <a:xfrm>
            <a:off x="5055934" y="2579587"/>
            <a:ext cx="0" cy="3664694"/>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cxnSp>
        <p:nvCxnSpPr>
          <p:cNvPr id="275" name="Straight Connector 274">
            <a:extLst>
              <a:ext uri="{FF2B5EF4-FFF2-40B4-BE49-F238E27FC236}">
                <a16:creationId xmlns:a16="http://schemas.microsoft.com/office/drawing/2014/main" id="{3074EE5F-DA69-449F-A09A-8107C8B3EFCA}"/>
              </a:ext>
            </a:extLst>
          </p:cNvPr>
          <p:cNvCxnSpPr/>
          <p:nvPr/>
        </p:nvCxnSpPr>
        <p:spPr>
          <a:xfrm flipH="1">
            <a:off x="7380086" y="747240"/>
            <a:ext cx="2325596" cy="1832347"/>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cxnSp>
        <p:nvCxnSpPr>
          <p:cNvPr id="276" name="Straight Connector 275">
            <a:extLst>
              <a:ext uri="{FF2B5EF4-FFF2-40B4-BE49-F238E27FC236}">
                <a16:creationId xmlns:a16="http://schemas.microsoft.com/office/drawing/2014/main" id="{E1E30BB6-810A-49DF-80A7-7D3519084021}"/>
              </a:ext>
            </a:extLst>
          </p:cNvPr>
          <p:cNvCxnSpPr/>
          <p:nvPr/>
        </p:nvCxnSpPr>
        <p:spPr>
          <a:xfrm>
            <a:off x="7380086" y="2579587"/>
            <a:ext cx="2325596" cy="183234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DC5DD4E9-1578-4D03-A242-CCD59A8C804C}"/>
              </a:ext>
            </a:extLst>
          </p:cNvPr>
          <p:cNvCxnSpPr/>
          <p:nvPr/>
        </p:nvCxnSpPr>
        <p:spPr>
          <a:xfrm>
            <a:off x="7384559" y="747240"/>
            <a:ext cx="0" cy="3664694"/>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sp>
        <p:nvSpPr>
          <p:cNvPr id="282" name="TextBox 281">
            <a:extLst>
              <a:ext uri="{FF2B5EF4-FFF2-40B4-BE49-F238E27FC236}">
                <a16:creationId xmlns:a16="http://schemas.microsoft.com/office/drawing/2014/main" id="{D3BFCE09-DD58-454C-BED7-2E81C8A13C72}"/>
              </a:ext>
            </a:extLst>
          </p:cNvPr>
          <p:cNvSpPr txBox="1"/>
          <p:nvPr/>
        </p:nvSpPr>
        <p:spPr>
          <a:xfrm>
            <a:off x="7321065" y="909096"/>
            <a:ext cx="394995" cy="483564"/>
          </a:xfrm>
          <a:prstGeom prst="rect">
            <a:avLst/>
          </a:prstGeom>
          <a:noFill/>
        </p:spPr>
        <p:txBody>
          <a:bodyPr wrap="none" rtlCol="0">
            <a:spAutoFit/>
          </a:bodyPr>
          <a:lstStyle/>
          <a:p>
            <a:r>
              <a:rPr lang="en-US" dirty="0">
                <a:solidFill>
                  <a:srgbClr val="FF0000"/>
                </a:solidFill>
              </a:rPr>
              <a:t>5</a:t>
            </a:r>
          </a:p>
        </p:txBody>
      </p:sp>
      <p:sp>
        <p:nvSpPr>
          <p:cNvPr id="283" name="TextBox 282">
            <a:extLst>
              <a:ext uri="{FF2B5EF4-FFF2-40B4-BE49-F238E27FC236}">
                <a16:creationId xmlns:a16="http://schemas.microsoft.com/office/drawing/2014/main" id="{33FF4290-4CB2-4C7E-BA83-11D028A3ADD9}"/>
              </a:ext>
            </a:extLst>
          </p:cNvPr>
          <p:cNvSpPr txBox="1"/>
          <p:nvPr/>
        </p:nvSpPr>
        <p:spPr>
          <a:xfrm>
            <a:off x="5287449" y="2255654"/>
            <a:ext cx="394995" cy="483564"/>
          </a:xfrm>
          <a:prstGeom prst="rect">
            <a:avLst/>
          </a:prstGeom>
          <a:noFill/>
        </p:spPr>
        <p:txBody>
          <a:bodyPr wrap="none" rtlCol="0">
            <a:spAutoFit/>
          </a:bodyPr>
          <a:lstStyle/>
          <a:p>
            <a:r>
              <a:rPr lang="en-US" dirty="0">
                <a:solidFill>
                  <a:srgbClr val="FF0000"/>
                </a:solidFill>
              </a:rPr>
              <a:t>6</a:t>
            </a:r>
          </a:p>
        </p:txBody>
      </p:sp>
      <p:sp>
        <p:nvSpPr>
          <p:cNvPr id="284" name="TextBox 283">
            <a:extLst>
              <a:ext uri="{FF2B5EF4-FFF2-40B4-BE49-F238E27FC236}">
                <a16:creationId xmlns:a16="http://schemas.microsoft.com/office/drawing/2014/main" id="{A4563EBC-A27F-435D-A67C-C6215A6B5704}"/>
              </a:ext>
            </a:extLst>
          </p:cNvPr>
          <p:cNvSpPr txBox="1"/>
          <p:nvPr/>
        </p:nvSpPr>
        <p:spPr>
          <a:xfrm>
            <a:off x="4790371" y="3773299"/>
            <a:ext cx="394995" cy="483564"/>
          </a:xfrm>
          <a:prstGeom prst="rect">
            <a:avLst/>
          </a:prstGeom>
          <a:noFill/>
        </p:spPr>
        <p:txBody>
          <a:bodyPr wrap="none" rtlCol="0">
            <a:spAutoFit/>
          </a:bodyPr>
          <a:lstStyle/>
          <a:p>
            <a:r>
              <a:rPr lang="en-US" dirty="0">
                <a:solidFill>
                  <a:srgbClr val="FF0000"/>
                </a:solidFill>
              </a:rPr>
              <a:t>7</a:t>
            </a:r>
          </a:p>
        </p:txBody>
      </p:sp>
      <p:sp>
        <p:nvSpPr>
          <p:cNvPr id="285" name="TextBox 284">
            <a:extLst>
              <a:ext uri="{FF2B5EF4-FFF2-40B4-BE49-F238E27FC236}">
                <a16:creationId xmlns:a16="http://schemas.microsoft.com/office/drawing/2014/main" id="{EAD0A7C8-2C2D-4CE8-8030-9DED47ADBDED}"/>
              </a:ext>
            </a:extLst>
          </p:cNvPr>
          <p:cNvSpPr txBox="1"/>
          <p:nvPr/>
        </p:nvSpPr>
        <p:spPr>
          <a:xfrm>
            <a:off x="2456947" y="3867417"/>
            <a:ext cx="394995" cy="483564"/>
          </a:xfrm>
          <a:prstGeom prst="rect">
            <a:avLst/>
          </a:prstGeom>
          <a:noFill/>
        </p:spPr>
        <p:txBody>
          <a:bodyPr wrap="none" rtlCol="0">
            <a:spAutoFit/>
          </a:bodyPr>
          <a:lstStyle/>
          <a:p>
            <a:r>
              <a:rPr lang="en-US" dirty="0">
                <a:solidFill>
                  <a:srgbClr val="FF0000"/>
                </a:solidFill>
              </a:rPr>
              <a:t>8</a:t>
            </a:r>
          </a:p>
        </p:txBody>
      </p:sp>
      <p:sp>
        <p:nvSpPr>
          <p:cNvPr id="286" name="TextBox 285">
            <a:extLst>
              <a:ext uri="{FF2B5EF4-FFF2-40B4-BE49-F238E27FC236}">
                <a16:creationId xmlns:a16="http://schemas.microsoft.com/office/drawing/2014/main" id="{0BE3AE39-106D-4A43-B3D1-FDC608F90FF7}"/>
              </a:ext>
            </a:extLst>
          </p:cNvPr>
          <p:cNvSpPr txBox="1"/>
          <p:nvPr/>
        </p:nvSpPr>
        <p:spPr>
          <a:xfrm>
            <a:off x="2091500" y="2240703"/>
            <a:ext cx="394995" cy="483564"/>
          </a:xfrm>
          <a:prstGeom prst="rect">
            <a:avLst/>
          </a:prstGeom>
          <a:noFill/>
        </p:spPr>
        <p:txBody>
          <a:bodyPr wrap="none" rtlCol="0">
            <a:spAutoFit/>
          </a:bodyPr>
          <a:lstStyle/>
          <a:p>
            <a:r>
              <a:rPr lang="en-US" dirty="0">
                <a:solidFill>
                  <a:srgbClr val="FF0000"/>
                </a:solidFill>
              </a:rPr>
              <a:t>9</a:t>
            </a:r>
          </a:p>
        </p:txBody>
      </p:sp>
      <p:sp>
        <p:nvSpPr>
          <p:cNvPr id="287" name="TextBox 286">
            <a:extLst>
              <a:ext uri="{FF2B5EF4-FFF2-40B4-BE49-F238E27FC236}">
                <a16:creationId xmlns:a16="http://schemas.microsoft.com/office/drawing/2014/main" id="{2335C42D-1307-43A0-9C41-D2DCA3DD9390}"/>
              </a:ext>
            </a:extLst>
          </p:cNvPr>
          <p:cNvSpPr txBox="1"/>
          <p:nvPr/>
        </p:nvSpPr>
        <p:spPr>
          <a:xfrm>
            <a:off x="8960016" y="2189815"/>
            <a:ext cx="548206" cy="483564"/>
          </a:xfrm>
          <a:prstGeom prst="rect">
            <a:avLst/>
          </a:prstGeom>
          <a:noFill/>
        </p:spPr>
        <p:txBody>
          <a:bodyPr wrap="none" rtlCol="0">
            <a:spAutoFit/>
          </a:bodyPr>
          <a:lstStyle/>
          <a:p>
            <a:r>
              <a:rPr lang="en-US" dirty="0">
                <a:solidFill>
                  <a:srgbClr val="FF0000"/>
                </a:solidFill>
              </a:rPr>
              <a:t>10</a:t>
            </a:r>
          </a:p>
        </p:txBody>
      </p:sp>
      <p:sp>
        <p:nvSpPr>
          <p:cNvPr id="288" name="TextBox 287">
            <a:extLst>
              <a:ext uri="{FF2B5EF4-FFF2-40B4-BE49-F238E27FC236}">
                <a16:creationId xmlns:a16="http://schemas.microsoft.com/office/drawing/2014/main" id="{B0127BF5-9E71-434E-BFEA-92B1F11F419B}"/>
              </a:ext>
            </a:extLst>
          </p:cNvPr>
          <p:cNvSpPr txBox="1"/>
          <p:nvPr/>
        </p:nvSpPr>
        <p:spPr>
          <a:xfrm>
            <a:off x="8611110" y="3100248"/>
            <a:ext cx="548206" cy="483564"/>
          </a:xfrm>
          <a:prstGeom prst="rect">
            <a:avLst/>
          </a:prstGeom>
          <a:noFill/>
        </p:spPr>
        <p:txBody>
          <a:bodyPr wrap="none" rtlCol="0">
            <a:spAutoFit/>
          </a:bodyPr>
          <a:lstStyle/>
          <a:p>
            <a:r>
              <a:rPr lang="en-US" dirty="0">
                <a:solidFill>
                  <a:srgbClr val="FF0000"/>
                </a:solidFill>
              </a:rPr>
              <a:t>11</a:t>
            </a:r>
          </a:p>
        </p:txBody>
      </p:sp>
      <p:sp>
        <p:nvSpPr>
          <p:cNvPr id="289" name="TextBox 288">
            <a:extLst>
              <a:ext uri="{FF2B5EF4-FFF2-40B4-BE49-F238E27FC236}">
                <a16:creationId xmlns:a16="http://schemas.microsoft.com/office/drawing/2014/main" id="{24581527-E833-4F7A-B3EE-3288FAB5F615}"/>
              </a:ext>
            </a:extLst>
          </p:cNvPr>
          <p:cNvSpPr txBox="1"/>
          <p:nvPr/>
        </p:nvSpPr>
        <p:spPr>
          <a:xfrm>
            <a:off x="8681350" y="856910"/>
            <a:ext cx="548206" cy="483564"/>
          </a:xfrm>
          <a:prstGeom prst="rect">
            <a:avLst/>
          </a:prstGeom>
          <a:noFill/>
        </p:spPr>
        <p:txBody>
          <a:bodyPr wrap="none" rtlCol="0">
            <a:spAutoFit/>
          </a:bodyPr>
          <a:lstStyle/>
          <a:p>
            <a:r>
              <a:rPr lang="en-US" dirty="0">
                <a:solidFill>
                  <a:srgbClr val="FF0000"/>
                </a:solidFill>
              </a:rPr>
              <a:t>12</a:t>
            </a:r>
          </a:p>
        </p:txBody>
      </p:sp>
      <p:cxnSp>
        <p:nvCxnSpPr>
          <p:cNvPr id="290" name="Straight Arrow Connector 289">
            <a:extLst>
              <a:ext uri="{FF2B5EF4-FFF2-40B4-BE49-F238E27FC236}">
                <a16:creationId xmlns:a16="http://schemas.microsoft.com/office/drawing/2014/main" id="{55C17A50-C856-4DEA-A8D4-C1B4076FDFD0}"/>
              </a:ext>
            </a:extLst>
          </p:cNvPr>
          <p:cNvCxnSpPr>
            <a:cxnSpLocks/>
          </p:cNvCxnSpPr>
          <p:nvPr/>
        </p:nvCxnSpPr>
        <p:spPr>
          <a:xfrm rot="8460000" flipV="1">
            <a:off x="8143190" y="1861000"/>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1" name="Straight Arrow Connector 290">
            <a:extLst>
              <a:ext uri="{FF2B5EF4-FFF2-40B4-BE49-F238E27FC236}">
                <a16:creationId xmlns:a16="http://schemas.microsoft.com/office/drawing/2014/main" id="{C66BA0EC-7817-4849-B3EA-67F8BC789B5F}"/>
              </a:ext>
            </a:extLst>
          </p:cNvPr>
          <p:cNvCxnSpPr>
            <a:cxnSpLocks/>
          </p:cNvCxnSpPr>
          <p:nvPr/>
        </p:nvCxnSpPr>
        <p:spPr>
          <a:xfrm rot="19260000" flipV="1">
            <a:off x="8024502" y="1723935"/>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3" name="Oval 292">
            <a:extLst>
              <a:ext uri="{FF2B5EF4-FFF2-40B4-BE49-F238E27FC236}">
                <a16:creationId xmlns:a16="http://schemas.microsoft.com/office/drawing/2014/main" id="{0D654E35-13F6-4427-8485-0D92293A1AB4}"/>
              </a:ext>
            </a:extLst>
          </p:cNvPr>
          <p:cNvSpPr/>
          <p:nvPr/>
        </p:nvSpPr>
        <p:spPr>
          <a:xfrm>
            <a:off x="229402" y="605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294" name="Oval 293">
            <a:extLst>
              <a:ext uri="{FF2B5EF4-FFF2-40B4-BE49-F238E27FC236}">
                <a16:creationId xmlns:a16="http://schemas.microsoft.com/office/drawing/2014/main" id="{607B11A5-EAE0-49A3-AADF-8535D706D5E2}"/>
              </a:ext>
            </a:extLst>
          </p:cNvPr>
          <p:cNvSpPr/>
          <p:nvPr/>
        </p:nvSpPr>
        <p:spPr>
          <a:xfrm>
            <a:off x="2565414" y="606741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296" name="Oval 295">
            <a:extLst>
              <a:ext uri="{FF2B5EF4-FFF2-40B4-BE49-F238E27FC236}">
                <a16:creationId xmlns:a16="http://schemas.microsoft.com/office/drawing/2014/main" id="{E97EB18D-FAEC-405D-BFD1-C5F02588E5A4}"/>
              </a:ext>
            </a:extLst>
          </p:cNvPr>
          <p:cNvSpPr/>
          <p:nvPr/>
        </p:nvSpPr>
        <p:spPr>
          <a:xfrm>
            <a:off x="7205470" y="605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297" name="Oval 296">
            <a:extLst>
              <a:ext uri="{FF2B5EF4-FFF2-40B4-BE49-F238E27FC236}">
                <a16:creationId xmlns:a16="http://schemas.microsoft.com/office/drawing/2014/main" id="{70D668ED-BDF2-4917-86BC-B9E90DF3DFD0}"/>
              </a:ext>
            </a:extLst>
          </p:cNvPr>
          <p:cNvSpPr/>
          <p:nvPr/>
        </p:nvSpPr>
        <p:spPr>
          <a:xfrm>
            <a:off x="227183" y="4235873"/>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sp>
        <p:nvSpPr>
          <p:cNvPr id="301" name="Oval 300">
            <a:extLst>
              <a:ext uri="{FF2B5EF4-FFF2-40B4-BE49-F238E27FC236}">
                <a16:creationId xmlns:a16="http://schemas.microsoft.com/office/drawing/2014/main" id="{BD03B9AE-6261-492E-8508-FA9AE486F270}"/>
              </a:ext>
            </a:extLst>
          </p:cNvPr>
          <p:cNvSpPr/>
          <p:nvPr/>
        </p:nvSpPr>
        <p:spPr>
          <a:xfrm>
            <a:off x="9532893" y="4238364"/>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I</a:t>
            </a:r>
            <a:endParaRPr lang="en-US" dirty="0"/>
          </a:p>
        </p:txBody>
      </p:sp>
      <p:sp>
        <p:nvSpPr>
          <p:cNvPr id="302" name="Oval 301">
            <a:extLst>
              <a:ext uri="{FF2B5EF4-FFF2-40B4-BE49-F238E27FC236}">
                <a16:creationId xmlns:a16="http://schemas.microsoft.com/office/drawing/2014/main" id="{8219E6CA-0701-46C4-9495-F0DAC3BE6D5C}"/>
              </a:ext>
            </a:extLst>
          </p:cNvPr>
          <p:cNvSpPr/>
          <p:nvPr/>
        </p:nvSpPr>
        <p:spPr>
          <a:xfrm>
            <a:off x="227183" y="2410794"/>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J</a:t>
            </a:r>
            <a:endParaRPr lang="en-US" dirty="0"/>
          </a:p>
        </p:txBody>
      </p:sp>
      <p:sp>
        <p:nvSpPr>
          <p:cNvPr id="306" name="Oval 305">
            <a:extLst>
              <a:ext uri="{FF2B5EF4-FFF2-40B4-BE49-F238E27FC236}">
                <a16:creationId xmlns:a16="http://schemas.microsoft.com/office/drawing/2014/main" id="{91BE7614-ABEE-4C51-A742-71FFD52B95A5}"/>
              </a:ext>
            </a:extLst>
          </p:cNvPr>
          <p:cNvSpPr/>
          <p:nvPr/>
        </p:nvSpPr>
        <p:spPr>
          <a:xfrm>
            <a:off x="9532893" y="2413285"/>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N</a:t>
            </a:r>
            <a:endParaRPr lang="en-US" dirty="0"/>
          </a:p>
        </p:txBody>
      </p:sp>
      <p:sp>
        <p:nvSpPr>
          <p:cNvPr id="307" name="Oval 306">
            <a:extLst>
              <a:ext uri="{FF2B5EF4-FFF2-40B4-BE49-F238E27FC236}">
                <a16:creationId xmlns:a16="http://schemas.microsoft.com/office/drawing/2014/main" id="{263F7E91-7613-4A0A-BF02-B5093EA16EE5}"/>
              </a:ext>
            </a:extLst>
          </p:cNvPr>
          <p:cNvSpPr/>
          <p:nvPr/>
        </p:nvSpPr>
        <p:spPr>
          <a:xfrm>
            <a:off x="227183" y="577930"/>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P</a:t>
            </a:r>
            <a:endParaRPr lang="en-US" dirty="0"/>
          </a:p>
        </p:txBody>
      </p:sp>
      <p:sp>
        <p:nvSpPr>
          <p:cNvPr id="309" name="Oval 308">
            <a:extLst>
              <a:ext uri="{FF2B5EF4-FFF2-40B4-BE49-F238E27FC236}">
                <a16:creationId xmlns:a16="http://schemas.microsoft.com/office/drawing/2014/main" id="{8EFD28D6-F8A2-4A21-97B7-E16C35904818}"/>
              </a:ext>
            </a:extLst>
          </p:cNvPr>
          <p:cNvSpPr/>
          <p:nvPr/>
        </p:nvSpPr>
        <p:spPr>
          <a:xfrm>
            <a:off x="4883176" y="572998"/>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R</a:t>
            </a:r>
            <a:endParaRPr lang="en-US" dirty="0"/>
          </a:p>
        </p:txBody>
      </p:sp>
      <p:sp>
        <p:nvSpPr>
          <p:cNvPr id="310" name="Oval 309">
            <a:extLst>
              <a:ext uri="{FF2B5EF4-FFF2-40B4-BE49-F238E27FC236}">
                <a16:creationId xmlns:a16="http://schemas.microsoft.com/office/drawing/2014/main" id="{C3D66646-F891-415E-9B93-C259E4A46E28}"/>
              </a:ext>
            </a:extLst>
          </p:cNvPr>
          <p:cNvSpPr/>
          <p:nvPr/>
        </p:nvSpPr>
        <p:spPr>
          <a:xfrm>
            <a:off x="7216442" y="5712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S</a:t>
            </a:r>
            <a:endParaRPr lang="en-US" dirty="0"/>
          </a:p>
        </p:txBody>
      </p:sp>
      <p:sp>
        <p:nvSpPr>
          <p:cNvPr id="311" name="Oval 310">
            <a:extLst>
              <a:ext uri="{FF2B5EF4-FFF2-40B4-BE49-F238E27FC236}">
                <a16:creationId xmlns:a16="http://schemas.microsoft.com/office/drawing/2014/main" id="{8E53C076-C635-4633-8B12-F48E65DBEDD5}"/>
              </a:ext>
            </a:extLst>
          </p:cNvPr>
          <p:cNvSpPr/>
          <p:nvPr/>
        </p:nvSpPr>
        <p:spPr>
          <a:xfrm>
            <a:off x="9532893" y="58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T</a:t>
            </a:r>
            <a:endParaRPr lang="en-US" dirty="0"/>
          </a:p>
        </p:txBody>
      </p:sp>
      <p:sp>
        <p:nvSpPr>
          <p:cNvPr id="121" name="TextBox 120">
            <a:extLst>
              <a:ext uri="{FF2B5EF4-FFF2-40B4-BE49-F238E27FC236}">
                <a16:creationId xmlns:a16="http://schemas.microsoft.com/office/drawing/2014/main" id="{F38C266C-0EEA-4DE5-9318-4D834978FAE0}"/>
              </a:ext>
            </a:extLst>
          </p:cNvPr>
          <p:cNvSpPr txBox="1"/>
          <p:nvPr/>
        </p:nvSpPr>
        <p:spPr>
          <a:xfrm>
            <a:off x="10156652" y="1683206"/>
            <a:ext cx="4378498" cy="923330"/>
          </a:xfrm>
          <a:prstGeom prst="rect">
            <a:avLst/>
          </a:prstGeom>
          <a:ln w="19050">
            <a:solidFill>
              <a:schemeClr val="tx1"/>
            </a:solidFill>
          </a:ln>
        </p:spPr>
        <p:style>
          <a:lnRef idx="1">
            <a:schemeClr val="accent1"/>
          </a:lnRef>
          <a:fillRef idx="3">
            <a:schemeClr val="accent1"/>
          </a:fillRef>
          <a:effectRef idx="2">
            <a:schemeClr val="accent1"/>
          </a:effectRef>
          <a:fontRef idx="minor">
            <a:schemeClr val="lt1"/>
          </a:fontRef>
        </p:style>
        <p:txBody>
          <a:bodyPr wrap="square">
            <a:spAutoFit/>
          </a:bodyPr>
          <a:lstStyle/>
          <a:p>
            <a:pPr algn="just"/>
            <a:r>
              <a:rPr lang="en-US" dirty="0">
                <a:latin typeface="Consolas" panose="020B0609020204030204" pitchFamily="49" charset="0"/>
              </a:rPr>
              <a:t>Edge 5:</a:t>
            </a:r>
          </a:p>
          <a:p>
            <a:pPr algn="just"/>
            <a:r>
              <a:rPr lang="en-US" dirty="0">
                <a:latin typeface="Consolas" panose="020B0609020204030204" pitchFamily="49" charset="0"/>
              </a:rPr>
              <a:t>S: Canonical and Border.</a:t>
            </a:r>
          </a:p>
          <a:p>
            <a:pPr algn="just"/>
            <a:r>
              <a:rPr lang="en-US" dirty="0">
                <a:latin typeface="Consolas" panose="020B0609020204030204" pitchFamily="49" charset="0"/>
              </a:rPr>
              <a:t>M: Expand Collapsed Edge</a:t>
            </a:r>
          </a:p>
        </p:txBody>
      </p:sp>
      <p:sp>
        <p:nvSpPr>
          <p:cNvPr id="117" name="Rectangle 116">
            <a:extLst>
              <a:ext uri="{FF2B5EF4-FFF2-40B4-BE49-F238E27FC236}">
                <a16:creationId xmlns:a16="http://schemas.microsoft.com/office/drawing/2014/main" id="{BB24C0C0-E59E-4211-B5CB-E3E0B2566CC5}"/>
              </a:ext>
            </a:extLst>
          </p:cNvPr>
          <p:cNvSpPr/>
          <p:nvPr/>
        </p:nvSpPr>
        <p:spPr>
          <a:xfrm>
            <a:off x="2399392" y="744946"/>
            <a:ext cx="949383" cy="1830707"/>
          </a:xfrm>
          <a:custGeom>
            <a:avLst/>
            <a:gdLst>
              <a:gd name="connsiteX0" fmla="*/ 0 w 115151"/>
              <a:gd name="connsiteY0" fmla="*/ 0 h 1833882"/>
              <a:gd name="connsiteX1" fmla="*/ 115151 w 115151"/>
              <a:gd name="connsiteY1" fmla="*/ 0 h 1833882"/>
              <a:gd name="connsiteX2" fmla="*/ 115151 w 115151"/>
              <a:gd name="connsiteY2" fmla="*/ 1833882 h 1833882"/>
              <a:gd name="connsiteX3" fmla="*/ 0 w 115151"/>
              <a:gd name="connsiteY3" fmla="*/ 1833882 h 1833882"/>
              <a:gd name="connsiteX4" fmla="*/ 0 w 115151"/>
              <a:gd name="connsiteY4" fmla="*/ 0 h 1833882"/>
              <a:gd name="connsiteX0" fmla="*/ 0 w 251676"/>
              <a:gd name="connsiteY0" fmla="*/ 0 h 1833882"/>
              <a:gd name="connsiteX1" fmla="*/ 251676 w 251676"/>
              <a:gd name="connsiteY1" fmla="*/ 0 h 1833882"/>
              <a:gd name="connsiteX2" fmla="*/ 115151 w 251676"/>
              <a:gd name="connsiteY2" fmla="*/ 1833882 h 1833882"/>
              <a:gd name="connsiteX3" fmla="*/ 0 w 251676"/>
              <a:gd name="connsiteY3" fmla="*/ 1833882 h 1833882"/>
              <a:gd name="connsiteX4" fmla="*/ 0 w 251676"/>
              <a:gd name="connsiteY4" fmla="*/ 0 h 1833882"/>
              <a:gd name="connsiteX0" fmla="*/ 0 w 442176"/>
              <a:gd name="connsiteY0" fmla="*/ 0 h 1833882"/>
              <a:gd name="connsiteX1" fmla="*/ 442176 w 442176"/>
              <a:gd name="connsiteY1" fmla="*/ 0 h 1833882"/>
              <a:gd name="connsiteX2" fmla="*/ 305651 w 442176"/>
              <a:gd name="connsiteY2" fmla="*/ 1833882 h 1833882"/>
              <a:gd name="connsiteX3" fmla="*/ 190500 w 442176"/>
              <a:gd name="connsiteY3" fmla="*/ 1833882 h 1833882"/>
              <a:gd name="connsiteX4" fmla="*/ 0 w 442176"/>
              <a:gd name="connsiteY4" fmla="*/ 0 h 1833882"/>
              <a:gd name="connsiteX0" fmla="*/ 0 w 527901"/>
              <a:gd name="connsiteY0" fmla="*/ 0 h 1837057"/>
              <a:gd name="connsiteX1" fmla="*/ 527901 w 527901"/>
              <a:gd name="connsiteY1" fmla="*/ 3175 h 1837057"/>
              <a:gd name="connsiteX2" fmla="*/ 391376 w 527901"/>
              <a:gd name="connsiteY2" fmla="*/ 1837057 h 1837057"/>
              <a:gd name="connsiteX3" fmla="*/ 276225 w 527901"/>
              <a:gd name="connsiteY3" fmla="*/ 1837057 h 1837057"/>
              <a:gd name="connsiteX4" fmla="*/ 0 w 527901"/>
              <a:gd name="connsiteY4" fmla="*/ 0 h 1837057"/>
              <a:gd name="connsiteX0" fmla="*/ 0 w 645376"/>
              <a:gd name="connsiteY0" fmla="*/ 3175 h 1840232"/>
              <a:gd name="connsiteX1" fmla="*/ 645376 w 645376"/>
              <a:gd name="connsiteY1" fmla="*/ 0 h 1840232"/>
              <a:gd name="connsiteX2" fmla="*/ 391376 w 645376"/>
              <a:gd name="connsiteY2" fmla="*/ 1840232 h 1840232"/>
              <a:gd name="connsiteX3" fmla="*/ 276225 w 645376"/>
              <a:gd name="connsiteY3" fmla="*/ 1840232 h 1840232"/>
              <a:gd name="connsiteX4" fmla="*/ 0 w 645376"/>
              <a:gd name="connsiteY4" fmla="*/ 3175 h 1840232"/>
              <a:gd name="connsiteX0" fmla="*/ 0 w 654901"/>
              <a:gd name="connsiteY0" fmla="*/ 0 h 1837057"/>
              <a:gd name="connsiteX1" fmla="*/ 654901 w 654901"/>
              <a:gd name="connsiteY1" fmla="*/ 3175 h 1837057"/>
              <a:gd name="connsiteX2" fmla="*/ 391376 w 654901"/>
              <a:gd name="connsiteY2" fmla="*/ 1837057 h 1837057"/>
              <a:gd name="connsiteX3" fmla="*/ 276225 w 654901"/>
              <a:gd name="connsiteY3" fmla="*/ 1837057 h 1837057"/>
              <a:gd name="connsiteX4" fmla="*/ 0 w 654901"/>
              <a:gd name="connsiteY4" fmla="*/ 0 h 1837057"/>
              <a:gd name="connsiteX0" fmla="*/ 0 w 658076"/>
              <a:gd name="connsiteY0" fmla="*/ 0 h 1833882"/>
              <a:gd name="connsiteX1" fmla="*/ 658076 w 658076"/>
              <a:gd name="connsiteY1" fmla="*/ 0 h 1833882"/>
              <a:gd name="connsiteX2" fmla="*/ 394551 w 658076"/>
              <a:gd name="connsiteY2" fmla="*/ 1833882 h 1833882"/>
              <a:gd name="connsiteX3" fmla="*/ 279400 w 658076"/>
              <a:gd name="connsiteY3" fmla="*/ 1833882 h 1833882"/>
              <a:gd name="connsiteX4" fmla="*/ 0 w 658076"/>
              <a:gd name="connsiteY4" fmla="*/ 0 h 1833882"/>
              <a:gd name="connsiteX0" fmla="*/ 0 w 832701"/>
              <a:gd name="connsiteY0" fmla="*/ 0 h 1833882"/>
              <a:gd name="connsiteX1" fmla="*/ 658076 w 832701"/>
              <a:gd name="connsiteY1" fmla="*/ 0 h 1833882"/>
              <a:gd name="connsiteX2" fmla="*/ 832701 w 832701"/>
              <a:gd name="connsiteY2" fmla="*/ 1459232 h 1833882"/>
              <a:gd name="connsiteX3" fmla="*/ 279400 w 832701"/>
              <a:gd name="connsiteY3" fmla="*/ 1833882 h 1833882"/>
              <a:gd name="connsiteX4" fmla="*/ 0 w 832701"/>
              <a:gd name="connsiteY4" fmla="*/ 0 h 1833882"/>
              <a:gd name="connsiteX0" fmla="*/ 0 w 832701"/>
              <a:gd name="connsiteY0" fmla="*/ 0 h 1814832"/>
              <a:gd name="connsiteX1" fmla="*/ 658076 w 832701"/>
              <a:gd name="connsiteY1" fmla="*/ 0 h 1814832"/>
              <a:gd name="connsiteX2" fmla="*/ 832701 w 832701"/>
              <a:gd name="connsiteY2" fmla="*/ 1459232 h 1814832"/>
              <a:gd name="connsiteX3" fmla="*/ 317500 w 832701"/>
              <a:gd name="connsiteY3" fmla="*/ 1814832 h 1814832"/>
              <a:gd name="connsiteX4" fmla="*/ 0 w 832701"/>
              <a:gd name="connsiteY4" fmla="*/ 0 h 1814832"/>
              <a:gd name="connsiteX0" fmla="*/ 0 w 832701"/>
              <a:gd name="connsiteY0" fmla="*/ 0 h 1830707"/>
              <a:gd name="connsiteX1" fmla="*/ 658076 w 832701"/>
              <a:gd name="connsiteY1" fmla="*/ 0 h 1830707"/>
              <a:gd name="connsiteX2" fmla="*/ 832701 w 832701"/>
              <a:gd name="connsiteY2" fmla="*/ 1459232 h 1830707"/>
              <a:gd name="connsiteX3" fmla="*/ 333375 w 832701"/>
              <a:gd name="connsiteY3" fmla="*/ 1830707 h 1830707"/>
              <a:gd name="connsiteX4" fmla="*/ 0 w 832701"/>
              <a:gd name="connsiteY4" fmla="*/ 0 h 1830707"/>
              <a:gd name="connsiteX0" fmla="*/ 0 w 949383"/>
              <a:gd name="connsiteY0" fmla="*/ 0 h 1830707"/>
              <a:gd name="connsiteX1" fmla="*/ 658076 w 949383"/>
              <a:gd name="connsiteY1" fmla="*/ 0 h 1830707"/>
              <a:gd name="connsiteX2" fmla="*/ 949383 w 949383"/>
              <a:gd name="connsiteY2" fmla="*/ 1361601 h 1830707"/>
              <a:gd name="connsiteX3" fmla="*/ 333375 w 949383"/>
              <a:gd name="connsiteY3" fmla="*/ 1830707 h 1830707"/>
              <a:gd name="connsiteX4" fmla="*/ 0 w 949383"/>
              <a:gd name="connsiteY4" fmla="*/ 0 h 18307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9383" h="1830707">
                <a:moveTo>
                  <a:pt x="0" y="0"/>
                </a:moveTo>
                <a:lnTo>
                  <a:pt x="658076" y="0"/>
                </a:lnTo>
                <a:lnTo>
                  <a:pt x="949383" y="1361601"/>
                </a:lnTo>
                <a:lnTo>
                  <a:pt x="333375" y="1830707"/>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solidFill>
                <a:schemeClr val="bg1"/>
              </a:solidFill>
            </a:endParaRPr>
          </a:p>
        </p:txBody>
      </p:sp>
      <p:cxnSp>
        <p:nvCxnSpPr>
          <p:cNvPr id="124" name="Straight Arrow Connector 123">
            <a:extLst>
              <a:ext uri="{FF2B5EF4-FFF2-40B4-BE49-F238E27FC236}">
                <a16:creationId xmlns:a16="http://schemas.microsoft.com/office/drawing/2014/main" id="{21462356-04AF-4D7A-A146-231EED1F52AA}"/>
              </a:ext>
            </a:extLst>
          </p:cNvPr>
          <p:cNvCxnSpPr>
            <a:cxnSpLocks/>
          </p:cNvCxnSpPr>
          <p:nvPr/>
        </p:nvCxnSpPr>
        <p:spPr>
          <a:xfrm rot="4860000" flipV="1">
            <a:off x="2342398" y="158930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0" name="Oval 119">
            <a:extLst>
              <a:ext uri="{FF2B5EF4-FFF2-40B4-BE49-F238E27FC236}">
                <a16:creationId xmlns:a16="http://schemas.microsoft.com/office/drawing/2014/main" id="{24D8D6EB-429F-4F83-A03D-CB6219EAEEAF}"/>
              </a:ext>
            </a:extLst>
          </p:cNvPr>
          <p:cNvSpPr/>
          <p:nvPr/>
        </p:nvSpPr>
        <p:spPr>
          <a:xfrm>
            <a:off x="2878465" y="58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U</a:t>
            </a:r>
            <a:endParaRPr lang="en-US" dirty="0">
              <a:solidFill>
                <a:schemeClr val="accent6"/>
              </a:solidFill>
            </a:endParaRPr>
          </a:p>
        </p:txBody>
      </p:sp>
      <p:sp>
        <p:nvSpPr>
          <p:cNvPr id="308" name="Oval 307">
            <a:extLst>
              <a:ext uri="{FF2B5EF4-FFF2-40B4-BE49-F238E27FC236}">
                <a16:creationId xmlns:a16="http://schemas.microsoft.com/office/drawing/2014/main" id="{8F2DCE16-B03E-4878-9628-6458FA06E654}"/>
              </a:ext>
            </a:extLst>
          </p:cNvPr>
          <p:cNvSpPr/>
          <p:nvPr/>
        </p:nvSpPr>
        <p:spPr>
          <a:xfrm>
            <a:off x="2226010" y="58755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Q</a:t>
            </a:r>
            <a:endParaRPr lang="en-US" dirty="0">
              <a:solidFill>
                <a:schemeClr val="accent6"/>
              </a:solidFill>
            </a:endParaRPr>
          </a:p>
        </p:txBody>
      </p:sp>
      <p:cxnSp>
        <p:nvCxnSpPr>
          <p:cNvPr id="125" name="Straight Arrow Connector 124">
            <a:extLst>
              <a:ext uri="{FF2B5EF4-FFF2-40B4-BE49-F238E27FC236}">
                <a16:creationId xmlns:a16="http://schemas.microsoft.com/office/drawing/2014/main" id="{7D53D871-5EE3-4AAA-A583-1CBA76CD1AC1}"/>
              </a:ext>
            </a:extLst>
          </p:cNvPr>
          <p:cNvCxnSpPr>
            <a:cxnSpLocks/>
          </p:cNvCxnSpPr>
          <p:nvPr/>
        </p:nvCxnSpPr>
        <p:spPr>
          <a:xfrm rot="15480000" flipV="1">
            <a:off x="2861238" y="142988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6" name="Straight Arrow Connector 125">
            <a:extLst>
              <a:ext uri="{FF2B5EF4-FFF2-40B4-BE49-F238E27FC236}">
                <a16:creationId xmlns:a16="http://schemas.microsoft.com/office/drawing/2014/main" id="{0645B774-23D8-4005-A05B-FD1044FEE987}"/>
              </a:ext>
            </a:extLst>
          </p:cNvPr>
          <p:cNvCxnSpPr>
            <a:cxnSpLocks/>
          </p:cNvCxnSpPr>
          <p:nvPr/>
        </p:nvCxnSpPr>
        <p:spPr>
          <a:xfrm flipH="1">
            <a:off x="2634185" y="820689"/>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128" name="Group 127">
            <a:extLst>
              <a:ext uri="{FF2B5EF4-FFF2-40B4-BE49-F238E27FC236}">
                <a16:creationId xmlns:a16="http://schemas.microsoft.com/office/drawing/2014/main" id="{0F3EF7AA-6FDB-4389-B4A7-1B092F6C7C3F}"/>
              </a:ext>
            </a:extLst>
          </p:cNvPr>
          <p:cNvGrpSpPr/>
          <p:nvPr/>
        </p:nvGrpSpPr>
        <p:grpSpPr>
          <a:xfrm>
            <a:off x="7517721" y="4695252"/>
            <a:ext cx="2977526" cy="1342058"/>
            <a:chOff x="9063622" y="4495872"/>
            <a:chExt cx="2977526" cy="1342058"/>
          </a:xfrm>
        </p:grpSpPr>
        <p:grpSp>
          <p:nvGrpSpPr>
            <p:cNvPr id="129" name="Group 128">
              <a:extLst>
                <a:ext uri="{FF2B5EF4-FFF2-40B4-BE49-F238E27FC236}">
                  <a16:creationId xmlns:a16="http://schemas.microsoft.com/office/drawing/2014/main" id="{6271B160-5500-4EDF-B13E-7BE98E38B950}"/>
                </a:ext>
              </a:extLst>
            </p:cNvPr>
            <p:cNvGrpSpPr/>
            <p:nvPr/>
          </p:nvGrpSpPr>
          <p:grpSpPr>
            <a:xfrm>
              <a:off x="9063622" y="4495872"/>
              <a:ext cx="1951540" cy="369332"/>
              <a:chOff x="5793989" y="4428721"/>
              <a:chExt cx="1951540" cy="369332"/>
            </a:xfrm>
          </p:grpSpPr>
          <p:sp>
            <p:nvSpPr>
              <p:cNvPr id="136" name="Oval 135">
                <a:extLst>
                  <a:ext uri="{FF2B5EF4-FFF2-40B4-BE49-F238E27FC236}">
                    <a16:creationId xmlns:a16="http://schemas.microsoft.com/office/drawing/2014/main" id="{96D570CB-9AD5-46E7-A1D8-FF90ED354312}"/>
                  </a:ext>
                </a:extLst>
              </p:cNvPr>
              <p:cNvSpPr/>
              <p:nvPr/>
            </p:nvSpPr>
            <p:spPr>
              <a:xfrm>
                <a:off x="5793989" y="447891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X</a:t>
                </a:r>
                <a:endParaRPr lang="en-US" dirty="0"/>
              </a:p>
            </p:txBody>
          </p:sp>
          <p:sp>
            <p:nvSpPr>
              <p:cNvPr id="137" name="TextBox 136">
                <a:extLst>
                  <a:ext uri="{FF2B5EF4-FFF2-40B4-BE49-F238E27FC236}">
                    <a16:creationId xmlns:a16="http://schemas.microsoft.com/office/drawing/2014/main" id="{6884A116-07A5-4487-B11C-D503B3CD996B}"/>
                  </a:ext>
                </a:extLst>
              </p:cNvPr>
              <p:cNvSpPr txBox="1"/>
              <p:nvPr/>
            </p:nvSpPr>
            <p:spPr>
              <a:xfrm>
                <a:off x="6060452" y="4428721"/>
                <a:ext cx="1685077" cy="369332"/>
              </a:xfrm>
              <a:prstGeom prst="rect">
                <a:avLst/>
              </a:prstGeom>
              <a:noFill/>
            </p:spPr>
            <p:txBody>
              <a:bodyPr wrap="none" rtlCol="0">
                <a:spAutoFit/>
              </a:bodyPr>
              <a:lstStyle/>
              <a:p>
                <a:r>
                  <a:rPr lang="en-US" dirty="0"/>
                  <a:t>Regular vertex</a:t>
                </a:r>
              </a:p>
            </p:txBody>
          </p:sp>
        </p:grpSp>
        <p:grpSp>
          <p:nvGrpSpPr>
            <p:cNvPr id="130" name="Group 129">
              <a:extLst>
                <a:ext uri="{FF2B5EF4-FFF2-40B4-BE49-F238E27FC236}">
                  <a16:creationId xmlns:a16="http://schemas.microsoft.com/office/drawing/2014/main" id="{22BD9A63-4B0E-42AA-8911-64A002869876}"/>
                </a:ext>
              </a:extLst>
            </p:cNvPr>
            <p:cNvGrpSpPr/>
            <p:nvPr/>
          </p:nvGrpSpPr>
          <p:grpSpPr>
            <a:xfrm>
              <a:off x="9063622" y="4959034"/>
              <a:ext cx="2977526" cy="369332"/>
              <a:chOff x="5793989" y="4891883"/>
              <a:chExt cx="2977526" cy="369332"/>
            </a:xfrm>
          </p:grpSpPr>
          <p:sp>
            <p:nvSpPr>
              <p:cNvPr id="134" name="Oval 133">
                <a:extLst>
                  <a:ext uri="{FF2B5EF4-FFF2-40B4-BE49-F238E27FC236}">
                    <a16:creationId xmlns:a16="http://schemas.microsoft.com/office/drawing/2014/main" id="{817B9C89-5ECC-4077-AD52-216CBA748887}"/>
                  </a:ext>
                </a:extLst>
              </p:cNvPr>
              <p:cNvSpPr/>
              <p:nvPr/>
            </p:nvSpPr>
            <p:spPr>
              <a:xfrm>
                <a:off x="5793989" y="4942079"/>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sp>
            <p:nvSpPr>
              <p:cNvPr id="135" name="TextBox 134">
                <a:extLst>
                  <a:ext uri="{FF2B5EF4-FFF2-40B4-BE49-F238E27FC236}">
                    <a16:creationId xmlns:a16="http://schemas.microsoft.com/office/drawing/2014/main" id="{C4B5BD52-DD86-4E0D-8EF2-B7F3212A5D63}"/>
                  </a:ext>
                </a:extLst>
              </p:cNvPr>
              <p:cNvSpPr txBox="1"/>
              <p:nvPr/>
            </p:nvSpPr>
            <p:spPr>
              <a:xfrm>
                <a:off x="6060452" y="4891883"/>
                <a:ext cx="2711063" cy="369332"/>
              </a:xfrm>
              <a:prstGeom prst="rect">
                <a:avLst/>
              </a:prstGeom>
              <a:noFill/>
            </p:spPr>
            <p:txBody>
              <a:bodyPr wrap="none" rtlCol="0">
                <a:spAutoFit/>
              </a:bodyPr>
              <a:lstStyle/>
              <a:p>
                <a:r>
                  <a:rPr lang="en-US" dirty="0"/>
                  <a:t>Interface Element Vertex</a:t>
                </a:r>
              </a:p>
            </p:txBody>
          </p:sp>
        </p:grpSp>
        <p:grpSp>
          <p:nvGrpSpPr>
            <p:cNvPr id="131" name="Group 130">
              <a:extLst>
                <a:ext uri="{FF2B5EF4-FFF2-40B4-BE49-F238E27FC236}">
                  <a16:creationId xmlns:a16="http://schemas.microsoft.com/office/drawing/2014/main" id="{45F7203A-AB4C-46B0-B45A-7F8290805208}"/>
                </a:ext>
              </a:extLst>
            </p:cNvPr>
            <p:cNvGrpSpPr/>
            <p:nvPr/>
          </p:nvGrpSpPr>
          <p:grpSpPr>
            <a:xfrm>
              <a:off x="9063622" y="5468598"/>
              <a:ext cx="1951540" cy="369332"/>
              <a:chOff x="5793989" y="5411274"/>
              <a:chExt cx="1951540" cy="369332"/>
            </a:xfrm>
          </p:grpSpPr>
          <p:sp>
            <p:nvSpPr>
              <p:cNvPr id="132" name="Oval 131">
                <a:extLst>
                  <a:ext uri="{FF2B5EF4-FFF2-40B4-BE49-F238E27FC236}">
                    <a16:creationId xmlns:a16="http://schemas.microsoft.com/office/drawing/2014/main" id="{317466B4-104B-4EDB-BFB1-7CA5FC26121E}"/>
                  </a:ext>
                </a:extLst>
              </p:cNvPr>
              <p:cNvSpPr/>
              <p:nvPr/>
            </p:nvSpPr>
            <p:spPr>
              <a:xfrm>
                <a:off x="5793989" y="5461470"/>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sp>
            <p:nvSpPr>
              <p:cNvPr id="133" name="TextBox 132">
                <a:extLst>
                  <a:ext uri="{FF2B5EF4-FFF2-40B4-BE49-F238E27FC236}">
                    <a16:creationId xmlns:a16="http://schemas.microsoft.com/office/drawing/2014/main" id="{F193CB36-8669-495E-9824-7C013274B110}"/>
                  </a:ext>
                </a:extLst>
              </p:cNvPr>
              <p:cNvSpPr txBox="1"/>
              <p:nvPr/>
            </p:nvSpPr>
            <p:spPr>
              <a:xfrm>
                <a:off x="6060452" y="5411274"/>
                <a:ext cx="1685077" cy="369332"/>
              </a:xfrm>
              <a:prstGeom prst="rect">
                <a:avLst/>
              </a:prstGeom>
              <a:noFill/>
            </p:spPr>
            <p:txBody>
              <a:bodyPr wrap="none" rtlCol="0">
                <a:spAutoFit/>
              </a:bodyPr>
              <a:lstStyle/>
              <a:p>
                <a:r>
                  <a:rPr lang="en-US" dirty="0"/>
                  <a:t>Collapse Edge</a:t>
                </a:r>
              </a:p>
            </p:txBody>
          </p:sp>
        </p:grpSp>
      </p:grpSp>
      <p:sp>
        <p:nvSpPr>
          <p:cNvPr id="3" name="Freeform: Shape 2">
            <a:extLst>
              <a:ext uri="{FF2B5EF4-FFF2-40B4-BE49-F238E27FC236}">
                <a16:creationId xmlns:a16="http://schemas.microsoft.com/office/drawing/2014/main" id="{F0CF0035-77BE-41F8-96B9-F0A019030BC3}"/>
              </a:ext>
            </a:extLst>
          </p:cNvPr>
          <p:cNvSpPr/>
          <p:nvPr/>
        </p:nvSpPr>
        <p:spPr>
          <a:xfrm>
            <a:off x="2730500" y="2108200"/>
            <a:ext cx="2332038" cy="470694"/>
          </a:xfrm>
          <a:custGeom>
            <a:avLst/>
            <a:gdLst>
              <a:gd name="connsiteX0" fmla="*/ 501650 w 2317750"/>
              <a:gd name="connsiteY0" fmla="*/ 0 h 368300"/>
              <a:gd name="connsiteX1" fmla="*/ 2317750 w 2317750"/>
              <a:gd name="connsiteY1" fmla="*/ 365125 h 368300"/>
              <a:gd name="connsiteX2" fmla="*/ 0 w 2317750"/>
              <a:gd name="connsiteY2" fmla="*/ 368300 h 368300"/>
              <a:gd name="connsiteX3" fmla="*/ 501650 w 2317750"/>
              <a:gd name="connsiteY3" fmla="*/ 0 h 368300"/>
              <a:gd name="connsiteX0" fmla="*/ 501650 w 2317750"/>
              <a:gd name="connsiteY0" fmla="*/ 0 h 368300"/>
              <a:gd name="connsiteX1" fmla="*/ 2317750 w 2317750"/>
              <a:gd name="connsiteY1" fmla="*/ 365125 h 368300"/>
              <a:gd name="connsiteX2" fmla="*/ 0 w 2317750"/>
              <a:gd name="connsiteY2" fmla="*/ 368300 h 368300"/>
              <a:gd name="connsiteX3" fmla="*/ 501650 w 2317750"/>
              <a:gd name="connsiteY3" fmla="*/ 0 h 368300"/>
              <a:gd name="connsiteX0" fmla="*/ 501650 w 2317750"/>
              <a:gd name="connsiteY0" fmla="*/ 0 h 375444"/>
              <a:gd name="connsiteX1" fmla="*/ 2317750 w 2317750"/>
              <a:gd name="connsiteY1" fmla="*/ 365125 h 375444"/>
              <a:gd name="connsiteX2" fmla="*/ 0 w 2317750"/>
              <a:gd name="connsiteY2" fmla="*/ 375444 h 375444"/>
              <a:gd name="connsiteX3" fmla="*/ 501650 w 2317750"/>
              <a:gd name="connsiteY3" fmla="*/ 0 h 375444"/>
              <a:gd name="connsiteX0" fmla="*/ 501650 w 2332038"/>
              <a:gd name="connsiteY0" fmla="*/ 0 h 375444"/>
              <a:gd name="connsiteX1" fmla="*/ 2332038 w 2332038"/>
              <a:gd name="connsiteY1" fmla="*/ 374650 h 375444"/>
              <a:gd name="connsiteX2" fmla="*/ 0 w 2332038"/>
              <a:gd name="connsiteY2" fmla="*/ 375444 h 375444"/>
              <a:gd name="connsiteX3" fmla="*/ 501650 w 2332038"/>
              <a:gd name="connsiteY3" fmla="*/ 0 h 375444"/>
              <a:gd name="connsiteX0" fmla="*/ 623094 w 2332038"/>
              <a:gd name="connsiteY0" fmla="*/ 0 h 470694"/>
              <a:gd name="connsiteX1" fmla="*/ 2332038 w 2332038"/>
              <a:gd name="connsiteY1" fmla="*/ 469900 h 470694"/>
              <a:gd name="connsiteX2" fmla="*/ 0 w 2332038"/>
              <a:gd name="connsiteY2" fmla="*/ 470694 h 470694"/>
              <a:gd name="connsiteX3" fmla="*/ 623094 w 2332038"/>
              <a:gd name="connsiteY3" fmla="*/ 0 h 470694"/>
            </a:gdLst>
            <a:ahLst/>
            <a:cxnLst>
              <a:cxn ang="0">
                <a:pos x="connsiteX0" y="connsiteY0"/>
              </a:cxn>
              <a:cxn ang="0">
                <a:pos x="connsiteX1" y="connsiteY1"/>
              </a:cxn>
              <a:cxn ang="0">
                <a:pos x="connsiteX2" y="connsiteY2"/>
              </a:cxn>
              <a:cxn ang="0">
                <a:pos x="connsiteX3" y="connsiteY3"/>
              </a:cxn>
            </a:cxnLst>
            <a:rect l="l" t="t" r="r" b="b"/>
            <a:pathLst>
              <a:path w="2332038" h="470694">
                <a:moveTo>
                  <a:pt x="623094" y="0"/>
                </a:moveTo>
                <a:lnTo>
                  <a:pt x="2332038" y="469900"/>
                </a:lnTo>
                <a:lnTo>
                  <a:pt x="0" y="470694"/>
                </a:lnTo>
                <a:lnTo>
                  <a:pt x="623094"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04" name="Oval 303">
            <a:extLst>
              <a:ext uri="{FF2B5EF4-FFF2-40B4-BE49-F238E27FC236}">
                <a16:creationId xmlns:a16="http://schemas.microsoft.com/office/drawing/2014/main" id="{873F9854-E082-4082-9F1D-E8B100BDAC05}"/>
              </a:ext>
            </a:extLst>
          </p:cNvPr>
          <p:cNvSpPr/>
          <p:nvPr/>
        </p:nvSpPr>
        <p:spPr>
          <a:xfrm>
            <a:off x="4885294" y="2405335"/>
            <a:ext cx="352122" cy="352122"/>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L</a:t>
            </a:r>
            <a:endParaRPr lang="en-US" dirty="0">
              <a:solidFill>
                <a:schemeClr val="accent6"/>
              </a:solidFill>
            </a:endParaRPr>
          </a:p>
        </p:txBody>
      </p:sp>
      <p:sp>
        <p:nvSpPr>
          <p:cNvPr id="127" name="Oval 126">
            <a:extLst>
              <a:ext uri="{FF2B5EF4-FFF2-40B4-BE49-F238E27FC236}">
                <a16:creationId xmlns:a16="http://schemas.microsoft.com/office/drawing/2014/main" id="{67A1B56D-8F01-4230-8937-D9F688EC4F8B}"/>
              </a:ext>
            </a:extLst>
          </p:cNvPr>
          <p:cNvSpPr/>
          <p:nvPr/>
        </p:nvSpPr>
        <p:spPr>
          <a:xfrm>
            <a:off x="3175381" y="190956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V</a:t>
            </a:r>
            <a:endParaRPr lang="en-US" dirty="0">
              <a:solidFill>
                <a:schemeClr val="accent6"/>
              </a:solidFill>
            </a:endParaRPr>
          </a:p>
        </p:txBody>
      </p:sp>
      <p:cxnSp>
        <p:nvCxnSpPr>
          <p:cNvPr id="138" name="Straight Arrow Connector 137">
            <a:extLst>
              <a:ext uri="{FF2B5EF4-FFF2-40B4-BE49-F238E27FC236}">
                <a16:creationId xmlns:a16="http://schemas.microsoft.com/office/drawing/2014/main" id="{B0769048-E83B-42C0-A540-3F580847A228}"/>
              </a:ext>
            </a:extLst>
          </p:cNvPr>
          <p:cNvCxnSpPr>
            <a:cxnSpLocks/>
          </p:cNvCxnSpPr>
          <p:nvPr/>
        </p:nvCxnSpPr>
        <p:spPr>
          <a:xfrm rot="8760000" flipH="1">
            <a:off x="2930220" y="2278845"/>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9" name="Straight Arrow Connector 138">
            <a:extLst>
              <a:ext uri="{FF2B5EF4-FFF2-40B4-BE49-F238E27FC236}">
                <a16:creationId xmlns:a16="http://schemas.microsoft.com/office/drawing/2014/main" id="{BE00E4BA-EB50-438A-98F1-02A743DF3D3A}"/>
              </a:ext>
            </a:extLst>
          </p:cNvPr>
          <p:cNvCxnSpPr>
            <a:cxnSpLocks/>
          </p:cNvCxnSpPr>
          <p:nvPr/>
        </p:nvCxnSpPr>
        <p:spPr>
          <a:xfrm rot="4680000" flipV="1">
            <a:off x="2977066" y="1418390"/>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0" name="Straight Arrow Connector 139">
            <a:extLst>
              <a:ext uri="{FF2B5EF4-FFF2-40B4-BE49-F238E27FC236}">
                <a16:creationId xmlns:a16="http://schemas.microsoft.com/office/drawing/2014/main" id="{161CE13B-8C2B-41ED-8D35-D7E01DC65B2D}"/>
              </a:ext>
            </a:extLst>
          </p:cNvPr>
          <p:cNvCxnSpPr>
            <a:cxnSpLocks/>
          </p:cNvCxnSpPr>
          <p:nvPr/>
        </p:nvCxnSpPr>
        <p:spPr>
          <a:xfrm rot="19560000" flipH="1">
            <a:off x="2983900" y="2392292"/>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1" name="Straight Arrow Connector 140">
            <a:extLst>
              <a:ext uri="{FF2B5EF4-FFF2-40B4-BE49-F238E27FC236}">
                <a16:creationId xmlns:a16="http://schemas.microsoft.com/office/drawing/2014/main" id="{EF6769F9-44E9-4FB3-9F44-FA166E264CD9}"/>
              </a:ext>
            </a:extLst>
          </p:cNvPr>
          <p:cNvCxnSpPr>
            <a:cxnSpLocks/>
          </p:cNvCxnSpPr>
          <p:nvPr/>
        </p:nvCxnSpPr>
        <p:spPr>
          <a:xfrm flipV="1">
            <a:off x="3610621" y="2523955"/>
            <a:ext cx="37490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2" name="Straight Arrow Connector 141">
            <a:extLst>
              <a:ext uri="{FF2B5EF4-FFF2-40B4-BE49-F238E27FC236}">
                <a16:creationId xmlns:a16="http://schemas.microsoft.com/office/drawing/2014/main" id="{14DF4CC4-22E4-4D7C-96E1-2A073067C3D3}"/>
              </a:ext>
            </a:extLst>
          </p:cNvPr>
          <p:cNvCxnSpPr>
            <a:cxnSpLocks noChangeAspect="1"/>
          </p:cNvCxnSpPr>
          <p:nvPr/>
        </p:nvCxnSpPr>
        <p:spPr>
          <a:xfrm rot="240000" flipH="1" flipV="1">
            <a:off x="3779777" y="2293402"/>
            <a:ext cx="377822" cy="731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3" name="Straight Arrow Connector 142">
            <a:extLst>
              <a:ext uri="{FF2B5EF4-FFF2-40B4-BE49-F238E27FC236}">
                <a16:creationId xmlns:a16="http://schemas.microsoft.com/office/drawing/2014/main" id="{7250F51B-E421-441D-B373-EC408E4513EB}"/>
              </a:ext>
            </a:extLst>
          </p:cNvPr>
          <p:cNvCxnSpPr>
            <a:cxnSpLocks noChangeAspect="1"/>
          </p:cNvCxnSpPr>
          <p:nvPr/>
        </p:nvCxnSpPr>
        <p:spPr>
          <a:xfrm rot="11040000" flipH="1" flipV="1">
            <a:off x="3855017" y="2213261"/>
            <a:ext cx="377822" cy="731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4" name="Rectangle 116">
            <a:extLst>
              <a:ext uri="{FF2B5EF4-FFF2-40B4-BE49-F238E27FC236}">
                <a16:creationId xmlns:a16="http://schemas.microsoft.com/office/drawing/2014/main" id="{74BCF242-26F5-493B-9954-13A77658EF55}"/>
              </a:ext>
            </a:extLst>
          </p:cNvPr>
          <p:cNvSpPr/>
          <p:nvPr/>
        </p:nvSpPr>
        <p:spPr>
          <a:xfrm rot="10800000">
            <a:off x="4747192" y="4411166"/>
            <a:ext cx="658076" cy="1833882"/>
          </a:xfrm>
          <a:custGeom>
            <a:avLst/>
            <a:gdLst>
              <a:gd name="connsiteX0" fmla="*/ 0 w 115151"/>
              <a:gd name="connsiteY0" fmla="*/ 0 h 1833882"/>
              <a:gd name="connsiteX1" fmla="*/ 115151 w 115151"/>
              <a:gd name="connsiteY1" fmla="*/ 0 h 1833882"/>
              <a:gd name="connsiteX2" fmla="*/ 115151 w 115151"/>
              <a:gd name="connsiteY2" fmla="*/ 1833882 h 1833882"/>
              <a:gd name="connsiteX3" fmla="*/ 0 w 115151"/>
              <a:gd name="connsiteY3" fmla="*/ 1833882 h 1833882"/>
              <a:gd name="connsiteX4" fmla="*/ 0 w 115151"/>
              <a:gd name="connsiteY4" fmla="*/ 0 h 1833882"/>
              <a:gd name="connsiteX0" fmla="*/ 0 w 251676"/>
              <a:gd name="connsiteY0" fmla="*/ 0 h 1833882"/>
              <a:gd name="connsiteX1" fmla="*/ 251676 w 251676"/>
              <a:gd name="connsiteY1" fmla="*/ 0 h 1833882"/>
              <a:gd name="connsiteX2" fmla="*/ 115151 w 251676"/>
              <a:gd name="connsiteY2" fmla="*/ 1833882 h 1833882"/>
              <a:gd name="connsiteX3" fmla="*/ 0 w 251676"/>
              <a:gd name="connsiteY3" fmla="*/ 1833882 h 1833882"/>
              <a:gd name="connsiteX4" fmla="*/ 0 w 251676"/>
              <a:gd name="connsiteY4" fmla="*/ 0 h 1833882"/>
              <a:gd name="connsiteX0" fmla="*/ 0 w 442176"/>
              <a:gd name="connsiteY0" fmla="*/ 0 h 1833882"/>
              <a:gd name="connsiteX1" fmla="*/ 442176 w 442176"/>
              <a:gd name="connsiteY1" fmla="*/ 0 h 1833882"/>
              <a:gd name="connsiteX2" fmla="*/ 305651 w 442176"/>
              <a:gd name="connsiteY2" fmla="*/ 1833882 h 1833882"/>
              <a:gd name="connsiteX3" fmla="*/ 190500 w 442176"/>
              <a:gd name="connsiteY3" fmla="*/ 1833882 h 1833882"/>
              <a:gd name="connsiteX4" fmla="*/ 0 w 442176"/>
              <a:gd name="connsiteY4" fmla="*/ 0 h 1833882"/>
              <a:gd name="connsiteX0" fmla="*/ 0 w 527901"/>
              <a:gd name="connsiteY0" fmla="*/ 0 h 1837057"/>
              <a:gd name="connsiteX1" fmla="*/ 527901 w 527901"/>
              <a:gd name="connsiteY1" fmla="*/ 3175 h 1837057"/>
              <a:gd name="connsiteX2" fmla="*/ 391376 w 527901"/>
              <a:gd name="connsiteY2" fmla="*/ 1837057 h 1837057"/>
              <a:gd name="connsiteX3" fmla="*/ 276225 w 527901"/>
              <a:gd name="connsiteY3" fmla="*/ 1837057 h 1837057"/>
              <a:gd name="connsiteX4" fmla="*/ 0 w 527901"/>
              <a:gd name="connsiteY4" fmla="*/ 0 h 1837057"/>
              <a:gd name="connsiteX0" fmla="*/ 0 w 645376"/>
              <a:gd name="connsiteY0" fmla="*/ 3175 h 1840232"/>
              <a:gd name="connsiteX1" fmla="*/ 645376 w 645376"/>
              <a:gd name="connsiteY1" fmla="*/ 0 h 1840232"/>
              <a:gd name="connsiteX2" fmla="*/ 391376 w 645376"/>
              <a:gd name="connsiteY2" fmla="*/ 1840232 h 1840232"/>
              <a:gd name="connsiteX3" fmla="*/ 276225 w 645376"/>
              <a:gd name="connsiteY3" fmla="*/ 1840232 h 1840232"/>
              <a:gd name="connsiteX4" fmla="*/ 0 w 645376"/>
              <a:gd name="connsiteY4" fmla="*/ 3175 h 1840232"/>
              <a:gd name="connsiteX0" fmla="*/ 0 w 654901"/>
              <a:gd name="connsiteY0" fmla="*/ 0 h 1837057"/>
              <a:gd name="connsiteX1" fmla="*/ 654901 w 654901"/>
              <a:gd name="connsiteY1" fmla="*/ 3175 h 1837057"/>
              <a:gd name="connsiteX2" fmla="*/ 391376 w 654901"/>
              <a:gd name="connsiteY2" fmla="*/ 1837057 h 1837057"/>
              <a:gd name="connsiteX3" fmla="*/ 276225 w 654901"/>
              <a:gd name="connsiteY3" fmla="*/ 1837057 h 1837057"/>
              <a:gd name="connsiteX4" fmla="*/ 0 w 654901"/>
              <a:gd name="connsiteY4" fmla="*/ 0 h 1837057"/>
              <a:gd name="connsiteX0" fmla="*/ 0 w 658076"/>
              <a:gd name="connsiteY0" fmla="*/ 0 h 1833882"/>
              <a:gd name="connsiteX1" fmla="*/ 658076 w 658076"/>
              <a:gd name="connsiteY1" fmla="*/ 0 h 1833882"/>
              <a:gd name="connsiteX2" fmla="*/ 394551 w 658076"/>
              <a:gd name="connsiteY2" fmla="*/ 1833882 h 1833882"/>
              <a:gd name="connsiteX3" fmla="*/ 279400 w 658076"/>
              <a:gd name="connsiteY3" fmla="*/ 1833882 h 1833882"/>
              <a:gd name="connsiteX4" fmla="*/ 0 w 658076"/>
              <a:gd name="connsiteY4" fmla="*/ 0 h 18338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8076" h="1833882">
                <a:moveTo>
                  <a:pt x="0" y="0"/>
                </a:moveTo>
                <a:lnTo>
                  <a:pt x="658076" y="0"/>
                </a:lnTo>
                <a:lnTo>
                  <a:pt x="394551" y="1833882"/>
                </a:lnTo>
                <a:lnTo>
                  <a:pt x="279400" y="1833882"/>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solidFill>
                <a:schemeClr val="bg1"/>
              </a:solidFill>
            </a:endParaRPr>
          </a:p>
        </p:txBody>
      </p:sp>
      <p:sp>
        <p:nvSpPr>
          <p:cNvPr id="299" name="Oval 298">
            <a:extLst>
              <a:ext uri="{FF2B5EF4-FFF2-40B4-BE49-F238E27FC236}">
                <a16:creationId xmlns:a16="http://schemas.microsoft.com/office/drawing/2014/main" id="{6490FEBE-9AB0-4AD8-AE43-8E33920E4F89}"/>
              </a:ext>
            </a:extLst>
          </p:cNvPr>
          <p:cNvSpPr/>
          <p:nvPr/>
        </p:nvSpPr>
        <p:spPr>
          <a:xfrm>
            <a:off x="4880669" y="4238259"/>
            <a:ext cx="352122" cy="352122"/>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G</a:t>
            </a:r>
            <a:endParaRPr lang="en-US" dirty="0">
              <a:solidFill>
                <a:schemeClr val="accent6"/>
              </a:solidFill>
            </a:endParaRPr>
          </a:p>
        </p:txBody>
      </p:sp>
      <p:sp>
        <p:nvSpPr>
          <p:cNvPr id="295" name="Oval 294">
            <a:extLst>
              <a:ext uri="{FF2B5EF4-FFF2-40B4-BE49-F238E27FC236}">
                <a16:creationId xmlns:a16="http://schemas.microsoft.com/office/drawing/2014/main" id="{E997ED73-D3C0-41B5-A7D6-45EBCAE17432}"/>
              </a:ext>
            </a:extLst>
          </p:cNvPr>
          <p:cNvSpPr/>
          <p:nvPr/>
        </p:nvSpPr>
        <p:spPr>
          <a:xfrm>
            <a:off x="5220631" y="606462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C</a:t>
            </a:r>
            <a:endParaRPr lang="en-US" dirty="0">
              <a:solidFill>
                <a:schemeClr val="accent6"/>
              </a:solidFill>
            </a:endParaRPr>
          </a:p>
        </p:txBody>
      </p:sp>
      <p:sp>
        <p:nvSpPr>
          <p:cNvPr id="145" name="Oval 144">
            <a:extLst>
              <a:ext uri="{FF2B5EF4-FFF2-40B4-BE49-F238E27FC236}">
                <a16:creationId xmlns:a16="http://schemas.microsoft.com/office/drawing/2014/main" id="{3166C6E9-B363-4853-87E4-3408682BDA67}"/>
              </a:ext>
            </a:extLst>
          </p:cNvPr>
          <p:cNvSpPr/>
          <p:nvPr/>
        </p:nvSpPr>
        <p:spPr>
          <a:xfrm>
            <a:off x="4521113" y="606462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cxnSp>
        <p:nvCxnSpPr>
          <p:cNvPr id="146" name="Straight Arrow Connector 145">
            <a:extLst>
              <a:ext uri="{FF2B5EF4-FFF2-40B4-BE49-F238E27FC236}">
                <a16:creationId xmlns:a16="http://schemas.microsoft.com/office/drawing/2014/main" id="{920B0B40-82B8-4B06-822B-19E9D990A3D0}"/>
              </a:ext>
            </a:extLst>
          </p:cNvPr>
          <p:cNvCxnSpPr>
            <a:cxnSpLocks/>
          </p:cNvCxnSpPr>
          <p:nvPr/>
        </p:nvCxnSpPr>
        <p:spPr>
          <a:xfrm rot="10800000" flipH="1">
            <a:off x="4964889" y="6175634"/>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8" name="Straight Arrow Connector 147">
            <a:extLst>
              <a:ext uri="{FF2B5EF4-FFF2-40B4-BE49-F238E27FC236}">
                <a16:creationId xmlns:a16="http://schemas.microsoft.com/office/drawing/2014/main" id="{BD1A0C40-71C8-47FD-B86F-71F2DEFCCAB8}"/>
              </a:ext>
            </a:extLst>
          </p:cNvPr>
          <p:cNvCxnSpPr>
            <a:cxnSpLocks/>
          </p:cNvCxnSpPr>
          <p:nvPr/>
        </p:nvCxnSpPr>
        <p:spPr>
          <a:xfrm rot="15600000" flipV="1">
            <a:off x="4919688" y="530104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9" name="Straight Arrow Connector 148">
            <a:extLst>
              <a:ext uri="{FF2B5EF4-FFF2-40B4-BE49-F238E27FC236}">
                <a16:creationId xmlns:a16="http://schemas.microsoft.com/office/drawing/2014/main" id="{0FBBD423-B321-4845-8A7B-8E7D2AB63E51}"/>
              </a:ext>
            </a:extLst>
          </p:cNvPr>
          <p:cNvCxnSpPr>
            <a:cxnSpLocks/>
          </p:cNvCxnSpPr>
          <p:nvPr/>
        </p:nvCxnSpPr>
        <p:spPr>
          <a:xfrm rot="5880000" flipV="1">
            <a:off x="4661011" y="528688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7" name="Rectangle 116">
            <a:extLst>
              <a:ext uri="{FF2B5EF4-FFF2-40B4-BE49-F238E27FC236}">
                <a16:creationId xmlns:a16="http://schemas.microsoft.com/office/drawing/2014/main" id="{BA97D17B-0080-4AF1-BF8D-38ACA1B4C831}"/>
              </a:ext>
            </a:extLst>
          </p:cNvPr>
          <p:cNvSpPr/>
          <p:nvPr/>
        </p:nvSpPr>
        <p:spPr>
          <a:xfrm rot="10800000">
            <a:off x="7361537" y="2572138"/>
            <a:ext cx="525520" cy="1838644"/>
          </a:xfrm>
          <a:custGeom>
            <a:avLst/>
            <a:gdLst>
              <a:gd name="connsiteX0" fmla="*/ 0 w 115151"/>
              <a:gd name="connsiteY0" fmla="*/ 0 h 1833882"/>
              <a:gd name="connsiteX1" fmla="*/ 115151 w 115151"/>
              <a:gd name="connsiteY1" fmla="*/ 0 h 1833882"/>
              <a:gd name="connsiteX2" fmla="*/ 115151 w 115151"/>
              <a:gd name="connsiteY2" fmla="*/ 1833882 h 1833882"/>
              <a:gd name="connsiteX3" fmla="*/ 0 w 115151"/>
              <a:gd name="connsiteY3" fmla="*/ 1833882 h 1833882"/>
              <a:gd name="connsiteX4" fmla="*/ 0 w 115151"/>
              <a:gd name="connsiteY4" fmla="*/ 0 h 1833882"/>
              <a:gd name="connsiteX0" fmla="*/ 0 w 251676"/>
              <a:gd name="connsiteY0" fmla="*/ 0 h 1833882"/>
              <a:gd name="connsiteX1" fmla="*/ 251676 w 251676"/>
              <a:gd name="connsiteY1" fmla="*/ 0 h 1833882"/>
              <a:gd name="connsiteX2" fmla="*/ 115151 w 251676"/>
              <a:gd name="connsiteY2" fmla="*/ 1833882 h 1833882"/>
              <a:gd name="connsiteX3" fmla="*/ 0 w 251676"/>
              <a:gd name="connsiteY3" fmla="*/ 1833882 h 1833882"/>
              <a:gd name="connsiteX4" fmla="*/ 0 w 251676"/>
              <a:gd name="connsiteY4" fmla="*/ 0 h 1833882"/>
              <a:gd name="connsiteX0" fmla="*/ 0 w 442176"/>
              <a:gd name="connsiteY0" fmla="*/ 0 h 1833882"/>
              <a:gd name="connsiteX1" fmla="*/ 442176 w 442176"/>
              <a:gd name="connsiteY1" fmla="*/ 0 h 1833882"/>
              <a:gd name="connsiteX2" fmla="*/ 305651 w 442176"/>
              <a:gd name="connsiteY2" fmla="*/ 1833882 h 1833882"/>
              <a:gd name="connsiteX3" fmla="*/ 190500 w 442176"/>
              <a:gd name="connsiteY3" fmla="*/ 1833882 h 1833882"/>
              <a:gd name="connsiteX4" fmla="*/ 0 w 442176"/>
              <a:gd name="connsiteY4" fmla="*/ 0 h 1833882"/>
              <a:gd name="connsiteX0" fmla="*/ 0 w 527901"/>
              <a:gd name="connsiteY0" fmla="*/ 0 h 1837057"/>
              <a:gd name="connsiteX1" fmla="*/ 527901 w 527901"/>
              <a:gd name="connsiteY1" fmla="*/ 3175 h 1837057"/>
              <a:gd name="connsiteX2" fmla="*/ 391376 w 527901"/>
              <a:gd name="connsiteY2" fmla="*/ 1837057 h 1837057"/>
              <a:gd name="connsiteX3" fmla="*/ 276225 w 527901"/>
              <a:gd name="connsiteY3" fmla="*/ 1837057 h 1837057"/>
              <a:gd name="connsiteX4" fmla="*/ 0 w 527901"/>
              <a:gd name="connsiteY4" fmla="*/ 0 h 1837057"/>
              <a:gd name="connsiteX0" fmla="*/ 0 w 645376"/>
              <a:gd name="connsiteY0" fmla="*/ 3175 h 1840232"/>
              <a:gd name="connsiteX1" fmla="*/ 645376 w 645376"/>
              <a:gd name="connsiteY1" fmla="*/ 0 h 1840232"/>
              <a:gd name="connsiteX2" fmla="*/ 391376 w 645376"/>
              <a:gd name="connsiteY2" fmla="*/ 1840232 h 1840232"/>
              <a:gd name="connsiteX3" fmla="*/ 276225 w 645376"/>
              <a:gd name="connsiteY3" fmla="*/ 1840232 h 1840232"/>
              <a:gd name="connsiteX4" fmla="*/ 0 w 645376"/>
              <a:gd name="connsiteY4" fmla="*/ 3175 h 1840232"/>
              <a:gd name="connsiteX0" fmla="*/ 0 w 654901"/>
              <a:gd name="connsiteY0" fmla="*/ 0 h 1837057"/>
              <a:gd name="connsiteX1" fmla="*/ 654901 w 654901"/>
              <a:gd name="connsiteY1" fmla="*/ 3175 h 1837057"/>
              <a:gd name="connsiteX2" fmla="*/ 391376 w 654901"/>
              <a:gd name="connsiteY2" fmla="*/ 1837057 h 1837057"/>
              <a:gd name="connsiteX3" fmla="*/ 276225 w 654901"/>
              <a:gd name="connsiteY3" fmla="*/ 1837057 h 1837057"/>
              <a:gd name="connsiteX4" fmla="*/ 0 w 654901"/>
              <a:gd name="connsiteY4" fmla="*/ 0 h 1837057"/>
              <a:gd name="connsiteX0" fmla="*/ 0 w 658076"/>
              <a:gd name="connsiteY0" fmla="*/ 0 h 1833882"/>
              <a:gd name="connsiteX1" fmla="*/ 658076 w 658076"/>
              <a:gd name="connsiteY1" fmla="*/ 0 h 1833882"/>
              <a:gd name="connsiteX2" fmla="*/ 394551 w 658076"/>
              <a:gd name="connsiteY2" fmla="*/ 1833882 h 1833882"/>
              <a:gd name="connsiteX3" fmla="*/ 279400 w 658076"/>
              <a:gd name="connsiteY3" fmla="*/ 1833882 h 1833882"/>
              <a:gd name="connsiteX4" fmla="*/ 0 w 658076"/>
              <a:gd name="connsiteY4" fmla="*/ 0 h 1833882"/>
              <a:gd name="connsiteX0" fmla="*/ 0 w 394551"/>
              <a:gd name="connsiteY0" fmla="*/ 0 h 1833882"/>
              <a:gd name="connsiteX1" fmla="*/ 386614 w 394551"/>
              <a:gd name="connsiteY1" fmla="*/ 0 h 1833882"/>
              <a:gd name="connsiteX2" fmla="*/ 394551 w 394551"/>
              <a:gd name="connsiteY2" fmla="*/ 1833882 h 1833882"/>
              <a:gd name="connsiteX3" fmla="*/ 279400 w 394551"/>
              <a:gd name="connsiteY3" fmla="*/ 1833882 h 1833882"/>
              <a:gd name="connsiteX4" fmla="*/ 0 w 394551"/>
              <a:gd name="connsiteY4" fmla="*/ 0 h 1833882"/>
              <a:gd name="connsiteX0" fmla="*/ 0 w 525520"/>
              <a:gd name="connsiteY0" fmla="*/ 2381 h 1833882"/>
              <a:gd name="connsiteX1" fmla="*/ 517583 w 525520"/>
              <a:gd name="connsiteY1" fmla="*/ 0 h 1833882"/>
              <a:gd name="connsiteX2" fmla="*/ 525520 w 525520"/>
              <a:gd name="connsiteY2" fmla="*/ 1833882 h 1833882"/>
              <a:gd name="connsiteX3" fmla="*/ 410369 w 525520"/>
              <a:gd name="connsiteY3" fmla="*/ 1833882 h 1833882"/>
              <a:gd name="connsiteX4" fmla="*/ 0 w 525520"/>
              <a:gd name="connsiteY4" fmla="*/ 2381 h 1833882"/>
              <a:gd name="connsiteX0" fmla="*/ 0 w 525520"/>
              <a:gd name="connsiteY0" fmla="*/ 2381 h 1838644"/>
              <a:gd name="connsiteX1" fmla="*/ 517583 w 525520"/>
              <a:gd name="connsiteY1" fmla="*/ 0 h 1838644"/>
              <a:gd name="connsiteX2" fmla="*/ 525520 w 525520"/>
              <a:gd name="connsiteY2" fmla="*/ 1833882 h 1838644"/>
              <a:gd name="connsiteX3" fmla="*/ 481806 w 525520"/>
              <a:gd name="connsiteY3" fmla="*/ 1838644 h 1838644"/>
              <a:gd name="connsiteX4" fmla="*/ 0 w 525520"/>
              <a:gd name="connsiteY4" fmla="*/ 2381 h 1838644"/>
              <a:gd name="connsiteX0" fmla="*/ 0 w 525520"/>
              <a:gd name="connsiteY0" fmla="*/ 2381 h 1838644"/>
              <a:gd name="connsiteX1" fmla="*/ 517583 w 525520"/>
              <a:gd name="connsiteY1" fmla="*/ 0 h 1838644"/>
              <a:gd name="connsiteX2" fmla="*/ 525520 w 525520"/>
              <a:gd name="connsiteY2" fmla="*/ 1833882 h 1838644"/>
              <a:gd name="connsiteX3" fmla="*/ 481806 w 525520"/>
              <a:gd name="connsiteY3" fmla="*/ 1838644 h 1838644"/>
              <a:gd name="connsiteX4" fmla="*/ 0 w 525520"/>
              <a:gd name="connsiteY4" fmla="*/ 2381 h 18386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520" h="1838644">
                <a:moveTo>
                  <a:pt x="0" y="2381"/>
                </a:moveTo>
                <a:lnTo>
                  <a:pt x="517583" y="0"/>
                </a:lnTo>
                <a:cubicBezTo>
                  <a:pt x="520229" y="611294"/>
                  <a:pt x="522874" y="1222588"/>
                  <a:pt x="525520" y="1833882"/>
                </a:cubicBezTo>
                <a:lnTo>
                  <a:pt x="481806" y="1838644"/>
                </a:lnTo>
                <a:lnTo>
                  <a:pt x="0" y="2381"/>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solidFill>
                <a:schemeClr val="bg1"/>
              </a:solidFill>
            </a:endParaRPr>
          </a:p>
        </p:txBody>
      </p:sp>
      <p:sp>
        <p:nvSpPr>
          <p:cNvPr id="305" name="Oval 304">
            <a:extLst>
              <a:ext uri="{FF2B5EF4-FFF2-40B4-BE49-F238E27FC236}">
                <a16:creationId xmlns:a16="http://schemas.microsoft.com/office/drawing/2014/main" id="{4A8BBCCD-B5BF-48DD-8126-A474AB04C35A}"/>
              </a:ext>
            </a:extLst>
          </p:cNvPr>
          <p:cNvSpPr/>
          <p:nvPr/>
        </p:nvSpPr>
        <p:spPr>
          <a:xfrm>
            <a:off x="7207818" y="2394222"/>
            <a:ext cx="352122" cy="352122"/>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M</a:t>
            </a:r>
            <a:endParaRPr lang="en-US" dirty="0">
              <a:solidFill>
                <a:schemeClr val="accent6"/>
              </a:solidFill>
            </a:endParaRPr>
          </a:p>
        </p:txBody>
      </p:sp>
      <p:sp>
        <p:nvSpPr>
          <p:cNvPr id="300" name="Oval 299">
            <a:extLst>
              <a:ext uri="{FF2B5EF4-FFF2-40B4-BE49-F238E27FC236}">
                <a16:creationId xmlns:a16="http://schemas.microsoft.com/office/drawing/2014/main" id="{F1D59075-0218-4F2D-8875-3BBF8730CCB5}"/>
              </a:ext>
            </a:extLst>
          </p:cNvPr>
          <p:cNvSpPr/>
          <p:nvPr/>
        </p:nvSpPr>
        <p:spPr>
          <a:xfrm>
            <a:off x="7193062" y="42347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H</a:t>
            </a:r>
            <a:endParaRPr lang="en-US" dirty="0">
              <a:solidFill>
                <a:schemeClr val="accent6"/>
              </a:solidFill>
            </a:endParaRPr>
          </a:p>
        </p:txBody>
      </p:sp>
      <p:sp>
        <p:nvSpPr>
          <p:cNvPr id="150" name="Oval 149">
            <a:extLst>
              <a:ext uri="{FF2B5EF4-FFF2-40B4-BE49-F238E27FC236}">
                <a16:creationId xmlns:a16="http://schemas.microsoft.com/office/drawing/2014/main" id="{06764432-83D0-4EB5-83B6-52D8364AAAA7}"/>
              </a:ext>
            </a:extLst>
          </p:cNvPr>
          <p:cNvSpPr/>
          <p:nvPr/>
        </p:nvSpPr>
        <p:spPr>
          <a:xfrm>
            <a:off x="7712801" y="4242170"/>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W</a:t>
            </a:r>
            <a:endParaRPr lang="en-US" dirty="0">
              <a:solidFill>
                <a:schemeClr val="accent6"/>
              </a:solidFill>
            </a:endParaRPr>
          </a:p>
        </p:txBody>
      </p:sp>
      <p:cxnSp>
        <p:nvCxnSpPr>
          <p:cNvPr id="151" name="Straight Arrow Connector 150">
            <a:extLst>
              <a:ext uri="{FF2B5EF4-FFF2-40B4-BE49-F238E27FC236}">
                <a16:creationId xmlns:a16="http://schemas.microsoft.com/office/drawing/2014/main" id="{79E8AE7E-35A0-4DFE-9404-3AB15284ACD9}"/>
              </a:ext>
            </a:extLst>
          </p:cNvPr>
          <p:cNvCxnSpPr>
            <a:cxnSpLocks/>
          </p:cNvCxnSpPr>
          <p:nvPr/>
        </p:nvCxnSpPr>
        <p:spPr>
          <a:xfrm rot="5400000" flipV="1">
            <a:off x="7253802" y="3612041"/>
            <a:ext cx="3657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2" name="Straight Arrow Connector 151">
            <a:extLst>
              <a:ext uri="{FF2B5EF4-FFF2-40B4-BE49-F238E27FC236}">
                <a16:creationId xmlns:a16="http://schemas.microsoft.com/office/drawing/2014/main" id="{5E68CBEB-1C24-4919-B012-A4F7D5A32FCF}"/>
              </a:ext>
            </a:extLst>
          </p:cNvPr>
          <p:cNvCxnSpPr>
            <a:cxnSpLocks/>
          </p:cNvCxnSpPr>
          <p:nvPr/>
        </p:nvCxnSpPr>
        <p:spPr>
          <a:xfrm rot="10800000" flipH="1">
            <a:off x="7545184" y="4315205"/>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4" name="Straight Arrow Connector 153">
            <a:extLst>
              <a:ext uri="{FF2B5EF4-FFF2-40B4-BE49-F238E27FC236}">
                <a16:creationId xmlns:a16="http://schemas.microsoft.com/office/drawing/2014/main" id="{3BDA36A8-5687-4DE0-98A1-6E41A138F3D9}"/>
              </a:ext>
            </a:extLst>
          </p:cNvPr>
          <p:cNvCxnSpPr>
            <a:cxnSpLocks/>
          </p:cNvCxnSpPr>
          <p:nvPr/>
        </p:nvCxnSpPr>
        <p:spPr>
          <a:xfrm rot="4500000" flipV="1">
            <a:off x="7536430" y="3575426"/>
            <a:ext cx="3657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5" name="Straight Arrow Connector 154">
            <a:extLst>
              <a:ext uri="{FF2B5EF4-FFF2-40B4-BE49-F238E27FC236}">
                <a16:creationId xmlns:a16="http://schemas.microsoft.com/office/drawing/2014/main" id="{6F0CC55D-81AF-487F-B81F-19B3CCF7E4BF}"/>
              </a:ext>
            </a:extLst>
          </p:cNvPr>
          <p:cNvCxnSpPr>
            <a:cxnSpLocks/>
          </p:cNvCxnSpPr>
          <p:nvPr/>
        </p:nvCxnSpPr>
        <p:spPr>
          <a:xfrm rot="15300000" flipV="1">
            <a:off x="7438446" y="3610508"/>
            <a:ext cx="3657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6" name="Straight Connector 155">
            <a:extLst>
              <a:ext uri="{FF2B5EF4-FFF2-40B4-BE49-F238E27FC236}">
                <a16:creationId xmlns:a16="http://schemas.microsoft.com/office/drawing/2014/main" id="{CE2CA376-96AD-47F6-A4B8-183AA261046D}"/>
              </a:ext>
            </a:extLst>
          </p:cNvPr>
          <p:cNvCxnSpPr>
            <a:cxnSpLocks/>
          </p:cNvCxnSpPr>
          <p:nvPr/>
        </p:nvCxnSpPr>
        <p:spPr>
          <a:xfrm>
            <a:off x="2730699" y="2622130"/>
            <a:ext cx="1" cy="1816520"/>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sp>
        <p:nvSpPr>
          <p:cNvPr id="298" name="Oval 297">
            <a:extLst>
              <a:ext uri="{FF2B5EF4-FFF2-40B4-BE49-F238E27FC236}">
                <a16:creationId xmlns:a16="http://schemas.microsoft.com/office/drawing/2014/main" id="{BDD707F5-0BE8-471A-B269-DAB47FAED13A}"/>
              </a:ext>
            </a:extLst>
          </p:cNvPr>
          <p:cNvSpPr/>
          <p:nvPr/>
        </p:nvSpPr>
        <p:spPr>
          <a:xfrm>
            <a:off x="2550974" y="4235870"/>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F</a:t>
            </a:r>
            <a:endParaRPr lang="en-US" dirty="0"/>
          </a:p>
        </p:txBody>
      </p:sp>
      <p:sp>
        <p:nvSpPr>
          <p:cNvPr id="303" name="Oval 302">
            <a:extLst>
              <a:ext uri="{FF2B5EF4-FFF2-40B4-BE49-F238E27FC236}">
                <a16:creationId xmlns:a16="http://schemas.microsoft.com/office/drawing/2014/main" id="{15FA5F7E-26C9-47B3-BC05-D68924780B80}"/>
              </a:ext>
            </a:extLst>
          </p:cNvPr>
          <p:cNvSpPr/>
          <p:nvPr/>
        </p:nvSpPr>
        <p:spPr>
          <a:xfrm>
            <a:off x="2518830" y="240170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K</a:t>
            </a:r>
            <a:endParaRPr lang="en-US" dirty="0">
              <a:solidFill>
                <a:schemeClr val="accent6"/>
              </a:solidFill>
            </a:endParaRPr>
          </a:p>
        </p:txBody>
      </p:sp>
    </p:spTree>
    <p:extLst>
      <p:ext uri="{BB962C8B-B14F-4D97-AF65-F5344CB8AC3E}">
        <p14:creationId xmlns:p14="http://schemas.microsoft.com/office/powerpoint/2010/main" val="2536300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2" name="Group 251">
            <a:extLst>
              <a:ext uri="{FF2B5EF4-FFF2-40B4-BE49-F238E27FC236}">
                <a16:creationId xmlns:a16="http://schemas.microsoft.com/office/drawing/2014/main" id="{3FD7EEEF-3529-4A48-AD2B-C975FF0DD39E}"/>
              </a:ext>
            </a:extLst>
          </p:cNvPr>
          <p:cNvGrpSpPr/>
          <p:nvPr/>
        </p:nvGrpSpPr>
        <p:grpSpPr>
          <a:xfrm>
            <a:off x="418305" y="747240"/>
            <a:ext cx="2325597" cy="1832347"/>
            <a:chOff x="318136" y="1316090"/>
            <a:chExt cx="1776224" cy="1399494"/>
          </a:xfrm>
        </p:grpSpPr>
        <p:sp>
          <p:nvSpPr>
            <p:cNvPr id="265" name="Rectangle 264">
              <a:extLst>
                <a:ext uri="{FF2B5EF4-FFF2-40B4-BE49-F238E27FC236}">
                  <a16:creationId xmlns:a16="http://schemas.microsoft.com/office/drawing/2014/main" id="{5D9919B7-BDC0-4F4F-B243-ADB954D1BC7D}"/>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67" name="Straight Arrow Connector 266">
              <a:extLst>
                <a:ext uri="{FF2B5EF4-FFF2-40B4-BE49-F238E27FC236}">
                  <a16:creationId xmlns:a16="http://schemas.microsoft.com/office/drawing/2014/main" id="{062326DE-29F4-4128-8063-0B1520C23852}"/>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8" name="Straight Arrow Connector 267">
              <a:extLst>
                <a:ext uri="{FF2B5EF4-FFF2-40B4-BE49-F238E27FC236}">
                  <a16:creationId xmlns:a16="http://schemas.microsoft.com/office/drawing/2014/main" id="{EBD747DF-6F21-4AD4-803D-624B37980DDB}"/>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9" name="Straight Arrow Connector 268">
              <a:extLst>
                <a:ext uri="{FF2B5EF4-FFF2-40B4-BE49-F238E27FC236}">
                  <a16:creationId xmlns:a16="http://schemas.microsoft.com/office/drawing/2014/main" id="{7E3F25D0-7679-44D0-B9E9-9851092A28DE}"/>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6" name="Straight Arrow Connector 265">
              <a:extLst>
                <a:ext uri="{FF2B5EF4-FFF2-40B4-BE49-F238E27FC236}">
                  <a16:creationId xmlns:a16="http://schemas.microsoft.com/office/drawing/2014/main" id="{C973AEEC-459D-49BB-8F29-03C6381E56F4}"/>
                </a:ext>
              </a:extLst>
            </p:cNvPr>
            <p:cNvCxnSpPr>
              <a:cxnSpLocks/>
            </p:cNvCxnSpPr>
            <p:nvPr/>
          </p:nvCxnSpPr>
          <p:spPr>
            <a:xfrm rot="15660000" flipV="1">
              <a:off x="1688764"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53" name="Group 252">
            <a:extLst>
              <a:ext uri="{FF2B5EF4-FFF2-40B4-BE49-F238E27FC236}">
                <a16:creationId xmlns:a16="http://schemas.microsoft.com/office/drawing/2014/main" id="{2374E498-73CE-47F1-8271-78A7F34DEAC2}"/>
              </a:ext>
            </a:extLst>
          </p:cNvPr>
          <p:cNvGrpSpPr/>
          <p:nvPr/>
        </p:nvGrpSpPr>
        <p:grpSpPr>
          <a:xfrm>
            <a:off x="417944" y="2579587"/>
            <a:ext cx="2325597" cy="1832347"/>
            <a:chOff x="318136" y="1316090"/>
            <a:chExt cx="1776224" cy="1399494"/>
          </a:xfrm>
        </p:grpSpPr>
        <p:sp>
          <p:nvSpPr>
            <p:cNvPr id="260" name="Rectangle 259">
              <a:extLst>
                <a:ext uri="{FF2B5EF4-FFF2-40B4-BE49-F238E27FC236}">
                  <a16:creationId xmlns:a16="http://schemas.microsoft.com/office/drawing/2014/main" id="{29514B38-0EFA-4A78-8535-F699CE69EA4D}"/>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61" name="Straight Arrow Connector 260">
              <a:extLst>
                <a:ext uri="{FF2B5EF4-FFF2-40B4-BE49-F238E27FC236}">
                  <a16:creationId xmlns:a16="http://schemas.microsoft.com/office/drawing/2014/main" id="{AA6842D4-9767-4970-A599-1150CFA35DE7}"/>
                </a:ext>
              </a:extLst>
            </p:cNvPr>
            <p:cNvCxnSpPr>
              <a:cxnSpLocks/>
            </p:cNvCxnSpPr>
            <p:nvPr/>
          </p:nvCxnSpPr>
          <p:spPr>
            <a:xfrm rot="16200000" flipV="1">
              <a:off x="1816705"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2" name="Straight Arrow Connector 261">
              <a:extLst>
                <a:ext uri="{FF2B5EF4-FFF2-40B4-BE49-F238E27FC236}">
                  <a16:creationId xmlns:a16="http://schemas.microsoft.com/office/drawing/2014/main" id="{59B9B561-5039-439D-82F6-0D8FF3951E7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3" name="Straight Arrow Connector 262">
              <a:extLst>
                <a:ext uri="{FF2B5EF4-FFF2-40B4-BE49-F238E27FC236}">
                  <a16:creationId xmlns:a16="http://schemas.microsoft.com/office/drawing/2014/main" id="{12A0B741-8CE6-49B3-94E9-822F86E57B44}"/>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4" name="Straight Arrow Connector 263">
              <a:extLst>
                <a:ext uri="{FF2B5EF4-FFF2-40B4-BE49-F238E27FC236}">
                  <a16:creationId xmlns:a16="http://schemas.microsoft.com/office/drawing/2014/main" id="{A61BABD6-ABBA-4CDA-8C92-04AE4F0F25F1}"/>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54" name="Group 253">
            <a:extLst>
              <a:ext uri="{FF2B5EF4-FFF2-40B4-BE49-F238E27FC236}">
                <a16:creationId xmlns:a16="http://schemas.microsoft.com/office/drawing/2014/main" id="{168685E4-FB57-4593-90FE-4BAE72C0E41B}"/>
              </a:ext>
            </a:extLst>
          </p:cNvPr>
          <p:cNvGrpSpPr/>
          <p:nvPr/>
        </p:nvGrpSpPr>
        <p:grpSpPr>
          <a:xfrm>
            <a:off x="417944" y="4411934"/>
            <a:ext cx="2325597" cy="1832347"/>
            <a:chOff x="318136" y="1316090"/>
            <a:chExt cx="1776224" cy="1399494"/>
          </a:xfrm>
        </p:grpSpPr>
        <p:sp>
          <p:nvSpPr>
            <p:cNvPr id="255" name="Rectangle 254">
              <a:extLst>
                <a:ext uri="{FF2B5EF4-FFF2-40B4-BE49-F238E27FC236}">
                  <a16:creationId xmlns:a16="http://schemas.microsoft.com/office/drawing/2014/main" id="{C96C5F7A-8062-4C64-A47C-3C0EA1F4A9A1}"/>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56" name="Straight Arrow Connector 255">
              <a:extLst>
                <a:ext uri="{FF2B5EF4-FFF2-40B4-BE49-F238E27FC236}">
                  <a16:creationId xmlns:a16="http://schemas.microsoft.com/office/drawing/2014/main" id="{D8AF5737-5F69-498D-8244-E2D92D7822AF}"/>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7" name="Straight Arrow Connector 256">
              <a:extLst>
                <a:ext uri="{FF2B5EF4-FFF2-40B4-BE49-F238E27FC236}">
                  <a16:creationId xmlns:a16="http://schemas.microsoft.com/office/drawing/2014/main" id="{5C960DAB-7576-41DE-91BF-93767C394DE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8" name="Straight Arrow Connector 257">
              <a:extLst>
                <a:ext uri="{FF2B5EF4-FFF2-40B4-BE49-F238E27FC236}">
                  <a16:creationId xmlns:a16="http://schemas.microsoft.com/office/drawing/2014/main" id="{7EEEDC97-ACA7-4FAC-A842-F4841C135DD6}"/>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9" name="Straight Arrow Connector 258">
              <a:extLst>
                <a:ext uri="{FF2B5EF4-FFF2-40B4-BE49-F238E27FC236}">
                  <a16:creationId xmlns:a16="http://schemas.microsoft.com/office/drawing/2014/main" id="{962A0292-9F9F-435D-99E1-7D79EC4F2272}"/>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 name="Título 1">
            <a:extLst>
              <a:ext uri="{FF2B5EF4-FFF2-40B4-BE49-F238E27FC236}">
                <a16:creationId xmlns:a16="http://schemas.microsoft.com/office/drawing/2014/main" id="{D5503A07-0117-4081-A30C-D1624E0122FE}"/>
              </a:ext>
            </a:extLst>
          </p:cNvPr>
          <p:cNvSpPr>
            <a:spLocks noGrp="1"/>
          </p:cNvSpPr>
          <p:nvPr>
            <p:ph type="title"/>
          </p:nvPr>
        </p:nvSpPr>
        <p:spPr/>
        <p:txBody>
          <a:bodyPr/>
          <a:lstStyle/>
          <a:p>
            <a:r>
              <a:rPr lang="en-US" dirty="0"/>
              <a:t>Mesh Example – Edge 5</a:t>
            </a:r>
          </a:p>
        </p:txBody>
      </p:sp>
      <p:grpSp>
        <p:nvGrpSpPr>
          <p:cNvPr id="234" name="Group 233">
            <a:extLst>
              <a:ext uri="{FF2B5EF4-FFF2-40B4-BE49-F238E27FC236}">
                <a16:creationId xmlns:a16="http://schemas.microsoft.com/office/drawing/2014/main" id="{F7373373-5128-40BF-BC7C-67477999153F}"/>
              </a:ext>
            </a:extLst>
          </p:cNvPr>
          <p:cNvGrpSpPr/>
          <p:nvPr/>
        </p:nvGrpSpPr>
        <p:grpSpPr>
          <a:xfrm>
            <a:off x="2731060" y="747240"/>
            <a:ext cx="2325597" cy="1832347"/>
            <a:chOff x="318136" y="1316090"/>
            <a:chExt cx="1776224" cy="1399494"/>
          </a:xfrm>
        </p:grpSpPr>
        <p:sp>
          <p:nvSpPr>
            <p:cNvPr id="247" name="Rectangle 246">
              <a:extLst>
                <a:ext uri="{FF2B5EF4-FFF2-40B4-BE49-F238E27FC236}">
                  <a16:creationId xmlns:a16="http://schemas.microsoft.com/office/drawing/2014/main" id="{D45BF7AA-566D-466E-A2CE-54C10DF71D1A}"/>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48" name="Straight Arrow Connector 247">
              <a:extLst>
                <a:ext uri="{FF2B5EF4-FFF2-40B4-BE49-F238E27FC236}">
                  <a16:creationId xmlns:a16="http://schemas.microsoft.com/office/drawing/2014/main" id="{A44ED70F-1AE5-40BA-934F-F803D3CDE5F3}"/>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9" name="Straight Arrow Connector 248">
              <a:extLst>
                <a:ext uri="{FF2B5EF4-FFF2-40B4-BE49-F238E27FC236}">
                  <a16:creationId xmlns:a16="http://schemas.microsoft.com/office/drawing/2014/main" id="{7B762EFC-714F-4236-8963-00B77C457FF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0" name="Straight Arrow Connector 249">
              <a:extLst>
                <a:ext uri="{FF2B5EF4-FFF2-40B4-BE49-F238E27FC236}">
                  <a16:creationId xmlns:a16="http://schemas.microsoft.com/office/drawing/2014/main" id="{DBCEC684-5407-43F1-B0B6-BA7F5753A16A}"/>
                </a:ext>
              </a:extLst>
            </p:cNvPr>
            <p:cNvCxnSpPr>
              <a:cxnSpLocks/>
            </p:cNvCxnSpPr>
            <p:nvPr/>
          </p:nvCxnSpPr>
          <p:spPr>
            <a:xfrm rot="6000000" flipV="1">
              <a:off x="304380" y="196308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1" name="Straight Arrow Connector 250">
              <a:extLst>
                <a:ext uri="{FF2B5EF4-FFF2-40B4-BE49-F238E27FC236}">
                  <a16:creationId xmlns:a16="http://schemas.microsoft.com/office/drawing/2014/main" id="{BFE955E4-AC4D-4FA9-8DD0-7631C5985B45}"/>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35" name="Group 234">
            <a:extLst>
              <a:ext uri="{FF2B5EF4-FFF2-40B4-BE49-F238E27FC236}">
                <a16:creationId xmlns:a16="http://schemas.microsoft.com/office/drawing/2014/main" id="{60BDC115-0567-4C94-8188-43F0FA243DB4}"/>
              </a:ext>
            </a:extLst>
          </p:cNvPr>
          <p:cNvGrpSpPr/>
          <p:nvPr/>
        </p:nvGrpSpPr>
        <p:grpSpPr>
          <a:xfrm>
            <a:off x="2730699" y="2579587"/>
            <a:ext cx="2325597" cy="1832347"/>
            <a:chOff x="318136" y="1316090"/>
            <a:chExt cx="1776224" cy="1399494"/>
          </a:xfrm>
        </p:grpSpPr>
        <p:sp>
          <p:nvSpPr>
            <p:cNvPr id="242" name="Rectangle 241">
              <a:extLst>
                <a:ext uri="{FF2B5EF4-FFF2-40B4-BE49-F238E27FC236}">
                  <a16:creationId xmlns:a16="http://schemas.microsoft.com/office/drawing/2014/main" id="{A55BD290-DD98-4A88-AECD-679E6CEBC6C5}"/>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43" name="Straight Arrow Connector 242">
              <a:extLst>
                <a:ext uri="{FF2B5EF4-FFF2-40B4-BE49-F238E27FC236}">
                  <a16:creationId xmlns:a16="http://schemas.microsoft.com/office/drawing/2014/main" id="{0A6BF039-F570-4BEC-9EB2-532D7DEFF5BC}"/>
                </a:ext>
              </a:extLst>
            </p:cNvPr>
            <p:cNvCxnSpPr>
              <a:cxnSpLocks/>
            </p:cNvCxnSpPr>
            <p:nvPr/>
          </p:nvCxnSpPr>
          <p:spPr>
            <a:xfrm rot="16200000" flipV="1">
              <a:off x="1808768"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4" name="Straight Arrow Connector 243">
              <a:extLst>
                <a:ext uri="{FF2B5EF4-FFF2-40B4-BE49-F238E27FC236}">
                  <a16:creationId xmlns:a16="http://schemas.microsoft.com/office/drawing/2014/main" id="{4B582994-9247-430E-AA5B-3124734F530C}"/>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5" name="Straight Arrow Connector 244">
              <a:extLst>
                <a:ext uri="{FF2B5EF4-FFF2-40B4-BE49-F238E27FC236}">
                  <a16:creationId xmlns:a16="http://schemas.microsoft.com/office/drawing/2014/main" id="{902A780F-47D6-4181-9248-1E030BC97FAB}"/>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6" name="Straight Arrow Connector 245">
              <a:extLst>
                <a:ext uri="{FF2B5EF4-FFF2-40B4-BE49-F238E27FC236}">
                  <a16:creationId xmlns:a16="http://schemas.microsoft.com/office/drawing/2014/main" id="{3D4822F1-FD86-4865-9FEE-D31F7D8893EC}"/>
                </a:ext>
              </a:extLst>
            </p:cNvPr>
            <p:cNvCxnSpPr>
              <a:cxnSpLocks/>
            </p:cNvCxnSpPr>
            <p:nvPr/>
          </p:nvCxnSpPr>
          <p:spPr>
            <a:xfrm rot="10800000" flipV="1">
              <a:off x="974623" y="1362644"/>
              <a:ext cx="2863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36" name="Group 235">
            <a:extLst>
              <a:ext uri="{FF2B5EF4-FFF2-40B4-BE49-F238E27FC236}">
                <a16:creationId xmlns:a16="http://schemas.microsoft.com/office/drawing/2014/main" id="{F0D814B7-1684-4AAB-8FD8-B5C2394F4DE9}"/>
              </a:ext>
            </a:extLst>
          </p:cNvPr>
          <p:cNvGrpSpPr/>
          <p:nvPr/>
        </p:nvGrpSpPr>
        <p:grpSpPr>
          <a:xfrm>
            <a:off x="2730699" y="4411934"/>
            <a:ext cx="2325597" cy="1832347"/>
            <a:chOff x="318136" y="1316090"/>
            <a:chExt cx="1776224" cy="1399494"/>
          </a:xfrm>
        </p:grpSpPr>
        <p:sp>
          <p:nvSpPr>
            <p:cNvPr id="237" name="Rectangle 236">
              <a:extLst>
                <a:ext uri="{FF2B5EF4-FFF2-40B4-BE49-F238E27FC236}">
                  <a16:creationId xmlns:a16="http://schemas.microsoft.com/office/drawing/2014/main" id="{A460903A-ADBE-4AE8-9634-74421E1E4421}"/>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38" name="Straight Arrow Connector 237">
              <a:extLst>
                <a:ext uri="{FF2B5EF4-FFF2-40B4-BE49-F238E27FC236}">
                  <a16:creationId xmlns:a16="http://schemas.microsoft.com/office/drawing/2014/main" id="{789A7F52-65E8-48B7-98C2-60722526CE6D}"/>
                </a:ext>
              </a:extLst>
            </p:cNvPr>
            <p:cNvCxnSpPr>
              <a:cxnSpLocks/>
            </p:cNvCxnSpPr>
            <p:nvPr/>
          </p:nvCxnSpPr>
          <p:spPr>
            <a:xfrm rot="16740000" flipV="1">
              <a:off x="1698666" y="1967007"/>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9" name="Straight Arrow Connector 238">
              <a:extLst>
                <a:ext uri="{FF2B5EF4-FFF2-40B4-BE49-F238E27FC236}">
                  <a16:creationId xmlns:a16="http://schemas.microsoft.com/office/drawing/2014/main" id="{65198430-3E18-406C-8B8C-777D03F28335}"/>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0" name="Straight Arrow Connector 239">
              <a:extLst>
                <a:ext uri="{FF2B5EF4-FFF2-40B4-BE49-F238E27FC236}">
                  <a16:creationId xmlns:a16="http://schemas.microsoft.com/office/drawing/2014/main" id="{46E2307C-2A7F-45FA-87E7-07959D55C615}"/>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1" name="Straight Arrow Connector 240">
              <a:extLst>
                <a:ext uri="{FF2B5EF4-FFF2-40B4-BE49-F238E27FC236}">
                  <a16:creationId xmlns:a16="http://schemas.microsoft.com/office/drawing/2014/main" id="{D96B0CD2-81A0-48F7-809D-5ADB6F2EB233}"/>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2" name="Group 201">
            <a:extLst>
              <a:ext uri="{FF2B5EF4-FFF2-40B4-BE49-F238E27FC236}">
                <a16:creationId xmlns:a16="http://schemas.microsoft.com/office/drawing/2014/main" id="{1FED2BCD-D4E8-455B-9353-9E7E8A0EA52D}"/>
              </a:ext>
            </a:extLst>
          </p:cNvPr>
          <p:cNvGrpSpPr/>
          <p:nvPr/>
        </p:nvGrpSpPr>
        <p:grpSpPr>
          <a:xfrm>
            <a:off x="5056295" y="747240"/>
            <a:ext cx="2325596" cy="1832347"/>
            <a:chOff x="318136" y="1316090"/>
            <a:chExt cx="1776224" cy="1399494"/>
          </a:xfrm>
        </p:grpSpPr>
        <p:sp>
          <p:nvSpPr>
            <p:cNvPr id="229" name="Rectangle 228">
              <a:extLst>
                <a:ext uri="{FF2B5EF4-FFF2-40B4-BE49-F238E27FC236}">
                  <a16:creationId xmlns:a16="http://schemas.microsoft.com/office/drawing/2014/main" id="{8062F188-9BE3-40CF-BAFD-CAFFAA11E452}"/>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30" name="Straight Arrow Connector 229">
              <a:extLst>
                <a:ext uri="{FF2B5EF4-FFF2-40B4-BE49-F238E27FC236}">
                  <a16:creationId xmlns:a16="http://schemas.microsoft.com/office/drawing/2014/main" id="{AECCFD08-25A0-4B03-BDFA-20BA8FF313FC}"/>
                </a:ext>
              </a:extLst>
            </p:cNvPr>
            <p:cNvCxnSpPr>
              <a:cxnSpLocks/>
            </p:cNvCxnSpPr>
            <p:nvPr/>
          </p:nvCxnSpPr>
          <p:spPr>
            <a:xfrm rot="16200000" flipV="1">
              <a:off x="1820678"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1" name="Straight Arrow Connector 230">
              <a:extLst>
                <a:ext uri="{FF2B5EF4-FFF2-40B4-BE49-F238E27FC236}">
                  <a16:creationId xmlns:a16="http://schemas.microsoft.com/office/drawing/2014/main" id="{0DA57120-F429-4DEB-938E-5891BD3AB37A}"/>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2" name="Straight Arrow Connector 231">
              <a:extLst>
                <a:ext uri="{FF2B5EF4-FFF2-40B4-BE49-F238E27FC236}">
                  <a16:creationId xmlns:a16="http://schemas.microsoft.com/office/drawing/2014/main" id="{B009FEAE-5938-441C-8B45-BB35D02B5936}"/>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3" name="Straight Arrow Connector 232">
              <a:extLst>
                <a:ext uri="{FF2B5EF4-FFF2-40B4-BE49-F238E27FC236}">
                  <a16:creationId xmlns:a16="http://schemas.microsoft.com/office/drawing/2014/main" id="{6C37DEE2-659F-4F10-B9B0-3D74816AB67D}"/>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3" name="Group 202">
            <a:extLst>
              <a:ext uri="{FF2B5EF4-FFF2-40B4-BE49-F238E27FC236}">
                <a16:creationId xmlns:a16="http://schemas.microsoft.com/office/drawing/2014/main" id="{BFB941BD-1D2C-46FE-8DEF-5C3E07E24822}"/>
              </a:ext>
            </a:extLst>
          </p:cNvPr>
          <p:cNvGrpSpPr/>
          <p:nvPr/>
        </p:nvGrpSpPr>
        <p:grpSpPr>
          <a:xfrm>
            <a:off x="5055934" y="2579587"/>
            <a:ext cx="2325596" cy="1832347"/>
            <a:chOff x="318136" y="1316090"/>
            <a:chExt cx="1776224" cy="1399494"/>
          </a:xfrm>
        </p:grpSpPr>
        <p:sp>
          <p:nvSpPr>
            <p:cNvPr id="224" name="Rectangle 223">
              <a:extLst>
                <a:ext uri="{FF2B5EF4-FFF2-40B4-BE49-F238E27FC236}">
                  <a16:creationId xmlns:a16="http://schemas.microsoft.com/office/drawing/2014/main" id="{623EBB0C-A58E-4601-B1A7-48655AB8B6F6}"/>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25" name="Straight Arrow Connector 224">
              <a:extLst>
                <a:ext uri="{FF2B5EF4-FFF2-40B4-BE49-F238E27FC236}">
                  <a16:creationId xmlns:a16="http://schemas.microsoft.com/office/drawing/2014/main" id="{AF7D7B31-F9B6-4A27-ADBE-BBC2C64079F8}"/>
                </a:ext>
              </a:extLst>
            </p:cNvPr>
            <p:cNvCxnSpPr>
              <a:cxnSpLocks/>
            </p:cNvCxnSpPr>
            <p:nvPr/>
          </p:nvCxnSpPr>
          <p:spPr>
            <a:xfrm rot="16200000" flipV="1">
              <a:off x="1820667" y="201088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6" name="Straight Arrow Connector 225">
              <a:extLst>
                <a:ext uri="{FF2B5EF4-FFF2-40B4-BE49-F238E27FC236}">
                  <a16:creationId xmlns:a16="http://schemas.microsoft.com/office/drawing/2014/main" id="{1BC8CB39-5C2E-4BD9-AEF5-84CAECEDD1FB}"/>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7" name="Straight Arrow Connector 226">
              <a:extLst>
                <a:ext uri="{FF2B5EF4-FFF2-40B4-BE49-F238E27FC236}">
                  <a16:creationId xmlns:a16="http://schemas.microsoft.com/office/drawing/2014/main" id="{459DC3CF-C60E-4234-AFF2-A4506C09CCC4}"/>
                </a:ext>
              </a:extLst>
            </p:cNvPr>
            <p:cNvCxnSpPr>
              <a:cxnSpLocks/>
            </p:cNvCxnSpPr>
            <p:nvPr/>
          </p:nvCxnSpPr>
          <p:spPr>
            <a:xfrm rot="5400000" flipV="1">
              <a:off x="178238"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8" name="Straight Arrow Connector 227">
              <a:extLst>
                <a:ext uri="{FF2B5EF4-FFF2-40B4-BE49-F238E27FC236}">
                  <a16:creationId xmlns:a16="http://schemas.microsoft.com/office/drawing/2014/main" id="{54F98CCC-B28F-4ED5-A2B4-D2E5C46355CB}"/>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4" name="Group 203">
            <a:extLst>
              <a:ext uri="{FF2B5EF4-FFF2-40B4-BE49-F238E27FC236}">
                <a16:creationId xmlns:a16="http://schemas.microsoft.com/office/drawing/2014/main" id="{55506D04-7782-418C-AC99-5FB405335414}"/>
              </a:ext>
            </a:extLst>
          </p:cNvPr>
          <p:cNvGrpSpPr/>
          <p:nvPr/>
        </p:nvGrpSpPr>
        <p:grpSpPr>
          <a:xfrm>
            <a:off x="5055934" y="4411934"/>
            <a:ext cx="2325596" cy="1832347"/>
            <a:chOff x="318136" y="1316090"/>
            <a:chExt cx="1776224" cy="1399494"/>
          </a:xfrm>
        </p:grpSpPr>
        <p:sp>
          <p:nvSpPr>
            <p:cNvPr id="219" name="Rectangle 218">
              <a:extLst>
                <a:ext uri="{FF2B5EF4-FFF2-40B4-BE49-F238E27FC236}">
                  <a16:creationId xmlns:a16="http://schemas.microsoft.com/office/drawing/2014/main" id="{056883D2-AE14-41D7-92E9-A43358CF3C34}"/>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20" name="Straight Arrow Connector 219">
              <a:extLst>
                <a:ext uri="{FF2B5EF4-FFF2-40B4-BE49-F238E27FC236}">
                  <a16:creationId xmlns:a16="http://schemas.microsoft.com/office/drawing/2014/main" id="{6668B10C-D061-47E8-9076-42FCD480CD97}"/>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1" name="Straight Arrow Connector 220">
              <a:extLst>
                <a:ext uri="{FF2B5EF4-FFF2-40B4-BE49-F238E27FC236}">
                  <a16:creationId xmlns:a16="http://schemas.microsoft.com/office/drawing/2014/main" id="{B01960BF-C5CF-421D-81DC-3B08440D9FB7}"/>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2" name="Straight Arrow Connector 221">
              <a:extLst>
                <a:ext uri="{FF2B5EF4-FFF2-40B4-BE49-F238E27FC236}">
                  <a16:creationId xmlns:a16="http://schemas.microsoft.com/office/drawing/2014/main" id="{82D4EEA5-A7F9-46FD-9033-449B2C1FE99C}"/>
                </a:ext>
              </a:extLst>
            </p:cNvPr>
            <p:cNvCxnSpPr>
              <a:cxnSpLocks/>
            </p:cNvCxnSpPr>
            <p:nvPr/>
          </p:nvCxnSpPr>
          <p:spPr>
            <a:xfrm rot="4800000" flipV="1">
              <a:off x="300899" y="197819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3" name="Straight Arrow Connector 222">
              <a:extLst>
                <a:ext uri="{FF2B5EF4-FFF2-40B4-BE49-F238E27FC236}">
                  <a16:creationId xmlns:a16="http://schemas.microsoft.com/office/drawing/2014/main" id="{97B2D6FA-CFFD-4FE9-B230-5E2A3FEBD5B2}"/>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5" name="Group 204">
            <a:extLst>
              <a:ext uri="{FF2B5EF4-FFF2-40B4-BE49-F238E27FC236}">
                <a16:creationId xmlns:a16="http://schemas.microsoft.com/office/drawing/2014/main" id="{113A97E4-1B9B-4884-BB1D-1A0CAF96BA58}"/>
              </a:ext>
            </a:extLst>
          </p:cNvPr>
          <p:cNvGrpSpPr/>
          <p:nvPr/>
        </p:nvGrpSpPr>
        <p:grpSpPr>
          <a:xfrm>
            <a:off x="7868859" y="743306"/>
            <a:ext cx="1841693" cy="1836281"/>
            <a:chOff x="321580" y="1316090"/>
            <a:chExt cx="1776224" cy="1399494"/>
          </a:xfrm>
        </p:grpSpPr>
        <p:sp>
          <p:nvSpPr>
            <p:cNvPr id="214" name="Rectangle 213">
              <a:extLst>
                <a:ext uri="{FF2B5EF4-FFF2-40B4-BE49-F238E27FC236}">
                  <a16:creationId xmlns:a16="http://schemas.microsoft.com/office/drawing/2014/main" id="{C0C77131-5AB4-4F13-A30C-6BB1B3200A48}"/>
                </a:ext>
              </a:extLst>
            </p:cNvPr>
            <p:cNvSpPr/>
            <p:nvPr/>
          </p:nvSpPr>
          <p:spPr>
            <a:xfrm rot="5400000">
              <a:off x="509945"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15" name="Straight Arrow Connector 214">
              <a:extLst>
                <a:ext uri="{FF2B5EF4-FFF2-40B4-BE49-F238E27FC236}">
                  <a16:creationId xmlns:a16="http://schemas.microsoft.com/office/drawing/2014/main" id="{8E281038-E96E-491B-8204-4E19E55989E1}"/>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6" name="Straight Arrow Connector 215">
              <a:extLst>
                <a:ext uri="{FF2B5EF4-FFF2-40B4-BE49-F238E27FC236}">
                  <a16:creationId xmlns:a16="http://schemas.microsoft.com/office/drawing/2014/main" id="{4E45AA5B-C60D-49E6-86C4-E1401994E18D}"/>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7" name="Straight Arrow Connector 216">
              <a:extLst>
                <a:ext uri="{FF2B5EF4-FFF2-40B4-BE49-F238E27FC236}">
                  <a16:creationId xmlns:a16="http://schemas.microsoft.com/office/drawing/2014/main" id="{A2F57384-A8EC-4598-ADAD-F96D9D69CFE2}"/>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8" name="Straight Arrow Connector 217">
              <a:extLst>
                <a:ext uri="{FF2B5EF4-FFF2-40B4-BE49-F238E27FC236}">
                  <a16:creationId xmlns:a16="http://schemas.microsoft.com/office/drawing/2014/main" id="{8D6230D9-0781-4424-97B2-69236B2BCB80}"/>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6" name="Group 205">
            <a:extLst>
              <a:ext uri="{FF2B5EF4-FFF2-40B4-BE49-F238E27FC236}">
                <a16:creationId xmlns:a16="http://schemas.microsoft.com/office/drawing/2014/main" id="{AD6B3106-B749-467C-B87B-D650AEA914DF}"/>
              </a:ext>
            </a:extLst>
          </p:cNvPr>
          <p:cNvGrpSpPr/>
          <p:nvPr/>
        </p:nvGrpSpPr>
        <p:grpSpPr>
          <a:xfrm>
            <a:off x="7868859" y="2575653"/>
            <a:ext cx="1841695" cy="1836281"/>
            <a:chOff x="321856" y="1316090"/>
            <a:chExt cx="1776224" cy="1399494"/>
          </a:xfrm>
        </p:grpSpPr>
        <p:sp>
          <p:nvSpPr>
            <p:cNvPr id="207" name="Rectangle 206">
              <a:extLst>
                <a:ext uri="{FF2B5EF4-FFF2-40B4-BE49-F238E27FC236}">
                  <a16:creationId xmlns:a16="http://schemas.microsoft.com/office/drawing/2014/main" id="{1678FADC-7F3B-49A6-98C4-4D3548E84F43}"/>
                </a:ext>
              </a:extLst>
            </p:cNvPr>
            <p:cNvSpPr/>
            <p:nvPr/>
          </p:nvSpPr>
          <p:spPr>
            <a:xfrm rot="5400000">
              <a:off x="51022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08" name="Straight Arrow Connector 207">
              <a:extLst>
                <a:ext uri="{FF2B5EF4-FFF2-40B4-BE49-F238E27FC236}">
                  <a16:creationId xmlns:a16="http://schemas.microsoft.com/office/drawing/2014/main" id="{A3E4A723-5F98-4CEF-A925-7E3485761F07}"/>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9" name="Straight Arrow Connector 208">
              <a:extLst>
                <a:ext uri="{FF2B5EF4-FFF2-40B4-BE49-F238E27FC236}">
                  <a16:creationId xmlns:a16="http://schemas.microsoft.com/office/drawing/2014/main" id="{8AA12322-40C1-47F9-B7BE-3EF5FE9A6E1E}"/>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1" name="Straight Arrow Connector 210">
              <a:extLst>
                <a:ext uri="{FF2B5EF4-FFF2-40B4-BE49-F238E27FC236}">
                  <a16:creationId xmlns:a16="http://schemas.microsoft.com/office/drawing/2014/main" id="{AADCD4C8-FCC5-46BF-BF1A-B6D6AC5E7A25}"/>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2" name="Straight Arrow Connector 211">
              <a:extLst>
                <a:ext uri="{FF2B5EF4-FFF2-40B4-BE49-F238E27FC236}">
                  <a16:creationId xmlns:a16="http://schemas.microsoft.com/office/drawing/2014/main" id="{27243F2A-86A6-4D95-92FB-ACB943D6E06E}"/>
                </a:ext>
              </a:extLst>
            </p:cNvPr>
            <p:cNvCxnSpPr>
              <a:cxnSpLocks/>
            </p:cNvCxnSpPr>
            <p:nvPr/>
          </p:nvCxnSpPr>
          <p:spPr>
            <a:xfrm rot="13380000" flipV="1">
              <a:off x="905204" y="201839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3" name="Straight Arrow Connector 212">
              <a:extLst>
                <a:ext uri="{FF2B5EF4-FFF2-40B4-BE49-F238E27FC236}">
                  <a16:creationId xmlns:a16="http://schemas.microsoft.com/office/drawing/2014/main" id="{FAD53B5E-A0E7-4F09-898F-0218D9DD5014}"/>
                </a:ext>
              </a:extLst>
            </p:cNvPr>
            <p:cNvCxnSpPr>
              <a:cxnSpLocks/>
            </p:cNvCxnSpPr>
            <p:nvPr/>
          </p:nvCxnSpPr>
          <p:spPr>
            <a:xfrm rot="2520000" flipV="1">
              <a:off x="987275" y="19408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cxnSp>
        <p:nvCxnSpPr>
          <p:cNvPr id="270" name="Straight Connector 269">
            <a:extLst>
              <a:ext uri="{FF2B5EF4-FFF2-40B4-BE49-F238E27FC236}">
                <a16:creationId xmlns:a16="http://schemas.microsoft.com/office/drawing/2014/main" id="{4334DD71-E463-478A-ABA7-9A5AFA94D68C}"/>
              </a:ext>
            </a:extLst>
          </p:cNvPr>
          <p:cNvCxnSpPr>
            <a:cxnSpLocks/>
          </p:cNvCxnSpPr>
          <p:nvPr/>
        </p:nvCxnSpPr>
        <p:spPr>
          <a:xfrm>
            <a:off x="7863987" y="2575652"/>
            <a:ext cx="1842057" cy="1836282"/>
          </a:xfrm>
          <a:prstGeom prst="line">
            <a:avLst/>
          </a:prstGeom>
          <a:ln w="19050"/>
        </p:spPr>
        <p:style>
          <a:lnRef idx="1">
            <a:schemeClr val="dk1"/>
          </a:lnRef>
          <a:fillRef idx="0">
            <a:schemeClr val="dk1"/>
          </a:fillRef>
          <a:effectRef idx="0">
            <a:schemeClr val="dk1"/>
          </a:effectRef>
          <a:fontRef idx="minor">
            <a:schemeClr val="tx1"/>
          </a:fontRef>
        </p:style>
      </p:cxnSp>
      <p:cxnSp>
        <p:nvCxnSpPr>
          <p:cNvPr id="271" name="Straight Connector 270">
            <a:extLst>
              <a:ext uri="{FF2B5EF4-FFF2-40B4-BE49-F238E27FC236}">
                <a16:creationId xmlns:a16="http://schemas.microsoft.com/office/drawing/2014/main" id="{FF2FCAAA-7996-4B03-8DD5-8487CFC4BDF1}"/>
              </a:ext>
            </a:extLst>
          </p:cNvPr>
          <p:cNvCxnSpPr>
            <a:cxnSpLocks/>
          </p:cNvCxnSpPr>
          <p:nvPr/>
        </p:nvCxnSpPr>
        <p:spPr>
          <a:xfrm flipH="1">
            <a:off x="7865830" y="747240"/>
            <a:ext cx="1839852" cy="1827645"/>
          </a:xfrm>
          <a:prstGeom prst="line">
            <a:avLst/>
          </a:prstGeom>
          <a:ln w="19050"/>
        </p:spPr>
        <p:style>
          <a:lnRef idx="1">
            <a:schemeClr val="dk1"/>
          </a:lnRef>
          <a:fillRef idx="0">
            <a:schemeClr val="dk1"/>
          </a:fillRef>
          <a:effectRef idx="0">
            <a:schemeClr val="dk1"/>
          </a:effectRef>
          <a:fontRef idx="minor">
            <a:schemeClr val="tx1"/>
          </a:fontRef>
        </p:style>
      </p:cxnSp>
      <p:cxnSp>
        <p:nvCxnSpPr>
          <p:cNvPr id="272" name="Straight Connector 271">
            <a:extLst>
              <a:ext uri="{FF2B5EF4-FFF2-40B4-BE49-F238E27FC236}">
                <a16:creationId xmlns:a16="http://schemas.microsoft.com/office/drawing/2014/main" id="{45518EAD-433B-4D30-86D2-970AA7C8987B}"/>
              </a:ext>
            </a:extLst>
          </p:cNvPr>
          <p:cNvCxnSpPr>
            <a:cxnSpLocks/>
          </p:cNvCxnSpPr>
          <p:nvPr/>
        </p:nvCxnSpPr>
        <p:spPr>
          <a:xfrm>
            <a:off x="417944" y="2579587"/>
            <a:ext cx="928773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805DF446-5EFD-464C-A447-01430AB10EF8}"/>
              </a:ext>
            </a:extLst>
          </p:cNvPr>
          <p:cNvCxnSpPr/>
          <p:nvPr/>
        </p:nvCxnSpPr>
        <p:spPr>
          <a:xfrm>
            <a:off x="5055934" y="2579587"/>
            <a:ext cx="0" cy="3664694"/>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cxnSp>
        <p:nvCxnSpPr>
          <p:cNvPr id="275" name="Straight Connector 274">
            <a:extLst>
              <a:ext uri="{FF2B5EF4-FFF2-40B4-BE49-F238E27FC236}">
                <a16:creationId xmlns:a16="http://schemas.microsoft.com/office/drawing/2014/main" id="{3074EE5F-DA69-449F-A09A-8107C8B3EFCA}"/>
              </a:ext>
            </a:extLst>
          </p:cNvPr>
          <p:cNvCxnSpPr>
            <a:cxnSpLocks/>
          </p:cNvCxnSpPr>
          <p:nvPr/>
        </p:nvCxnSpPr>
        <p:spPr>
          <a:xfrm flipH="1">
            <a:off x="7859477" y="747240"/>
            <a:ext cx="1846206" cy="1834156"/>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cxnSp>
        <p:nvCxnSpPr>
          <p:cNvPr id="276" name="Straight Connector 275">
            <a:extLst>
              <a:ext uri="{FF2B5EF4-FFF2-40B4-BE49-F238E27FC236}">
                <a16:creationId xmlns:a16="http://schemas.microsoft.com/office/drawing/2014/main" id="{E1E30BB6-810A-49DF-80A7-7D3519084021}"/>
              </a:ext>
            </a:extLst>
          </p:cNvPr>
          <p:cNvCxnSpPr>
            <a:cxnSpLocks/>
          </p:cNvCxnSpPr>
          <p:nvPr/>
        </p:nvCxnSpPr>
        <p:spPr>
          <a:xfrm>
            <a:off x="7863987" y="2575653"/>
            <a:ext cx="1841695" cy="183628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83" name="TextBox 282">
            <a:extLst>
              <a:ext uri="{FF2B5EF4-FFF2-40B4-BE49-F238E27FC236}">
                <a16:creationId xmlns:a16="http://schemas.microsoft.com/office/drawing/2014/main" id="{33FF4290-4CB2-4C7E-BA83-11D028A3ADD9}"/>
              </a:ext>
            </a:extLst>
          </p:cNvPr>
          <p:cNvSpPr txBox="1"/>
          <p:nvPr/>
        </p:nvSpPr>
        <p:spPr>
          <a:xfrm>
            <a:off x="5287449" y="2255654"/>
            <a:ext cx="394995" cy="483564"/>
          </a:xfrm>
          <a:prstGeom prst="rect">
            <a:avLst/>
          </a:prstGeom>
          <a:noFill/>
        </p:spPr>
        <p:txBody>
          <a:bodyPr wrap="none" rtlCol="0">
            <a:spAutoFit/>
          </a:bodyPr>
          <a:lstStyle/>
          <a:p>
            <a:r>
              <a:rPr lang="en-US" dirty="0">
                <a:solidFill>
                  <a:srgbClr val="FF0000"/>
                </a:solidFill>
              </a:rPr>
              <a:t>6</a:t>
            </a:r>
          </a:p>
        </p:txBody>
      </p:sp>
      <p:sp>
        <p:nvSpPr>
          <p:cNvPr id="284" name="TextBox 283">
            <a:extLst>
              <a:ext uri="{FF2B5EF4-FFF2-40B4-BE49-F238E27FC236}">
                <a16:creationId xmlns:a16="http://schemas.microsoft.com/office/drawing/2014/main" id="{A4563EBC-A27F-435D-A67C-C6215A6B5704}"/>
              </a:ext>
            </a:extLst>
          </p:cNvPr>
          <p:cNvSpPr txBox="1"/>
          <p:nvPr/>
        </p:nvSpPr>
        <p:spPr>
          <a:xfrm>
            <a:off x="4790371" y="3773299"/>
            <a:ext cx="394995" cy="483564"/>
          </a:xfrm>
          <a:prstGeom prst="rect">
            <a:avLst/>
          </a:prstGeom>
          <a:noFill/>
        </p:spPr>
        <p:txBody>
          <a:bodyPr wrap="none" rtlCol="0">
            <a:spAutoFit/>
          </a:bodyPr>
          <a:lstStyle/>
          <a:p>
            <a:r>
              <a:rPr lang="en-US" dirty="0">
                <a:solidFill>
                  <a:srgbClr val="FF0000"/>
                </a:solidFill>
              </a:rPr>
              <a:t>7</a:t>
            </a:r>
          </a:p>
        </p:txBody>
      </p:sp>
      <p:sp>
        <p:nvSpPr>
          <p:cNvPr id="285" name="TextBox 284">
            <a:extLst>
              <a:ext uri="{FF2B5EF4-FFF2-40B4-BE49-F238E27FC236}">
                <a16:creationId xmlns:a16="http://schemas.microsoft.com/office/drawing/2014/main" id="{EAD0A7C8-2C2D-4CE8-8030-9DED47ADBDED}"/>
              </a:ext>
            </a:extLst>
          </p:cNvPr>
          <p:cNvSpPr txBox="1"/>
          <p:nvPr/>
        </p:nvSpPr>
        <p:spPr>
          <a:xfrm>
            <a:off x="2456947" y="3867417"/>
            <a:ext cx="394995" cy="483564"/>
          </a:xfrm>
          <a:prstGeom prst="rect">
            <a:avLst/>
          </a:prstGeom>
          <a:noFill/>
        </p:spPr>
        <p:txBody>
          <a:bodyPr wrap="none" rtlCol="0">
            <a:spAutoFit/>
          </a:bodyPr>
          <a:lstStyle/>
          <a:p>
            <a:r>
              <a:rPr lang="en-US" dirty="0">
                <a:solidFill>
                  <a:srgbClr val="FF0000"/>
                </a:solidFill>
              </a:rPr>
              <a:t>8</a:t>
            </a:r>
          </a:p>
        </p:txBody>
      </p:sp>
      <p:sp>
        <p:nvSpPr>
          <p:cNvPr id="286" name="TextBox 285">
            <a:extLst>
              <a:ext uri="{FF2B5EF4-FFF2-40B4-BE49-F238E27FC236}">
                <a16:creationId xmlns:a16="http://schemas.microsoft.com/office/drawing/2014/main" id="{0BE3AE39-106D-4A43-B3D1-FDC608F90FF7}"/>
              </a:ext>
            </a:extLst>
          </p:cNvPr>
          <p:cNvSpPr txBox="1"/>
          <p:nvPr/>
        </p:nvSpPr>
        <p:spPr>
          <a:xfrm>
            <a:off x="2091500" y="2240703"/>
            <a:ext cx="394995" cy="483564"/>
          </a:xfrm>
          <a:prstGeom prst="rect">
            <a:avLst/>
          </a:prstGeom>
          <a:noFill/>
        </p:spPr>
        <p:txBody>
          <a:bodyPr wrap="none" rtlCol="0">
            <a:spAutoFit/>
          </a:bodyPr>
          <a:lstStyle/>
          <a:p>
            <a:r>
              <a:rPr lang="en-US" dirty="0">
                <a:solidFill>
                  <a:srgbClr val="FF0000"/>
                </a:solidFill>
              </a:rPr>
              <a:t>9</a:t>
            </a:r>
          </a:p>
        </p:txBody>
      </p:sp>
      <p:sp>
        <p:nvSpPr>
          <p:cNvPr id="287" name="TextBox 286">
            <a:extLst>
              <a:ext uri="{FF2B5EF4-FFF2-40B4-BE49-F238E27FC236}">
                <a16:creationId xmlns:a16="http://schemas.microsoft.com/office/drawing/2014/main" id="{2335C42D-1307-43A0-9C41-D2DCA3DD9390}"/>
              </a:ext>
            </a:extLst>
          </p:cNvPr>
          <p:cNvSpPr txBox="1"/>
          <p:nvPr/>
        </p:nvSpPr>
        <p:spPr>
          <a:xfrm>
            <a:off x="9089051" y="2235825"/>
            <a:ext cx="548206" cy="483564"/>
          </a:xfrm>
          <a:prstGeom prst="rect">
            <a:avLst/>
          </a:prstGeom>
          <a:noFill/>
        </p:spPr>
        <p:txBody>
          <a:bodyPr wrap="none" rtlCol="0">
            <a:spAutoFit/>
          </a:bodyPr>
          <a:lstStyle/>
          <a:p>
            <a:r>
              <a:rPr lang="en-US" dirty="0">
                <a:solidFill>
                  <a:srgbClr val="FF0000"/>
                </a:solidFill>
              </a:rPr>
              <a:t>10</a:t>
            </a:r>
          </a:p>
        </p:txBody>
      </p:sp>
      <p:sp>
        <p:nvSpPr>
          <p:cNvPr id="288" name="TextBox 287">
            <a:extLst>
              <a:ext uri="{FF2B5EF4-FFF2-40B4-BE49-F238E27FC236}">
                <a16:creationId xmlns:a16="http://schemas.microsoft.com/office/drawing/2014/main" id="{B0127BF5-9E71-434E-BFEA-92B1F11F419B}"/>
              </a:ext>
            </a:extLst>
          </p:cNvPr>
          <p:cNvSpPr txBox="1"/>
          <p:nvPr/>
        </p:nvSpPr>
        <p:spPr>
          <a:xfrm>
            <a:off x="9163832" y="3696535"/>
            <a:ext cx="548206" cy="483564"/>
          </a:xfrm>
          <a:prstGeom prst="rect">
            <a:avLst/>
          </a:prstGeom>
          <a:noFill/>
        </p:spPr>
        <p:txBody>
          <a:bodyPr wrap="none" rtlCol="0">
            <a:spAutoFit/>
          </a:bodyPr>
          <a:lstStyle/>
          <a:p>
            <a:r>
              <a:rPr lang="en-US" dirty="0">
                <a:solidFill>
                  <a:srgbClr val="FF0000"/>
                </a:solidFill>
              </a:rPr>
              <a:t>11</a:t>
            </a:r>
          </a:p>
        </p:txBody>
      </p:sp>
      <p:sp>
        <p:nvSpPr>
          <p:cNvPr id="289" name="TextBox 288">
            <a:extLst>
              <a:ext uri="{FF2B5EF4-FFF2-40B4-BE49-F238E27FC236}">
                <a16:creationId xmlns:a16="http://schemas.microsoft.com/office/drawing/2014/main" id="{24581527-E833-4F7A-B3EE-3288FAB5F615}"/>
              </a:ext>
            </a:extLst>
          </p:cNvPr>
          <p:cNvSpPr txBox="1"/>
          <p:nvPr/>
        </p:nvSpPr>
        <p:spPr>
          <a:xfrm>
            <a:off x="8981827" y="791025"/>
            <a:ext cx="548206" cy="483564"/>
          </a:xfrm>
          <a:prstGeom prst="rect">
            <a:avLst/>
          </a:prstGeom>
          <a:noFill/>
        </p:spPr>
        <p:txBody>
          <a:bodyPr wrap="none" rtlCol="0">
            <a:spAutoFit/>
          </a:bodyPr>
          <a:lstStyle/>
          <a:p>
            <a:r>
              <a:rPr lang="en-US" dirty="0">
                <a:solidFill>
                  <a:srgbClr val="FF0000"/>
                </a:solidFill>
              </a:rPr>
              <a:t>12</a:t>
            </a:r>
          </a:p>
        </p:txBody>
      </p:sp>
      <p:cxnSp>
        <p:nvCxnSpPr>
          <p:cNvPr id="290" name="Straight Arrow Connector 289">
            <a:extLst>
              <a:ext uri="{FF2B5EF4-FFF2-40B4-BE49-F238E27FC236}">
                <a16:creationId xmlns:a16="http://schemas.microsoft.com/office/drawing/2014/main" id="{55C17A50-C856-4DEA-A8D4-C1B4076FDFD0}"/>
              </a:ext>
            </a:extLst>
          </p:cNvPr>
          <p:cNvCxnSpPr>
            <a:cxnSpLocks/>
          </p:cNvCxnSpPr>
          <p:nvPr/>
        </p:nvCxnSpPr>
        <p:spPr>
          <a:xfrm rot="8100000" flipV="1">
            <a:off x="8400464" y="184713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1" name="Straight Arrow Connector 290">
            <a:extLst>
              <a:ext uri="{FF2B5EF4-FFF2-40B4-BE49-F238E27FC236}">
                <a16:creationId xmlns:a16="http://schemas.microsoft.com/office/drawing/2014/main" id="{C66BA0EC-7817-4849-B3EA-67F8BC789B5F}"/>
              </a:ext>
            </a:extLst>
          </p:cNvPr>
          <p:cNvCxnSpPr>
            <a:cxnSpLocks/>
          </p:cNvCxnSpPr>
          <p:nvPr/>
        </p:nvCxnSpPr>
        <p:spPr>
          <a:xfrm rot="18900000" flipV="1">
            <a:off x="8307329" y="1720558"/>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3" name="Oval 292">
            <a:extLst>
              <a:ext uri="{FF2B5EF4-FFF2-40B4-BE49-F238E27FC236}">
                <a16:creationId xmlns:a16="http://schemas.microsoft.com/office/drawing/2014/main" id="{0D654E35-13F6-4427-8485-0D92293A1AB4}"/>
              </a:ext>
            </a:extLst>
          </p:cNvPr>
          <p:cNvSpPr/>
          <p:nvPr/>
        </p:nvSpPr>
        <p:spPr>
          <a:xfrm>
            <a:off x="229402" y="605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294" name="Oval 293">
            <a:extLst>
              <a:ext uri="{FF2B5EF4-FFF2-40B4-BE49-F238E27FC236}">
                <a16:creationId xmlns:a16="http://schemas.microsoft.com/office/drawing/2014/main" id="{607B11A5-EAE0-49A3-AADF-8535D706D5E2}"/>
              </a:ext>
            </a:extLst>
          </p:cNvPr>
          <p:cNvSpPr/>
          <p:nvPr/>
        </p:nvSpPr>
        <p:spPr>
          <a:xfrm>
            <a:off x="2565414" y="606741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296" name="Oval 295">
            <a:extLst>
              <a:ext uri="{FF2B5EF4-FFF2-40B4-BE49-F238E27FC236}">
                <a16:creationId xmlns:a16="http://schemas.microsoft.com/office/drawing/2014/main" id="{E97EB18D-FAEC-405D-BFD1-C5F02588E5A4}"/>
              </a:ext>
            </a:extLst>
          </p:cNvPr>
          <p:cNvSpPr/>
          <p:nvPr/>
        </p:nvSpPr>
        <p:spPr>
          <a:xfrm>
            <a:off x="7205470" y="605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297" name="Oval 296">
            <a:extLst>
              <a:ext uri="{FF2B5EF4-FFF2-40B4-BE49-F238E27FC236}">
                <a16:creationId xmlns:a16="http://schemas.microsoft.com/office/drawing/2014/main" id="{70D668ED-BDF2-4917-86BC-B9E90DF3DFD0}"/>
              </a:ext>
            </a:extLst>
          </p:cNvPr>
          <p:cNvSpPr/>
          <p:nvPr/>
        </p:nvSpPr>
        <p:spPr>
          <a:xfrm>
            <a:off x="227183" y="4235873"/>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sp>
        <p:nvSpPr>
          <p:cNvPr id="301" name="Oval 300">
            <a:extLst>
              <a:ext uri="{FF2B5EF4-FFF2-40B4-BE49-F238E27FC236}">
                <a16:creationId xmlns:a16="http://schemas.microsoft.com/office/drawing/2014/main" id="{BD03B9AE-6261-492E-8508-FA9AE486F270}"/>
              </a:ext>
            </a:extLst>
          </p:cNvPr>
          <p:cNvSpPr/>
          <p:nvPr/>
        </p:nvSpPr>
        <p:spPr>
          <a:xfrm>
            <a:off x="9535977" y="4233748"/>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I</a:t>
            </a:r>
            <a:endParaRPr lang="en-US" dirty="0"/>
          </a:p>
        </p:txBody>
      </p:sp>
      <p:sp>
        <p:nvSpPr>
          <p:cNvPr id="302" name="Oval 301">
            <a:extLst>
              <a:ext uri="{FF2B5EF4-FFF2-40B4-BE49-F238E27FC236}">
                <a16:creationId xmlns:a16="http://schemas.microsoft.com/office/drawing/2014/main" id="{8219E6CA-0701-46C4-9495-F0DAC3BE6D5C}"/>
              </a:ext>
            </a:extLst>
          </p:cNvPr>
          <p:cNvSpPr/>
          <p:nvPr/>
        </p:nvSpPr>
        <p:spPr>
          <a:xfrm>
            <a:off x="227183" y="2410794"/>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J</a:t>
            </a:r>
            <a:endParaRPr lang="en-US" dirty="0"/>
          </a:p>
        </p:txBody>
      </p:sp>
      <p:sp>
        <p:nvSpPr>
          <p:cNvPr id="306" name="Oval 305">
            <a:extLst>
              <a:ext uri="{FF2B5EF4-FFF2-40B4-BE49-F238E27FC236}">
                <a16:creationId xmlns:a16="http://schemas.microsoft.com/office/drawing/2014/main" id="{91BE7614-ABEE-4C51-A742-71FFD52B95A5}"/>
              </a:ext>
            </a:extLst>
          </p:cNvPr>
          <p:cNvSpPr/>
          <p:nvPr/>
        </p:nvSpPr>
        <p:spPr>
          <a:xfrm>
            <a:off x="9533403" y="2409704"/>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N</a:t>
            </a:r>
            <a:endParaRPr lang="en-US" dirty="0"/>
          </a:p>
        </p:txBody>
      </p:sp>
      <p:sp>
        <p:nvSpPr>
          <p:cNvPr id="307" name="Oval 306">
            <a:extLst>
              <a:ext uri="{FF2B5EF4-FFF2-40B4-BE49-F238E27FC236}">
                <a16:creationId xmlns:a16="http://schemas.microsoft.com/office/drawing/2014/main" id="{263F7E91-7613-4A0A-BF02-B5093EA16EE5}"/>
              </a:ext>
            </a:extLst>
          </p:cNvPr>
          <p:cNvSpPr/>
          <p:nvPr/>
        </p:nvSpPr>
        <p:spPr>
          <a:xfrm>
            <a:off x="227183" y="577930"/>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P</a:t>
            </a:r>
            <a:endParaRPr lang="en-US" dirty="0"/>
          </a:p>
        </p:txBody>
      </p:sp>
      <p:sp>
        <p:nvSpPr>
          <p:cNvPr id="309" name="Oval 308">
            <a:extLst>
              <a:ext uri="{FF2B5EF4-FFF2-40B4-BE49-F238E27FC236}">
                <a16:creationId xmlns:a16="http://schemas.microsoft.com/office/drawing/2014/main" id="{8EFD28D6-F8A2-4A21-97B7-E16C35904818}"/>
              </a:ext>
            </a:extLst>
          </p:cNvPr>
          <p:cNvSpPr/>
          <p:nvPr/>
        </p:nvSpPr>
        <p:spPr>
          <a:xfrm>
            <a:off x="4883176" y="572998"/>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R</a:t>
            </a:r>
            <a:endParaRPr lang="en-US" dirty="0"/>
          </a:p>
        </p:txBody>
      </p:sp>
      <p:sp>
        <p:nvSpPr>
          <p:cNvPr id="311" name="Oval 310">
            <a:extLst>
              <a:ext uri="{FF2B5EF4-FFF2-40B4-BE49-F238E27FC236}">
                <a16:creationId xmlns:a16="http://schemas.microsoft.com/office/drawing/2014/main" id="{8E53C076-C635-4633-8B12-F48E65DBEDD5}"/>
              </a:ext>
            </a:extLst>
          </p:cNvPr>
          <p:cNvSpPr/>
          <p:nvPr/>
        </p:nvSpPr>
        <p:spPr>
          <a:xfrm>
            <a:off x="9545597" y="57497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T</a:t>
            </a:r>
            <a:endParaRPr lang="en-US" dirty="0"/>
          </a:p>
        </p:txBody>
      </p:sp>
      <p:sp>
        <p:nvSpPr>
          <p:cNvPr id="121" name="TextBox 120">
            <a:extLst>
              <a:ext uri="{FF2B5EF4-FFF2-40B4-BE49-F238E27FC236}">
                <a16:creationId xmlns:a16="http://schemas.microsoft.com/office/drawing/2014/main" id="{F38C266C-0EEA-4DE5-9318-4D834978FAE0}"/>
              </a:ext>
            </a:extLst>
          </p:cNvPr>
          <p:cNvSpPr txBox="1"/>
          <p:nvPr/>
        </p:nvSpPr>
        <p:spPr>
          <a:xfrm>
            <a:off x="10156652" y="1683206"/>
            <a:ext cx="4378498" cy="923330"/>
          </a:xfrm>
          <a:prstGeom prst="rect">
            <a:avLst/>
          </a:prstGeom>
          <a:ln w="19050">
            <a:solidFill>
              <a:schemeClr val="tx1"/>
            </a:solidFill>
          </a:ln>
        </p:spPr>
        <p:style>
          <a:lnRef idx="1">
            <a:schemeClr val="accent1"/>
          </a:lnRef>
          <a:fillRef idx="3">
            <a:schemeClr val="accent1"/>
          </a:fillRef>
          <a:effectRef idx="2">
            <a:schemeClr val="accent1"/>
          </a:effectRef>
          <a:fontRef idx="minor">
            <a:schemeClr val="lt1"/>
          </a:fontRef>
        </p:style>
        <p:txBody>
          <a:bodyPr wrap="square">
            <a:spAutoFit/>
          </a:bodyPr>
          <a:lstStyle/>
          <a:p>
            <a:pPr algn="just"/>
            <a:r>
              <a:rPr lang="en-US" dirty="0">
                <a:latin typeface="Consolas" panose="020B0609020204030204" pitchFamily="49" charset="0"/>
              </a:rPr>
              <a:t>Edge 6:</a:t>
            </a:r>
          </a:p>
          <a:p>
            <a:pPr algn="just"/>
            <a:r>
              <a:rPr lang="en-US" dirty="0">
                <a:latin typeface="Consolas" panose="020B0609020204030204" pitchFamily="49" charset="0"/>
              </a:rPr>
              <a:t>L: Expand Collapsed Edge</a:t>
            </a:r>
          </a:p>
          <a:p>
            <a:pPr algn="just"/>
            <a:r>
              <a:rPr lang="en-US" dirty="0">
                <a:latin typeface="Consolas" panose="020B0609020204030204" pitchFamily="49" charset="0"/>
              </a:rPr>
              <a:t>M: Hole</a:t>
            </a:r>
          </a:p>
        </p:txBody>
      </p:sp>
      <p:sp>
        <p:nvSpPr>
          <p:cNvPr id="117" name="Rectangle 116">
            <a:extLst>
              <a:ext uri="{FF2B5EF4-FFF2-40B4-BE49-F238E27FC236}">
                <a16:creationId xmlns:a16="http://schemas.microsoft.com/office/drawing/2014/main" id="{BB24C0C0-E59E-4211-B5CB-E3E0B2566CC5}"/>
              </a:ext>
            </a:extLst>
          </p:cNvPr>
          <p:cNvSpPr/>
          <p:nvPr/>
        </p:nvSpPr>
        <p:spPr>
          <a:xfrm>
            <a:off x="2399392" y="744946"/>
            <a:ext cx="949383" cy="1830707"/>
          </a:xfrm>
          <a:custGeom>
            <a:avLst/>
            <a:gdLst>
              <a:gd name="connsiteX0" fmla="*/ 0 w 115151"/>
              <a:gd name="connsiteY0" fmla="*/ 0 h 1833882"/>
              <a:gd name="connsiteX1" fmla="*/ 115151 w 115151"/>
              <a:gd name="connsiteY1" fmla="*/ 0 h 1833882"/>
              <a:gd name="connsiteX2" fmla="*/ 115151 w 115151"/>
              <a:gd name="connsiteY2" fmla="*/ 1833882 h 1833882"/>
              <a:gd name="connsiteX3" fmla="*/ 0 w 115151"/>
              <a:gd name="connsiteY3" fmla="*/ 1833882 h 1833882"/>
              <a:gd name="connsiteX4" fmla="*/ 0 w 115151"/>
              <a:gd name="connsiteY4" fmla="*/ 0 h 1833882"/>
              <a:gd name="connsiteX0" fmla="*/ 0 w 251676"/>
              <a:gd name="connsiteY0" fmla="*/ 0 h 1833882"/>
              <a:gd name="connsiteX1" fmla="*/ 251676 w 251676"/>
              <a:gd name="connsiteY1" fmla="*/ 0 h 1833882"/>
              <a:gd name="connsiteX2" fmla="*/ 115151 w 251676"/>
              <a:gd name="connsiteY2" fmla="*/ 1833882 h 1833882"/>
              <a:gd name="connsiteX3" fmla="*/ 0 w 251676"/>
              <a:gd name="connsiteY3" fmla="*/ 1833882 h 1833882"/>
              <a:gd name="connsiteX4" fmla="*/ 0 w 251676"/>
              <a:gd name="connsiteY4" fmla="*/ 0 h 1833882"/>
              <a:gd name="connsiteX0" fmla="*/ 0 w 442176"/>
              <a:gd name="connsiteY0" fmla="*/ 0 h 1833882"/>
              <a:gd name="connsiteX1" fmla="*/ 442176 w 442176"/>
              <a:gd name="connsiteY1" fmla="*/ 0 h 1833882"/>
              <a:gd name="connsiteX2" fmla="*/ 305651 w 442176"/>
              <a:gd name="connsiteY2" fmla="*/ 1833882 h 1833882"/>
              <a:gd name="connsiteX3" fmla="*/ 190500 w 442176"/>
              <a:gd name="connsiteY3" fmla="*/ 1833882 h 1833882"/>
              <a:gd name="connsiteX4" fmla="*/ 0 w 442176"/>
              <a:gd name="connsiteY4" fmla="*/ 0 h 1833882"/>
              <a:gd name="connsiteX0" fmla="*/ 0 w 527901"/>
              <a:gd name="connsiteY0" fmla="*/ 0 h 1837057"/>
              <a:gd name="connsiteX1" fmla="*/ 527901 w 527901"/>
              <a:gd name="connsiteY1" fmla="*/ 3175 h 1837057"/>
              <a:gd name="connsiteX2" fmla="*/ 391376 w 527901"/>
              <a:gd name="connsiteY2" fmla="*/ 1837057 h 1837057"/>
              <a:gd name="connsiteX3" fmla="*/ 276225 w 527901"/>
              <a:gd name="connsiteY3" fmla="*/ 1837057 h 1837057"/>
              <a:gd name="connsiteX4" fmla="*/ 0 w 527901"/>
              <a:gd name="connsiteY4" fmla="*/ 0 h 1837057"/>
              <a:gd name="connsiteX0" fmla="*/ 0 w 645376"/>
              <a:gd name="connsiteY0" fmla="*/ 3175 h 1840232"/>
              <a:gd name="connsiteX1" fmla="*/ 645376 w 645376"/>
              <a:gd name="connsiteY1" fmla="*/ 0 h 1840232"/>
              <a:gd name="connsiteX2" fmla="*/ 391376 w 645376"/>
              <a:gd name="connsiteY2" fmla="*/ 1840232 h 1840232"/>
              <a:gd name="connsiteX3" fmla="*/ 276225 w 645376"/>
              <a:gd name="connsiteY3" fmla="*/ 1840232 h 1840232"/>
              <a:gd name="connsiteX4" fmla="*/ 0 w 645376"/>
              <a:gd name="connsiteY4" fmla="*/ 3175 h 1840232"/>
              <a:gd name="connsiteX0" fmla="*/ 0 w 654901"/>
              <a:gd name="connsiteY0" fmla="*/ 0 h 1837057"/>
              <a:gd name="connsiteX1" fmla="*/ 654901 w 654901"/>
              <a:gd name="connsiteY1" fmla="*/ 3175 h 1837057"/>
              <a:gd name="connsiteX2" fmla="*/ 391376 w 654901"/>
              <a:gd name="connsiteY2" fmla="*/ 1837057 h 1837057"/>
              <a:gd name="connsiteX3" fmla="*/ 276225 w 654901"/>
              <a:gd name="connsiteY3" fmla="*/ 1837057 h 1837057"/>
              <a:gd name="connsiteX4" fmla="*/ 0 w 654901"/>
              <a:gd name="connsiteY4" fmla="*/ 0 h 1837057"/>
              <a:gd name="connsiteX0" fmla="*/ 0 w 658076"/>
              <a:gd name="connsiteY0" fmla="*/ 0 h 1833882"/>
              <a:gd name="connsiteX1" fmla="*/ 658076 w 658076"/>
              <a:gd name="connsiteY1" fmla="*/ 0 h 1833882"/>
              <a:gd name="connsiteX2" fmla="*/ 394551 w 658076"/>
              <a:gd name="connsiteY2" fmla="*/ 1833882 h 1833882"/>
              <a:gd name="connsiteX3" fmla="*/ 279400 w 658076"/>
              <a:gd name="connsiteY3" fmla="*/ 1833882 h 1833882"/>
              <a:gd name="connsiteX4" fmla="*/ 0 w 658076"/>
              <a:gd name="connsiteY4" fmla="*/ 0 h 1833882"/>
              <a:gd name="connsiteX0" fmla="*/ 0 w 832701"/>
              <a:gd name="connsiteY0" fmla="*/ 0 h 1833882"/>
              <a:gd name="connsiteX1" fmla="*/ 658076 w 832701"/>
              <a:gd name="connsiteY1" fmla="*/ 0 h 1833882"/>
              <a:gd name="connsiteX2" fmla="*/ 832701 w 832701"/>
              <a:gd name="connsiteY2" fmla="*/ 1459232 h 1833882"/>
              <a:gd name="connsiteX3" fmla="*/ 279400 w 832701"/>
              <a:gd name="connsiteY3" fmla="*/ 1833882 h 1833882"/>
              <a:gd name="connsiteX4" fmla="*/ 0 w 832701"/>
              <a:gd name="connsiteY4" fmla="*/ 0 h 1833882"/>
              <a:gd name="connsiteX0" fmla="*/ 0 w 832701"/>
              <a:gd name="connsiteY0" fmla="*/ 0 h 1814832"/>
              <a:gd name="connsiteX1" fmla="*/ 658076 w 832701"/>
              <a:gd name="connsiteY1" fmla="*/ 0 h 1814832"/>
              <a:gd name="connsiteX2" fmla="*/ 832701 w 832701"/>
              <a:gd name="connsiteY2" fmla="*/ 1459232 h 1814832"/>
              <a:gd name="connsiteX3" fmla="*/ 317500 w 832701"/>
              <a:gd name="connsiteY3" fmla="*/ 1814832 h 1814832"/>
              <a:gd name="connsiteX4" fmla="*/ 0 w 832701"/>
              <a:gd name="connsiteY4" fmla="*/ 0 h 1814832"/>
              <a:gd name="connsiteX0" fmla="*/ 0 w 832701"/>
              <a:gd name="connsiteY0" fmla="*/ 0 h 1830707"/>
              <a:gd name="connsiteX1" fmla="*/ 658076 w 832701"/>
              <a:gd name="connsiteY1" fmla="*/ 0 h 1830707"/>
              <a:gd name="connsiteX2" fmla="*/ 832701 w 832701"/>
              <a:gd name="connsiteY2" fmla="*/ 1459232 h 1830707"/>
              <a:gd name="connsiteX3" fmla="*/ 333375 w 832701"/>
              <a:gd name="connsiteY3" fmla="*/ 1830707 h 1830707"/>
              <a:gd name="connsiteX4" fmla="*/ 0 w 832701"/>
              <a:gd name="connsiteY4" fmla="*/ 0 h 1830707"/>
              <a:gd name="connsiteX0" fmla="*/ 0 w 949383"/>
              <a:gd name="connsiteY0" fmla="*/ 0 h 1830707"/>
              <a:gd name="connsiteX1" fmla="*/ 658076 w 949383"/>
              <a:gd name="connsiteY1" fmla="*/ 0 h 1830707"/>
              <a:gd name="connsiteX2" fmla="*/ 949383 w 949383"/>
              <a:gd name="connsiteY2" fmla="*/ 1361601 h 1830707"/>
              <a:gd name="connsiteX3" fmla="*/ 333375 w 949383"/>
              <a:gd name="connsiteY3" fmla="*/ 1830707 h 1830707"/>
              <a:gd name="connsiteX4" fmla="*/ 0 w 949383"/>
              <a:gd name="connsiteY4" fmla="*/ 0 h 18307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9383" h="1830707">
                <a:moveTo>
                  <a:pt x="0" y="0"/>
                </a:moveTo>
                <a:lnTo>
                  <a:pt x="658076" y="0"/>
                </a:lnTo>
                <a:lnTo>
                  <a:pt x="949383" y="1361601"/>
                </a:lnTo>
                <a:lnTo>
                  <a:pt x="333375" y="1830707"/>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solidFill>
                <a:schemeClr val="bg1"/>
              </a:solidFill>
            </a:endParaRPr>
          </a:p>
        </p:txBody>
      </p:sp>
      <p:cxnSp>
        <p:nvCxnSpPr>
          <p:cNvPr id="124" name="Straight Arrow Connector 123">
            <a:extLst>
              <a:ext uri="{FF2B5EF4-FFF2-40B4-BE49-F238E27FC236}">
                <a16:creationId xmlns:a16="http://schemas.microsoft.com/office/drawing/2014/main" id="{21462356-04AF-4D7A-A146-231EED1F52AA}"/>
              </a:ext>
            </a:extLst>
          </p:cNvPr>
          <p:cNvCxnSpPr>
            <a:cxnSpLocks/>
          </p:cNvCxnSpPr>
          <p:nvPr/>
        </p:nvCxnSpPr>
        <p:spPr>
          <a:xfrm rot="4860000" flipV="1">
            <a:off x="2342398" y="158930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0" name="Oval 119">
            <a:extLst>
              <a:ext uri="{FF2B5EF4-FFF2-40B4-BE49-F238E27FC236}">
                <a16:creationId xmlns:a16="http://schemas.microsoft.com/office/drawing/2014/main" id="{24D8D6EB-429F-4F83-A03D-CB6219EAEEAF}"/>
              </a:ext>
            </a:extLst>
          </p:cNvPr>
          <p:cNvSpPr/>
          <p:nvPr/>
        </p:nvSpPr>
        <p:spPr>
          <a:xfrm>
            <a:off x="2878465" y="58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U</a:t>
            </a:r>
            <a:endParaRPr lang="en-US" dirty="0">
              <a:solidFill>
                <a:schemeClr val="accent6"/>
              </a:solidFill>
            </a:endParaRPr>
          </a:p>
        </p:txBody>
      </p:sp>
      <p:sp>
        <p:nvSpPr>
          <p:cNvPr id="308" name="Oval 307">
            <a:extLst>
              <a:ext uri="{FF2B5EF4-FFF2-40B4-BE49-F238E27FC236}">
                <a16:creationId xmlns:a16="http://schemas.microsoft.com/office/drawing/2014/main" id="{8F2DCE16-B03E-4878-9628-6458FA06E654}"/>
              </a:ext>
            </a:extLst>
          </p:cNvPr>
          <p:cNvSpPr/>
          <p:nvPr/>
        </p:nvSpPr>
        <p:spPr>
          <a:xfrm>
            <a:off x="2226010" y="58755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Q</a:t>
            </a:r>
            <a:endParaRPr lang="en-US" dirty="0">
              <a:solidFill>
                <a:schemeClr val="accent6"/>
              </a:solidFill>
            </a:endParaRPr>
          </a:p>
        </p:txBody>
      </p:sp>
      <p:cxnSp>
        <p:nvCxnSpPr>
          <p:cNvPr id="125" name="Straight Arrow Connector 124">
            <a:extLst>
              <a:ext uri="{FF2B5EF4-FFF2-40B4-BE49-F238E27FC236}">
                <a16:creationId xmlns:a16="http://schemas.microsoft.com/office/drawing/2014/main" id="{7D53D871-5EE3-4AAA-A583-1CBA76CD1AC1}"/>
              </a:ext>
            </a:extLst>
          </p:cNvPr>
          <p:cNvCxnSpPr>
            <a:cxnSpLocks/>
          </p:cNvCxnSpPr>
          <p:nvPr/>
        </p:nvCxnSpPr>
        <p:spPr>
          <a:xfrm rot="15480000" flipV="1">
            <a:off x="2861238" y="142988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6" name="Straight Arrow Connector 125">
            <a:extLst>
              <a:ext uri="{FF2B5EF4-FFF2-40B4-BE49-F238E27FC236}">
                <a16:creationId xmlns:a16="http://schemas.microsoft.com/office/drawing/2014/main" id="{0645B774-23D8-4005-A05B-FD1044FEE987}"/>
              </a:ext>
            </a:extLst>
          </p:cNvPr>
          <p:cNvCxnSpPr>
            <a:cxnSpLocks/>
          </p:cNvCxnSpPr>
          <p:nvPr/>
        </p:nvCxnSpPr>
        <p:spPr>
          <a:xfrm flipH="1">
            <a:off x="2634185" y="820689"/>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128" name="Group 127">
            <a:extLst>
              <a:ext uri="{FF2B5EF4-FFF2-40B4-BE49-F238E27FC236}">
                <a16:creationId xmlns:a16="http://schemas.microsoft.com/office/drawing/2014/main" id="{0F3EF7AA-6FDB-4389-B4A7-1B092F6C7C3F}"/>
              </a:ext>
            </a:extLst>
          </p:cNvPr>
          <p:cNvGrpSpPr/>
          <p:nvPr/>
        </p:nvGrpSpPr>
        <p:grpSpPr>
          <a:xfrm>
            <a:off x="7517721" y="4695252"/>
            <a:ext cx="2977526" cy="1342058"/>
            <a:chOff x="9063622" y="4495872"/>
            <a:chExt cx="2977526" cy="1342058"/>
          </a:xfrm>
        </p:grpSpPr>
        <p:grpSp>
          <p:nvGrpSpPr>
            <p:cNvPr id="129" name="Group 128">
              <a:extLst>
                <a:ext uri="{FF2B5EF4-FFF2-40B4-BE49-F238E27FC236}">
                  <a16:creationId xmlns:a16="http://schemas.microsoft.com/office/drawing/2014/main" id="{6271B160-5500-4EDF-B13E-7BE98E38B950}"/>
                </a:ext>
              </a:extLst>
            </p:cNvPr>
            <p:cNvGrpSpPr/>
            <p:nvPr/>
          </p:nvGrpSpPr>
          <p:grpSpPr>
            <a:xfrm>
              <a:off x="9063622" y="4495872"/>
              <a:ext cx="1951540" cy="369332"/>
              <a:chOff x="5793989" y="4428721"/>
              <a:chExt cx="1951540" cy="369332"/>
            </a:xfrm>
          </p:grpSpPr>
          <p:sp>
            <p:nvSpPr>
              <p:cNvPr id="136" name="Oval 135">
                <a:extLst>
                  <a:ext uri="{FF2B5EF4-FFF2-40B4-BE49-F238E27FC236}">
                    <a16:creationId xmlns:a16="http://schemas.microsoft.com/office/drawing/2014/main" id="{96D570CB-9AD5-46E7-A1D8-FF90ED354312}"/>
                  </a:ext>
                </a:extLst>
              </p:cNvPr>
              <p:cNvSpPr/>
              <p:nvPr/>
            </p:nvSpPr>
            <p:spPr>
              <a:xfrm>
                <a:off x="5793989" y="447891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X</a:t>
                </a:r>
                <a:endParaRPr lang="en-US" dirty="0"/>
              </a:p>
            </p:txBody>
          </p:sp>
          <p:sp>
            <p:nvSpPr>
              <p:cNvPr id="137" name="TextBox 136">
                <a:extLst>
                  <a:ext uri="{FF2B5EF4-FFF2-40B4-BE49-F238E27FC236}">
                    <a16:creationId xmlns:a16="http://schemas.microsoft.com/office/drawing/2014/main" id="{6884A116-07A5-4487-B11C-D503B3CD996B}"/>
                  </a:ext>
                </a:extLst>
              </p:cNvPr>
              <p:cNvSpPr txBox="1"/>
              <p:nvPr/>
            </p:nvSpPr>
            <p:spPr>
              <a:xfrm>
                <a:off x="6060452" y="4428721"/>
                <a:ext cx="1685077" cy="369332"/>
              </a:xfrm>
              <a:prstGeom prst="rect">
                <a:avLst/>
              </a:prstGeom>
              <a:noFill/>
            </p:spPr>
            <p:txBody>
              <a:bodyPr wrap="none" rtlCol="0">
                <a:spAutoFit/>
              </a:bodyPr>
              <a:lstStyle/>
              <a:p>
                <a:r>
                  <a:rPr lang="en-US" dirty="0"/>
                  <a:t>Regular vertex</a:t>
                </a:r>
              </a:p>
            </p:txBody>
          </p:sp>
        </p:grpSp>
        <p:grpSp>
          <p:nvGrpSpPr>
            <p:cNvPr id="130" name="Group 129">
              <a:extLst>
                <a:ext uri="{FF2B5EF4-FFF2-40B4-BE49-F238E27FC236}">
                  <a16:creationId xmlns:a16="http://schemas.microsoft.com/office/drawing/2014/main" id="{22BD9A63-4B0E-42AA-8911-64A002869876}"/>
                </a:ext>
              </a:extLst>
            </p:cNvPr>
            <p:cNvGrpSpPr/>
            <p:nvPr/>
          </p:nvGrpSpPr>
          <p:grpSpPr>
            <a:xfrm>
              <a:off x="9063622" y="4959034"/>
              <a:ext cx="2977526" cy="369332"/>
              <a:chOff x="5793989" y="4891883"/>
              <a:chExt cx="2977526" cy="369332"/>
            </a:xfrm>
          </p:grpSpPr>
          <p:sp>
            <p:nvSpPr>
              <p:cNvPr id="134" name="Oval 133">
                <a:extLst>
                  <a:ext uri="{FF2B5EF4-FFF2-40B4-BE49-F238E27FC236}">
                    <a16:creationId xmlns:a16="http://schemas.microsoft.com/office/drawing/2014/main" id="{817B9C89-5ECC-4077-AD52-216CBA748887}"/>
                  </a:ext>
                </a:extLst>
              </p:cNvPr>
              <p:cNvSpPr/>
              <p:nvPr/>
            </p:nvSpPr>
            <p:spPr>
              <a:xfrm>
                <a:off x="5793989" y="4942079"/>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sp>
            <p:nvSpPr>
              <p:cNvPr id="135" name="TextBox 134">
                <a:extLst>
                  <a:ext uri="{FF2B5EF4-FFF2-40B4-BE49-F238E27FC236}">
                    <a16:creationId xmlns:a16="http://schemas.microsoft.com/office/drawing/2014/main" id="{C4B5BD52-DD86-4E0D-8EF2-B7F3212A5D63}"/>
                  </a:ext>
                </a:extLst>
              </p:cNvPr>
              <p:cNvSpPr txBox="1"/>
              <p:nvPr/>
            </p:nvSpPr>
            <p:spPr>
              <a:xfrm>
                <a:off x="6060452" y="4891883"/>
                <a:ext cx="2711063" cy="369332"/>
              </a:xfrm>
              <a:prstGeom prst="rect">
                <a:avLst/>
              </a:prstGeom>
              <a:noFill/>
            </p:spPr>
            <p:txBody>
              <a:bodyPr wrap="none" rtlCol="0">
                <a:spAutoFit/>
              </a:bodyPr>
              <a:lstStyle/>
              <a:p>
                <a:r>
                  <a:rPr lang="en-US" dirty="0"/>
                  <a:t>Interface Element Vertex</a:t>
                </a:r>
              </a:p>
            </p:txBody>
          </p:sp>
        </p:grpSp>
        <p:grpSp>
          <p:nvGrpSpPr>
            <p:cNvPr id="131" name="Group 130">
              <a:extLst>
                <a:ext uri="{FF2B5EF4-FFF2-40B4-BE49-F238E27FC236}">
                  <a16:creationId xmlns:a16="http://schemas.microsoft.com/office/drawing/2014/main" id="{45F7203A-AB4C-46B0-B45A-7F8290805208}"/>
                </a:ext>
              </a:extLst>
            </p:cNvPr>
            <p:cNvGrpSpPr/>
            <p:nvPr/>
          </p:nvGrpSpPr>
          <p:grpSpPr>
            <a:xfrm>
              <a:off x="9063622" y="5468598"/>
              <a:ext cx="1951540" cy="369332"/>
              <a:chOff x="5793989" y="5411274"/>
              <a:chExt cx="1951540" cy="369332"/>
            </a:xfrm>
          </p:grpSpPr>
          <p:sp>
            <p:nvSpPr>
              <p:cNvPr id="132" name="Oval 131">
                <a:extLst>
                  <a:ext uri="{FF2B5EF4-FFF2-40B4-BE49-F238E27FC236}">
                    <a16:creationId xmlns:a16="http://schemas.microsoft.com/office/drawing/2014/main" id="{317466B4-104B-4EDB-BFB1-7CA5FC26121E}"/>
                  </a:ext>
                </a:extLst>
              </p:cNvPr>
              <p:cNvSpPr/>
              <p:nvPr/>
            </p:nvSpPr>
            <p:spPr>
              <a:xfrm>
                <a:off x="5793989" y="5461470"/>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sp>
            <p:nvSpPr>
              <p:cNvPr id="133" name="TextBox 132">
                <a:extLst>
                  <a:ext uri="{FF2B5EF4-FFF2-40B4-BE49-F238E27FC236}">
                    <a16:creationId xmlns:a16="http://schemas.microsoft.com/office/drawing/2014/main" id="{F193CB36-8669-495E-9824-7C013274B110}"/>
                  </a:ext>
                </a:extLst>
              </p:cNvPr>
              <p:cNvSpPr txBox="1"/>
              <p:nvPr/>
            </p:nvSpPr>
            <p:spPr>
              <a:xfrm>
                <a:off x="6060452" y="5411274"/>
                <a:ext cx="1685077" cy="369332"/>
              </a:xfrm>
              <a:prstGeom prst="rect">
                <a:avLst/>
              </a:prstGeom>
              <a:noFill/>
            </p:spPr>
            <p:txBody>
              <a:bodyPr wrap="none" rtlCol="0">
                <a:spAutoFit/>
              </a:bodyPr>
              <a:lstStyle/>
              <a:p>
                <a:r>
                  <a:rPr lang="en-US" dirty="0"/>
                  <a:t>Collapse Edge</a:t>
                </a:r>
              </a:p>
            </p:txBody>
          </p:sp>
        </p:grpSp>
      </p:grpSp>
      <p:sp>
        <p:nvSpPr>
          <p:cNvPr id="3" name="Freeform: Shape 2">
            <a:extLst>
              <a:ext uri="{FF2B5EF4-FFF2-40B4-BE49-F238E27FC236}">
                <a16:creationId xmlns:a16="http://schemas.microsoft.com/office/drawing/2014/main" id="{F0CF0035-77BE-41F8-96B9-F0A019030BC3}"/>
              </a:ext>
            </a:extLst>
          </p:cNvPr>
          <p:cNvSpPr/>
          <p:nvPr/>
        </p:nvSpPr>
        <p:spPr>
          <a:xfrm>
            <a:off x="2730500" y="2108200"/>
            <a:ext cx="2332038" cy="470694"/>
          </a:xfrm>
          <a:custGeom>
            <a:avLst/>
            <a:gdLst>
              <a:gd name="connsiteX0" fmla="*/ 501650 w 2317750"/>
              <a:gd name="connsiteY0" fmla="*/ 0 h 368300"/>
              <a:gd name="connsiteX1" fmla="*/ 2317750 w 2317750"/>
              <a:gd name="connsiteY1" fmla="*/ 365125 h 368300"/>
              <a:gd name="connsiteX2" fmla="*/ 0 w 2317750"/>
              <a:gd name="connsiteY2" fmla="*/ 368300 h 368300"/>
              <a:gd name="connsiteX3" fmla="*/ 501650 w 2317750"/>
              <a:gd name="connsiteY3" fmla="*/ 0 h 368300"/>
              <a:gd name="connsiteX0" fmla="*/ 501650 w 2317750"/>
              <a:gd name="connsiteY0" fmla="*/ 0 h 368300"/>
              <a:gd name="connsiteX1" fmla="*/ 2317750 w 2317750"/>
              <a:gd name="connsiteY1" fmla="*/ 365125 h 368300"/>
              <a:gd name="connsiteX2" fmla="*/ 0 w 2317750"/>
              <a:gd name="connsiteY2" fmla="*/ 368300 h 368300"/>
              <a:gd name="connsiteX3" fmla="*/ 501650 w 2317750"/>
              <a:gd name="connsiteY3" fmla="*/ 0 h 368300"/>
              <a:gd name="connsiteX0" fmla="*/ 501650 w 2317750"/>
              <a:gd name="connsiteY0" fmla="*/ 0 h 375444"/>
              <a:gd name="connsiteX1" fmla="*/ 2317750 w 2317750"/>
              <a:gd name="connsiteY1" fmla="*/ 365125 h 375444"/>
              <a:gd name="connsiteX2" fmla="*/ 0 w 2317750"/>
              <a:gd name="connsiteY2" fmla="*/ 375444 h 375444"/>
              <a:gd name="connsiteX3" fmla="*/ 501650 w 2317750"/>
              <a:gd name="connsiteY3" fmla="*/ 0 h 375444"/>
              <a:gd name="connsiteX0" fmla="*/ 501650 w 2332038"/>
              <a:gd name="connsiteY0" fmla="*/ 0 h 375444"/>
              <a:gd name="connsiteX1" fmla="*/ 2332038 w 2332038"/>
              <a:gd name="connsiteY1" fmla="*/ 374650 h 375444"/>
              <a:gd name="connsiteX2" fmla="*/ 0 w 2332038"/>
              <a:gd name="connsiteY2" fmla="*/ 375444 h 375444"/>
              <a:gd name="connsiteX3" fmla="*/ 501650 w 2332038"/>
              <a:gd name="connsiteY3" fmla="*/ 0 h 375444"/>
              <a:gd name="connsiteX0" fmla="*/ 623094 w 2332038"/>
              <a:gd name="connsiteY0" fmla="*/ 0 h 470694"/>
              <a:gd name="connsiteX1" fmla="*/ 2332038 w 2332038"/>
              <a:gd name="connsiteY1" fmla="*/ 469900 h 470694"/>
              <a:gd name="connsiteX2" fmla="*/ 0 w 2332038"/>
              <a:gd name="connsiteY2" fmla="*/ 470694 h 470694"/>
              <a:gd name="connsiteX3" fmla="*/ 623094 w 2332038"/>
              <a:gd name="connsiteY3" fmla="*/ 0 h 470694"/>
            </a:gdLst>
            <a:ahLst/>
            <a:cxnLst>
              <a:cxn ang="0">
                <a:pos x="connsiteX0" y="connsiteY0"/>
              </a:cxn>
              <a:cxn ang="0">
                <a:pos x="connsiteX1" y="connsiteY1"/>
              </a:cxn>
              <a:cxn ang="0">
                <a:pos x="connsiteX2" y="connsiteY2"/>
              </a:cxn>
              <a:cxn ang="0">
                <a:pos x="connsiteX3" y="connsiteY3"/>
              </a:cxn>
            </a:cxnLst>
            <a:rect l="l" t="t" r="r" b="b"/>
            <a:pathLst>
              <a:path w="2332038" h="470694">
                <a:moveTo>
                  <a:pt x="623094" y="0"/>
                </a:moveTo>
                <a:lnTo>
                  <a:pt x="2332038" y="469900"/>
                </a:lnTo>
                <a:lnTo>
                  <a:pt x="0" y="470694"/>
                </a:lnTo>
                <a:lnTo>
                  <a:pt x="623094"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04" name="Oval 303">
            <a:extLst>
              <a:ext uri="{FF2B5EF4-FFF2-40B4-BE49-F238E27FC236}">
                <a16:creationId xmlns:a16="http://schemas.microsoft.com/office/drawing/2014/main" id="{873F9854-E082-4082-9F1D-E8B100BDAC05}"/>
              </a:ext>
            </a:extLst>
          </p:cNvPr>
          <p:cNvSpPr/>
          <p:nvPr/>
        </p:nvSpPr>
        <p:spPr>
          <a:xfrm>
            <a:off x="4885294" y="2405335"/>
            <a:ext cx="352122" cy="352122"/>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L</a:t>
            </a:r>
            <a:endParaRPr lang="en-US" dirty="0">
              <a:solidFill>
                <a:schemeClr val="accent6"/>
              </a:solidFill>
            </a:endParaRPr>
          </a:p>
        </p:txBody>
      </p:sp>
      <p:sp>
        <p:nvSpPr>
          <p:cNvPr id="127" name="Oval 126">
            <a:extLst>
              <a:ext uri="{FF2B5EF4-FFF2-40B4-BE49-F238E27FC236}">
                <a16:creationId xmlns:a16="http://schemas.microsoft.com/office/drawing/2014/main" id="{67A1B56D-8F01-4230-8937-D9F688EC4F8B}"/>
              </a:ext>
            </a:extLst>
          </p:cNvPr>
          <p:cNvSpPr/>
          <p:nvPr/>
        </p:nvSpPr>
        <p:spPr>
          <a:xfrm>
            <a:off x="3175381" y="190956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V</a:t>
            </a:r>
            <a:endParaRPr lang="en-US" dirty="0">
              <a:solidFill>
                <a:schemeClr val="accent6"/>
              </a:solidFill>
            </a:endParaRPr>
          </a:p>
        </p:txBody>
      </p:sp>
      <p:cxnSp>
        <p:nvCxnSpPr>
          <p:cNvPr id="138" name="Straight Arrow Connector 137">
            <a:extLst>
              <a:ext uri="{FF2B5EF4-FFF2-40B4-BE49-F238E27FC236}">
                <a16:creationId xmlns:a16="http://schemas.microsoft.com/office/drawing/2014/main" id="{B0769048-E83B-42C0-A540-3F580847A228}"/>
              </a:ext>
            </a:extLst>
          </p:cNvPr>
          <p:cNvCxnSpPr>
            <a:cxnSpLocks/>
          </p:cNvCxnSpPr>
          <p:nvPr/>
        </p:nvCxnSpPr>
        <p:spPr>
          <a:xfrm rot="8760000" flipH="1">
            <a:off x="2930220" y="2278845"/>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9" name="Straight Arrow Connector 138">
            <a:extLst>
              <a:ext uri="{FF2B5EF4-FFF2-40B4-BE49-F238E27FC236}">
                <a16:creationId xmlns:a16="http://schemas.microsoft.com/office/drawing/2014/main" id="{BE00E4BA-EB50-438A-98F1-02A743DF3D3A}"/>
              </a:ext>
            </a:extLst>
          </p:cNvPr>
          <p:cNvCxnSpPr>
            <a:cxnSpLocks/>
          </p:cNvCxnSpPr>
          <p:nvPr/>
        </p:nvCxnSpPr>
        <p:spPr>
          <a:xfrm rot="4680000" flipV="1">
            <a:off x="2977066" y="1418390"/>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0" name="Straight Arrow Connector 139">
            <a:extLst>
              <a:ext uri="{FF2B5EF4-FFF2-40B4-BE49-F238E27FC236}">
                <a16:creationId xmlns:a16="http://schemas.microsoft.com/office/drawing/2014/main" id="{161CE13B-8C2B-41ED-8D35-D7E01DC65B2D}"/>
              </a:ext>
            </a:extLst>
          </p:cNvPr>
          <p:cNvCxnSpPr>
            <a:cxnSpLocks/>
          </p:cNvCxnSpPr>
          <p:nvPr/>
        </p:nvCxnSpPr>
        <p:spPr>
          <a:xfrm rot="19560000" flipH="1">
            <a:off x="2983900" y="2392292"/>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1" name="Straight Arrow Connector 140">
            <a:extLst>
              <a:ext uri="{FF2B5EF4-FFF2-40B4-BE49-F238E27FC236}">
                <a16:creationId xmlns:a16="http://schemas.microsoft.com/office/drawing/2014/main" id="{EF6769F9-44E9-4FB3-9F44-FA166E264CD9}"/>
              </a:ext>
            </a:extLst>
          </p:cNvPr>
          <p:cNvCxnSpPr>
            <a:cxnSpLocks/>
          </p:cNvCxnSpPr>
          <p:nvPr/>
        </p:nvCxnSpPr>
        <p:spPr>
          <a:xfrm flipV="1">
            <a:off x="3610621" y="2523955"/>
            <a:ext cx="37490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2" name="Straight Arrow Connector 141">
            <a:extLst>
              <a:ext uri="{FF2B5EF4-FFF2-40B4-BE49-F238E27FC236}">
                <a16:creationId xmlns:a16="http://schemas.microsoft.com/office/drawing/2014/main" id="{14DF4CC4-22E4-4D7C-96E1-2A073067C3D3}"/>
              </a:ext>
            </a:extLst>
          </p:cNvPr>
          <p:cNvCxnSpPr>
            <a:cxnSpLocks noChangeAspect="1"/>
          </p:cNvCxnSpPr>
          <p:nvPr/>
        </p:nvCxnSpPr>
        <p:spPr>
          <a:xfrm rot="240000" flipH="1" flipV="1">
            <a:off x="3779777" y="2293402"/>
            <a:ext cx="377822" cy="731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3" name="Straight Arrow Connector 142">
            <a:extLst>
              <a:ext uri="{FF2B5EF4-FFF2-40B4-BE49-F238E27FC236}">
                <a16:creationId xmlns:a16="http://schemas.microsoft.com/office/drawing/2014/main" id="{7250F51B-E421-441D-B373-EC408E4513EB}"/>
              </a:ext>
            </a:extLst>
          </p:cNvPr>
          <p:cNvCxnSpPr>
            <a:cxnSpLocks noChangeAspect="1"/>
          </p:cNvCxnSpPr>
          <p:nvPr/>
        </p:nvCxnSpPr>
        <p:spPr>
          <a:xfrm rot="11040000" flipH="1" flipV="1">
            <a:off x="3855017" y="2213261"/>
            <a:ext cx="377822" cy="731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4" name="Rectangle 116">
            <a:extLst>
              <a:ext uri="{FF2B5EF4-FFF2-40B4-BE49-F238E27FC236}">
                <a16:creationId xmlns:a16="http://schemas.microsoft.com/office/drawing/2014/main" id="{74BCF242-26F5-493B-9954-13A77658EF55}"/>
              </a:ext>
            </a:extLst>
          </p:cNvPr>
          <p:cNvSpPr/>
          <p:nvPr/>
        </p:nvSpPr>
        <p:spPr>
          <a:xfrm rot="10800000">
            <a:off x="4747192" y="4411166"/>
            <a:ext cx="658076" cy="1833882"/>
          </a:xfrm>
          <a:custGeom>
            <a:avLst/>
            <a:gdLst>
              <a:gd name="connsiteX0" fmla="*/ 0 w 115151"/>
              <a:gd name="connsiteY0" fmla="*/ 0 h 1833882"/>
              <a:gd name="connsiteX1" fmla="*/ 115151 w 115151"/>
              <a:gd name="connsiteY1" fmla="*/ 0 h 1833882"/>
              <a:gd name="connsiteX2" fmla="*/ 115151 w 115151"/>
              <a:gd name="connsiteY2" fmla="*/ 1833882 h 1833882"/>
              <a:gd name="connsiteX3" fmla="*/ 0 w 115151"/>
              <a:gd name="connsiteY3" fmla="*/ 1833882 h 1833882"/>
              <a:gd name="connsiteX4" fmla="*/ 0 w 115151"/>
              <a:gd name="connsiteY4" fmla="*/ 0 h 1833882"/>
              <a:gd name="connsiteX0" fmla="*/ 0 w 251676"/>
              <a:gd name="connsiteY0" fmla="*/ 0 h 1833882"/>
              <a:gd name="connsiteX1" fmla="*/ 251676 w 251676"/>
              <a:gd name="connsiteY1" fmla="*/ 0 h 1833882"/>
              <a:gd name="connsiteX2" fmla="*/ 115151 w 251676"/>
              <a:gd name="connsiteY2" fmla="*/ 1833882 h 1833882"/>
              <a:gd name="connsiteX3" fmla="*/ 0 w 251676"/>
              <a:gd name="connsiteY3" fmla="*/ 1833882 h 1833882"/>
              <a:gd name="connsiteX4" fmla="*/ 0 w 251676"/>
              <a:gd name="connsiteY4" fmla="*/ 0 h 1833882"/>
              <a:gd name="connsiteX0" fmla="*/ 0 w 442176"/>
              <a:gd name="connsiteY0" fmla="*/ 0 h 1833882"/>
              <a:gd name="connsiteX1" fmla="*/ 442176 w 442176"/>
              <a:gd name="connsiteY1" fmla="*/ 0 h 1833882"/>
              <a:gd name="connsiteX2" fmla="*/ 305651 w 442176"/>
              <a:gd name="connsiteY2" fmla="*/ 1833882 h 1833882"/>
              <a:gd name="connsiteX3" fmla="*/ 190500 w 442176"/>
              <a:gd name="connsiteY3" fmla="*/ 1833882 h 1833882"/>
              <a:gd name="connsiteX4" fmla="*/ 0 w 442176"/>
              <a:gd name="connsiteY4" fmla="*/ 0 h 1833882"/>
              <a:gd name="connsiteX0" fmla="*/ 0 w 527901"/>
              <a:gd name="connsiteY0" fmla="*/ 0 h 1837057"/>
              <a:gd name="connsiteX1" fmla="*/ 527901 w 527901"/>
              <a:gd name="connsiteY1" fmla="*/ 3175 h 1837057"/>
              <a:gd name="connsiteX2" fmla="*/ 391376 w 527901"/>
              <a:gd name="connsiteY2" fmla="*/ 1837057 h 1837057"/>
              <a:gd name="connsiteX3" fmla="*/ 276225 w 527901"/>
              <a:gd name="connsiteY3" fmla="*/ 1837057 h 1837057"/>
              <a:gd name="connsiteX4" fmla="*/ 0 w 527901"/>
              <a:gd name="connsiteY4" fmla="*/ 0 h 1837057"/>
              <a:gd name="connsiteX0" fmla="*/ 0 w 645376"/>
              <a:gd name="connsiteY0" fmla="*/ 3175 h 1840232"/>
              <a:gd name="connsiteX1" fmla="*/ 645376 w 645376"/>
              <a:gd name="connsiteY1" fmla="*/ 0 h 1840232"/>
              <a:gd name="connsiteX2" fmla="*/ 391376 w 645376"/>
              <a:gd name="connsiteY2" fmla="*/ 1840232 h 1840232"/>
              <a:gd name="connsiteX3" fmla="*/ 276225 w 645376"/>
              <a:gd name="connsiteY3" fmla="*/ 1840232 h 1840232"/>
              <a:gd name="connsiteX4" fmla="*/ 0 w 645376"/>
              <a:gd name="connsiteY4" fmla="*/ 3175 h 1840232"/>
              <a:gd name="connsiteX0" fmla="*/ 0 w 654901"/>
              <a:gd name="connsiteY0" fmla="*/ 0 h 1837057"/>
              <a:gd name="connsiteX1" fmla="*/ 654901 w 654901"/>
              <a:gd name="connsiteY1" fmla="*/ 3175 h 1837057"/>
              <a:gd name="connsiteX2" fmla="*/ 391376 w 654901"/>
              <a:gd name="connsiteY2" fmla="*/ 1837057 h 1837057"/>
              <a:gd name="connsiteX3" fmla="*/ 276225 w 654901"/>
              <a:gd name="connsiteY3" fmla="*/ 1837057 h 1837057"/>
              <a:gd name="connsiteX4" fmla="*/ 0 w 654901"/>
              <a:gd name="connsiteY4" fmla="*/ 0 h 1837057"/>
              <a:gd name="connsiteX0" fmla="*/ 0 w 658076"/>
              <a:gd name="connsiteY0" fmla="*/ 0 h 1833882"/>
              <a:gd name="connsiteX1" fmla="*/ 658076 w 658076"/>
              <a:gd name="connsiteY1" fmla="*/ 0 h 1833882"/>
              <a:gd name="connsiteX2" fmla="*/ 394551 w 658076"/>
              <a:gd name="connsiteY2" fmla="*/ 1833882 h 1833882"/>
              <a:gd name="connsiteX3" fmla="*/ 279400 w 658076"/>
              <a:gd name="connsiteY3" fmla="*/ 1833882 h 1833882"/>
              <a:gd name="connsiteX4" fmla="*/ 0 w 658076"/>
              <a:gd name="connsiteY4" fmla="*/ 0 h 18338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8076" h="1833882">
                <a:moveTo>
                  <a:pt x="0" y="0"/>
                </a:moveTo>
                <a:lnTo>
                  <a:pt x="658076" y="0"/>
                </a:lnTo>
                <a:lnTo>
                  <a:pt x="394551" y="1833882"/>
                </a:lnTo>
                <a:lnTo>
                  <a:pt x="279400" y="1833882"/>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solidFill>
                <a:schemeClr val="bg1"/>
              </a:solidFill>
            </a:endParaRPr>
          </a:p>
        </p:txBody>
      </p:sp>
      <p:sp>
        <p:nvSpPr>
          <p:cNvPr id="299" name="Oval 298">
            <a:extLst>
              <a:ext uri="{FF2B5EF4-FFF2-40B4-BE49-F238E27FC236}">
                <a16:creationId xmlns:a16="http://schemas.microsoft.com/office/drawing/2014/main" id="{6490FEBE-9AB0-4AD8-AE43-8E33920E4F89}"/>
              </a:ext>
            </a:extLst>
          </p:cNvPr>
          <p:cNvSpPr/>
          <p:nvPr/>
        </p:nvSpPr>
        <p:spPr>
          <a:xfrm>
            <a:off x="4880669" y="4238259"/>
            <a:ext cx="352122" cy="352122"/>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G</a:t>
            </a:r>
            <a:endParaRPr lang="en-US" dirty="0">
              <a:solidFill>
                <a:schemeClr val="accent6"/>
              </a:solidFill>
            </a:endParaRPr>
          </a:p>
        </p:txBody>
      </p:sp>
      <p:sp>
        <p:nvSpPr>
          <p:cNvPr id="295" name="Oval 294">
            <a:extLst>
              <a:ext uri="{FF2B5EF4-FFF2-40B4-BE49-F238E27FC236}">
                <a16:creationId xmlns:a16="http://schemas.microsoft.com/office/drawing/2014/main" id="{E997ED73-D3C0-41B5-A7D6-45EBCAE17432}"/>
              </a:ext>
            </a:extLst>
          </p:cNvPr>
          <p:cNvSpPr/>
          <p:nvPr/>
        </p:nvSpPr>
        <p:spPr>
          <a:xfrm>
            <a:off x="5220631" y="606462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C</a:t>
            </a:r>
            <a:endParaRPr lang="en-US" dirty="0">
              <a:solidFill>
                <a:schemeClr val="accent6"/>
              </a:solidFill>
            </a:endParaRPr>
          </a:p>
        </p:txBody>
      </p:sp>
      <p:sp>
        <p:nvSpPr>
          <p:cNvPr id="145" name="Oval 144">
            <a:extLst>
              <a:ext uri="{FF2B5EF4-FFF2-40B4-BE49-F238E27FC236}">
                <a16:creationId xmlns:a16="http://schemas.microsoft.com/office/drawing/2014/main" id="{3166C6E9-B363-4853-87E4-3408682BDA67}"/>
              </a:ext>
            </a:extLst>
          </p:cNvPr>
          <p:cNvSpPr/>
          <p:nvPr/>
        </p:nvSpPr>
        <p:spPr>
          <a:xfrm>
            <a:off x="4521113" y="606462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cxnSp>
        <p:nvCxnSpPr>
          <p:cNvPr id="146" name="Straight Arrow Connector 145">
            <a:extLst>
              <a:ext uri="{FF2B5EF4-FFF2-40B4-BE49-F238E27FC236}">
                <a16:creationId xmlns:a16="http://schemas.microsoft.com/office/drawing/2014/main" id="{920B0B40-82B8-4B06-822B-19E9D990A3D0}"/>
              </a:ext>
            </a:extLst>
          </p:cNvPr>
          <p:cNvCxnSpPr>
            <a:cxnSpLocks/>
          </p:cNvCxnSpPr>
          <p:nvPr/>
        </p:nvCxnSpPr>
        <p:spPr>
          <a:xfrm rot="10800000" flipH="1">
            <a:off x="4964889" y="6175634"/>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8" name="Straight Arrow Connector 147">
            <a:extLst>
              <a:ext uri="{FF2B5EF4-FFF2-40B4-BE49-F238E27FC236}">
                <a16:creationId xmlns:a16="http://schemas.microsoft.com/office/drawing/2014/main" id="{BD1A0C40-71C8-47FD-B86F-71F2DEFCCAB8}"/>
              </a:ext>
            </a:extLst>
          </p:cNvPr>
          <p:cNvCxnSpPr>
            <a:cxnSpLocks/>
          </p:cNvCxnSpPr>
          <p:nvPr/>
        </p:nvCxnSpPr>
        <p:spPr>
          <a:xfrm rot="15600000" flipV="1">
            <a:off x="4919688" y="530104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9" name="Straight Arrow Connector 148">
            <a:extLst>
              <a:ext uri="{FF2B5EF4-FFF2-40B4-BE49-F238E27FC236}">
                <a16:creationId xmlns:a16="http://schemas.microsoft.com/office/drawing/2014/main" id="{0FBBD423-B321-4845-8A7B-8E7D2AB63E51}"/>
              </a:ext>
            </a:extLst>
          </p:cNvPr>
          <p:cNvCxnSpPr>
            <a:cxnSpLocks/>
          </p:cNvCxnSpPr>
          <p:nvPr/>
        </p:nvCxnSpPr>
        <p:spPr>
          <a:xfrm rot="5880000" flipV="1">
            <a:off x="4661011" y="528688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1" name="Straight Arrow Connector 150">
            <a:extLst>
              <a:ext uri="{FF2B5EF4-FFF2-40B4-BE49-F238E27FC236}">
                <a16:creationId xmlns:a16="http://schemas.microsoft.com/office/drawing/2014/main" id="{79E8AE7E-35A0-4DFE-9404-3AB15284ACD9}"/>
              </a:ext>
            </a:extLst>
          </p:cNvPr>
          <p:cNvCxnSpPr>
            <a:cxnSpLocks/>
          </p:cNvCxnSpPr>
          <p:nvPr/>
        </p:nvCxnSpPr>
        <p:spPr>
          <a:xfrm rot="5400000" flipV="1">
            <a:off x="7253802" y="3612041"/>
            <a:ext cx="3657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2" name="Straight Arrow Connector 151">
            <a:extLst>
              <a:ext uri="{FF2B5EF4-FFF2-40B4-BE49-F238E27FC236}">
                <a16:creationId xmlns:a16="http://schemas.microsoft.com/office/drawing/2014/main" id="{5E68CBEB-1C24-4919-B012-A4F7D5A32FCF}"/>
              </a:ext>
            </a:extLst>
          </p:cNvPr>
          <p:cNvCxnSpPr>
            <a:cxnSpLocks/>
          </p:cNvCxnSpPr>
          <p:nvPr/>
        </p:nvCxnSpPr>
        <p:spPr>
          <a:xfrm rot="10800000" flipH="1">
            <a:off x="7545184" y="4315205"/>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3" name="Rectangle 152">
            <a:extLst>
              <a:ext uri="{FF2B5EF4-FFF2-40B4-BE49-F238E27FC236}">
                <a16:creationId xmlns:a16="http://schemas.microsoft.com/office/drawing/2014/main" id="{1B78A846-ABD4-4D74-88BA-2B27948217DA}"/>
              </a:ext>
            </a:extLst>
          </p:cNvPr>
          <p:cNvSpPr/>
          <p:nvPr/>
        </p:nvSpPr>
        <p:spPr>
          <a:xfrm>
            <a:off x="7380780" y="2581397"/>
            <a:ext cx="490198" cy="1828412"/>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69" name="Rectangle 168">
            <a:extLst>
              <a:ext uri="{FF2B5EF4-FFF2-40B4-BE49-F238E27FC236}">
                <a16:creationId xmlns:a16="http://schemas.microsoft.com/office/drawing/2014/main" id="{93F820B5-4DE1-4CBB-8378-FD472BC84F30}"/>
              </a:ext>
            </a:extLst>
          </p:cNvPr>
          <p:cNvSpPr/>
          <p:nvPr/>
        </p:nvSpPr>
        <p:spPr>
          <a:xfrm>
            <a:off x="7384176" y="746473"/>
            <a:ext cx="490198" cy="1828412"/>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00" name="Oval 299">
            <a:extLst>
              <a:ext uri="{FF2B5EF4-FFF2-40B4-BE49-F238E27FC236}">
                <a16:creationId xmlns:a16="http://schemas.microsoft.com/office/drawing/2014/main" id="{F1D59075-0218-4F2D-8875-3BBF8730CCB5}"/>
              </a:ext>
            </a:extLst>
          </p:cNvPr>
          <p:cNvSpPr/>
          <p:nvPr/>
        </p:nvSpPr>
        <p:spPr>
          <a:xfrm>
            <a:off x="7212108" y="4229006"/>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H</a:t>
            </a:r>
            <a:endParaRPr lang="en-US" dirty="0">
              <a:solidFill>
                <a:schemeClr val="accent6"/>
              </a:solidFill>
            </a:endParaRPr>
          </a:p>
        </p:txBody>
      </p:sp>
      <p:sp>
        <p:nvSpPr>
          <p:cNvPr id="150" name="Oval 149">
            <a:extLst>
              <a:ext uri="{FF2B5EF4-FFF2-40B4-BE49-F238E27FC236}">
                <a16:creationId xmlns:a16="http://schemas.microsoft.com/office/drawing/2014/main" id="{06764432-83D0-4EB5-83B6-52D8364AAAA7}"/>
              </a:ext>
            </a:extLst>
          </p:cNvPr>
          <p:cNvSpPr/>
          <p:nvPr/>
        </p:nvSpPr>
        <p:spPr>
          <a:xfrm>
            <a:off x="7697946" y="423583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W</a:t>
            </a:r>
            <a:endParaRPr lang="en-US" dirty="0">
              <a:solidFill>
                <a:schemeClr val="accent6"/>
              </a:solidFill>
            </a:endParaRPr>
          </a:p>
        </p:txBody>
      </p:sp>
      <p:sp>
        <p:nvSpPr>
          <p:cNvPr id="305" name="Oval 304">
            <a:extLst>
              <a:ext uri="{FF2B5EF4-FFF2-40B4-BE49-F238E27FC236}">
                <a16:creationId xmlns:a16="http://schemas.microsoft.com/office/drawing/2014/main" id="{4A8BBCCD-B5BF-48DD-8126-A474AB04C35A}"/>
              </a:ext>
            </a:extLst>
          </p:cNvPr>
          <p:cNvSpPr/>
          <p:nvPr/>
        </p:nvSpPr>
        <p:spPr>
          <a:xfrm>
            <a:off x="7211823" y="2400556"/>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M</a:t>
            </a:r>
            <a:endParaRPr lang="en-US" dirty="0">
              <a:solidFill>
                <a:schemeClr val="accent6"/>
              </a:solidFill>
            </a:endParaRPr>
          </a:p>
        </p:txBody>
      </p:sp>
      <p:sp>
        <p:nvSpPr>
          <p:cNvPr id="170" name="Oval 169">
            <a:extLst>
              <a:ext uri="{FF2B5EF4-FFF2-40B4-BE49-F238E27FC236}">
                <a16:creationId xmlns:a16="http://schemas.microsoft.com/office/drawing/2014/main" id="{E7F3F1E6-7842-4DBF-93BE-E2D74FE936CD}"/>
              </a:ext>
            </a:extLst>
          </p:cNvPr>
          <p:cNvSpPr/>
          <p:nvPr/>
        </p:nvSpPr>
        <p:spPr>
          <a:xfrm>
            <a:off x="7703072" y="2407566"/>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1</a:t>
            </a:r>
            <a:endParaRPr lang="en-US" dirty="0">
              <a:solidFill>
                <a:schemeClr val="accent6"/>
              </a:solidFill>
            </a:endParaRPr>
          </a:p>
        </p:txBody>
      </p:sp>
      <p:sp>
        <p:nvSpPr>
          <p:cNvPr id="310" name="Oval 309">
            <a:extLst>
              <a:ext uri="{FF2B5EF4-FFF2-40B4-BE49-F238E27FC236}">
                <a16:creationId xmlns:a16="http://schemas.microsoft.com/office/drawing/2014/main" id="{C3D66646-F891-415E-9B93-C259E4A46E28}"/>
              </a:ext>
            </a:extLst>
          </p:cNvPr>
          <p:cNvSpPr/>
          <p:nvPr/>
        </p:nvSpPr>
        <p:spPr>
          <a:xfrm>
            <a:off x="7211823" y="5759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S</a:t>
            </a:r>
            <a:endParaRPr lang="en-US" dirty="0">
              <a:solidFill>
                <a:schemeClr val="accent6"/>
              </a:solidFill>
            </a:endParaRPr>
          </a:p>
        </p:txBody>
      </p:sp>
      <p:sp>
        <p:nvSpPr>
          <p:cNvPr id="171" name="Oval 170">
            <a:extLst>
              <a:ext uri="{FF2B5EF4-FFF2-40B4-BE49-F238E27FC236}">
                <a16:creationId xmlns:a16="http://schemas.microsoft.com/office/drawing/2014/main" id="{29D7F294-9E84-483C-BE9D-AED562153462}"/>
              </a:ext>
            </a:extLst>
          </p:cNvPr>
          <p:cNvSpPr/>
          <p:nvPr/>
        </p:nvSpPr>
        <p:spPr>
          <a:xfrm>
            <a:off x="7697858" y="569575"/>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Z</a:t>
            </a:r>
            <a:endParaRPr lang="en-US" dirty="0">
              <a:solidFill>
                <a:schemeClr val="accent6"/>
              </a:solidFill>
            </a:endParaRPr>
          </a:p>
        </p:txBody>
      </p:sp>
      <p:cxnSp>
        <p:nvCxnSpPr>
          <p:cNvPr id="172" name="Straight Arrow Connector 171">
            <a:extLst>
              <a:ext uri="{FF2B5EF4-FFF2-40B4-BE49-F238E27FC236}">
                <a16:creationId xmlns:a16="http://schemas.microsoft.com/office/drawing/2014/main" id="{0B0F1EA2-BED1-42E9-9C51-6D2934CE2589}"/>
              </a:ext>
            </a:extLst>
          </p:cNvPr>
          <p:cNvCxnSpPr>
            <a:cxnSpLocks/>
          </p:cNvCxnSpPr>
          <p:nvPr/>
        </p:nvCxnSpPr>
        <p:spPr>
          <a:xfrm rot="16200000" flipV="1">
            <a:off x="7527739" y="347873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3" name="Straight Arrow Connector 172">
            <a:extLst>
              <a:ext uri="{FF2B5EF4-FFF2-40B4-BE49-F238E27FC236}">
                <a16:creationId xmlns:a16="http://schemas.microsoft.com/office/drawing/2014/main" id="{E1C3EE26-505E-41A7-8B8F-C806FC94E906}"/>
              </a:ext>
            </a:extLst>
          </p:cNvPr>
          <p:cNvCxnSpPr>
            <a:cxnSpLocks/>
          </p:cNvCxnSpPr>
          <p:nvPr/>
        </p:nvCxnSpPr>
        <p:spPr>
          <a:xfrm rot="5400000" flipV="1">
            <a:off x="7154166" y="3478738"/>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4" name="Straight Arrow Connector 173">
            <a:extLst>
              <a:ext uri="{FF2B5EF4-FFF2-40B4-BE49-F238E27FC236}">
                <a16:creationId xmlns:a16="http://schemas.microsoft.com/office/drawing/2014/main" id="{9271D7CE-ED87-494F-9039-8999C4F24C64}"/>
              </a:ext>
            </a:extLst>
          </p:cNvPr>
          <p:cNvCxnSpPr>
            <a:cxnSpLocks/>
          </p:cNvCxnSpPr>
          <p:nvPr/>
        </p:nvCxnSpPr>
        <p:spPr>
          <a:xfrm rot="5400000" flipV="1">
            <a:off x="7653528" y="348927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5" name="Straight Arrow Connector 174">
            <a:extLst>
              <a:ext uri="{FF2B5EF4-FFF2-40B4-BE49-F238E27FC236}">
                <a16:creationId xmlns:a16="http://schemas.microsoft.com/office/drawing/2014/main" id="{20E4EE21-555F-48A5-B1E6-8DEF8FCABC1A}"/>
              </a:ext>
            </a:extLst>
          </p:cNvPr>
          <p:cNvCxnSpPr>
            <a:cxnSpLocks/>
          </p:cNvCxnSpPr>
          <p:nvPr/>
        </p:nvCxnSpPr>
        <p:spPr>
          <a:xfrm rot="16200000" flipV="1">
            <a:off x="7530158" y="1594347"/>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 name="Straight Arrow Connector 175">
            <a:extLst>
              <a:ext uri="{FF2B5EF4-FFF2-40B4-BE49-F238E27FC236}">
                <a16:creationId xmlns:a16="http://schemas.microsoft.com/office/drawing/2014/main" id="{537BAEEB-F52B-4152-B9D9-2EFD0A8928D0}"/>
              </a:ext>
            </a:extLst>
          </p:cNvPr>
          <p:cNvCxnSpPr>
            <a:cxnSpLocks/>
          </p:cNvCxnSpPr>
          <p:nvPr/>
        </p:nvCxnSpPr>
        <p:spPr>
          <a:xfrm rot="5400000" flipV="1">
            <a:off x="7156585" y="159434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7" name="Straight Arrow Connector 176">
            <a:extLst>
              <a:ext uri="{FF2B5EF4-FFF2-40B4-BE49-F238E27FC236}">
                <a16:creationId xmlns:a16="http://schemas.microsoft.com/office/drawing/2014/main" id="{5F663778-7005-4547-9F11-AC15179A8EB5}"/>
              </a:ext>
            </a:extLst>
          </p:cNvPr>
          <p:cNvCxnSpPr>
            <a:cxnSpLocks/>
          </p:cNvCxnSpPr>
          <p:nvPr/>
        </p:nvCxnSpPr>
        <p:spPr>
          <a:xfrm rot="10800000" flipH="1">
            <a:off x="7546328" y="4258686"/>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8" name="Straight Arrow Connector 177">
            <a:extLst>
              <a:ext uri="{FF2B5EF4-FFF2-40B4-BE49-F238E27FC236}">
                <a16:creationId xmlns:a16="http://schemas.microsoft.com/office/drawing/2014/main" id="{474332AC-2EEB-43FA-9F53-14010D3A81E0}"/>
              </a:ext>
            </a:extLst>
          </p:cNvPr>
          <p:cNvCxnSpPr>
            <a:cxnSpLocks/>
          </p:cNvCxnSpPr>
          <p:nvPr/>
        </p:nvCxnSpPr>
        <p:spPr>
          <a:xfrm rot="10800000" flipH="1">
            <a:off x="7545183" y="2416908"/>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9" name="Straight Arrow Connector 178">
            <a:extLst>
              <a:ext uri="{FF2B5EF4-FFF2-40B4-BE49-F238E27FC236}">
                <a16:creationId xmlns:a16="http://schemas.microsoft.com/office/drawing/2014/main" id="{E7367B9F-E168-49C1-9675-2B4E1CC3992F}"/>
              </a:ext>
            </a:extLst>
          </p:cNvPr>
          <p:cNvCxnSpPr>
            <a:cxnSpLocks/>
          </p:cNvCxnSpPr>
          <p:nvPr/>
        </p:nvCxnSpPr>
        <p:spPr>
          <a:xfrm flipH="1">
            <a:off x="7557592" y="2724267"/>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0" name="Straight Arrow Connector 179">
            <a:extLst>
              <a:ext uri="{FF2B5EF4-FFF2-40B4-BE49-F238E27FC236}">
                <a16:creationId xmlns:a16="http://schemas.microsoft.com/office/drawing/2014/main" id="{3BA14B83-9842-4001-8ED7-F320653B715B}"/>
              </a:ext>
            </a:extLst>
          </p:cNvPr>
          <p:cNvCxnSpPr>
            <a:cxnSpLocks/>
          </p:cNvCxnSpPr>
          <p:nvPr/>
        </p:nvCxnSpPr>
        <p:spPr>
          <a:xfrm flipH="1">
            <a:off x="7522398" y="910384"/>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1" name="Straight Connector 180">
            <a:extLst>
              <a:ext uri="{FF2B5EF4-FFF2-40B4-BE49-F238E27FC236}">
                <a16:creationId xmlns:a16="http://schemas.microsoft.com/office/drawing/2014/main" id="{76AAAB60-57D2-47BE-A482-18BD3A8F8EB4}"/>
              </a:ext>
            </a:extLst>
          </p:cNvPr>
          <p:cNvCxnSpPr>
            <a:cxnSpLocks/>
          </p:cNvCxnSpPr>
          <p:nvPr/>
        </p:nvCxnSpPr>
        <p:spPr>
          <a:xfrm>
            <a:off x="2730699" y="2622130"/>
            <a:ext cx="1" cy="1816520"/>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sp>
        <p:nvSpPr>
          <p:cNvPr id="298" name="Oval 297">
            <a:extLst>
              <a:ext uri="{FF2B5EF4-FFF2-40B4-BE49-F238E27FC236}">
                <a16:creationId xmlns:a16="http://schemas.microsoft.com/office/drawing/2014/main" id="{BDD707F5-0BE8-471A-B269-DAB47FAED13A}"/>
              </a:ext>
            </a:extLst>
          </p:cNvPr>
          <p:cNvSpPr/>
          <p:nvPr/>
        </p:nvSpPr>
        <p:spPr>
          <a:xfrm>
            <a:off x="2550974" y="4235870"/>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F</a:t>
            </a:r>
            <a:endParaRPr lang="en-US" dirty="0"/>
          </a:p>
        </p:txBody>
      </p:sp>
      <p:sp>
        <p:nvSpPr>
          <p:cNvPr id="303" name="Oval 302">
            <a:extLst>
              <a:ext uri="{FF2B5EF4-FFF2-40B4-BE49-F238E27FC236}">
                <a16:creationId xmlns:a16="http://schemas.microsoft.com/office/drawing/2014/main" id="{15FA5F7E-26C9-47B3-BC05-D68924780B80}"/>
              </a:ext>
            </a:extLst>
          </p:cNvPr>
          <p:cNvSpPr/>
          <p:nvPr/>
        </p:nvSpPr>
        <p:spPr>
          <a:xfrm>
            <a:off x="2518830" y="240170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K</a:t>
            </a:r>
            <a:endParaRPr lang="en-US" dirty="0">
              <a:solidFill>
                <a:schemeClr val="accent6"/>
              </a:solidFill>
            </a:endParaRPr>
          </a:p>
        </p:txBody>
      </p:sp>
    </p:spTree>
    <p:extLst>
      <p:ext uri="{BB962C8B-B14F-4D97-AF65-F5344CB8AC3E}">
        <p14:creationId xmlns:p14="http://schemas.microsoft.com/office/powerpoint/2010/main" val="3840283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2" name="Group 251">
            <a:extLst>
              <a:ext uri="{FF2B5EF4-FFF2-40B4-BE49-F238E27FC236}">
                <a16:creationId xmlns:a16="http://schemas.microsoft.com/office/drawing/2014/main" id="{3FD7EEEF-3529-4A48-AD2B-C975FF0DD39E}"/>
              </a:ext>
            </a:extLst>
          </p:cNvPr>
          <p:cNvGrpSpPr/>
          <p:nvPr/>
        </p:nvGrpSpPr>
        <p:grpSpPr>
          <a:xfrm>
            <a:off x="418305" y="747240"/>
            <a:ext cx="2325597" cy="1832347"/>
            <a:chOff x="318136" y="1316090"/>
            <a:chExt cx="1776224" cy="1399494"/>
          </a:xfrm>
        </p:grpSpPr>
        <p:sp>
          <p:nvSpPr>
            <p:cNvPr id="265" name="Rectangle 264">
              <a:extLst>
                <a:ext uri="{FF2B5EF4-FFF2-40B4-BE49-F238E27FC236}">
                  <a16:creationId xmlns:a16="http://schemas.microsoft.com/office/drawing/2014/main" id="{5D9919B7-BDC0-4F4F-B243-ADB954D1BC7D}"/>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67" name="Straight Arrow Connector 266">
              <a:extLst>
                <a:ext uri="{FF2B5EF4-FFF2-40B4-BE49-F238E27FC236}">
                  <a16:creationId xmlns:a16="http://schemas.microsoft.com/office/drawing/2014/main" id="{062326DE-29F4-4128-8063-0B1520C23852}"/>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8" name="Straight Arrow Connector 267">
              <a:extLst>
                <a:ext uri="{FF2B5EF4-FFF2-40B4-BE49-F238E27FC236}">
                  <a16:creationId xmlns:a16="http://schemas.microsoft.com/office/drawing/2014/main" id="{EBD747DF-6F21-4AD4-803D-624B37980DDB}"/>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9" name="Straight Arrow Connector 268">
              <a:extLst>
                <a:ext uri="{FF2B5EF4-FFF2-40B4-BE49-F238E27FC236}">
                  <a16:creationId xmlns:a16="http://schemas.microsoft.com/office/drawing/2014/main" id="{7E3F25D0-7679-44D0-B9E9-9851092A28DE}"/>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6" name="Straight Arrow Connector 265">
              <a:extLst>
                <a:ext uri="{FF2B5EF4-FFF2-40B4-BE49-F238E27FC236}">
                  <a16:creationId xmlns:a16="http://schemas.microsoft.com/office/drawing/2014/main" id="{C973AEEC-459D-49BB-8F29-03C6381E56F4}"/>
                </a:ext>
              </a:extLst>
            </p:cNvPr>
            <p:cNvCxnSpPr>
              <a:cxnSpLocks/>
            </p:cNvCxnSpPr>
            <p:nvPr/>
          </p:nvCxnSpPr>
          <p:spPr>
            <a:xfrm rot="15660000" flipV="1">
              <a:off x="1688764"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53" name="Group 252">
            <a:extLst>
              <a:ext uri="{FF2B5EF4-FFF2-40B4-BE49-F238E27FC236}">
                <a16:creationId xmlns:a16="http://schemas.microsoft.com/office/drawing/2014/main" id="{2374E498-73CE-47F1-8271-78A7F34DEAC2}"/>
              </a:ext>
            </a:extLst>
          </p:cNvPr>
          <p:cNvGrpSpPr/>
          <p:nvPr/>
        </p:nvGrpSpPr>
        <p:grpSpPr>
          <a:xfrm>
            <a:off x="417944" y="2579587"/>
            <a:ext cx="2325597" cy="1832347"/>
            <a:chOff x="318136" y="1316090"/>
            <a:chExt cx="1776224" cy="1399494"/>
          </a:xfrm>
        </p:grpSpPr>
        <p:sp>
          <p:nvSpPr>
            <p:cNvPr id="260" name="Rectangle 259">
              <a:extLst>
                <a:ext uri="{FF2B5EF4-FFF2-40B4-BE49-F238E27FC236}">
                  <a16:creationId xmlns:a16="http://schemas.microsoft.com/office/drawing/2014/main" id="{29514B38-0EFA-4A78-8535-F699CE69EA4D}"/>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61" name="Straight Arrow Connector 260">
              <a:extLst>
                <a:ext uri="{FF2B5EF4-FFF2-40B4-BE49-F238E27FC236}">
                  <a16:creationId xmlns:a16="http://schemas.microsoft.com/office/drawing/2014/main" id="{AA6842D4-9767-4970-A599-1150CFA35DE7}"/>
                </a:ext>
              </a:extLst>
            </p:cNvPr>
            <p:cNvCxnSpPr>
              <a:cxnSpLocks/>
            </p:cNvCxnSpPr>
            <p:nvPr/>
          </p:nvCxnSpPr>
          <p:spPr>
            <a:xfrm rot="16200000" flipV="1">
              <a:off x="1816705"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2" name="Straight Arrow Connector 261">
              <a:extLst>
                <a:ext uri="{FF2B5EF4-FFF2-40B4-BE49-F238E27FC236}">
                  <a16:creationId xmlns:a16="http://schemas.microsoft.com/office/drawing/2014/main" id="{59B9B561-5039-439D-82F6-0D8FF3951E7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3" name="Straight Arrow Connector 262">
              <a:extLst>
                <a:ext uri="{FF2B5EF4-FFF2-40B4-BE49-F238E27FC236}">
                  <a16:creationId xmlns:a16="http://schemas.microsoft.com/office/drawing/2014/main" id="{12A0B741-8CE6-49B3-94E9-822F86E57B44}"/>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4" name="Straight Arrow Connector 263">
              <a:extLst>
                <a:ext uri="{FF2B5EF4-FFF2-40B4-BE49-F238E27FC236}">
                  <a16:creationId xmlns:a16="http://schemas.microsoft.com/office/drawing/2014/main" id="{A61BABD6-ABBA-4CDA-8C92-04AE4F0F25F1}"/>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54" name="Group 253">
            <a:extLst>
              <a:ext uri="{FF2B5EF4-FFF2-40B4-BE49-F238E27FC236}">
                <a16:creationId xmlns:a16="http://schemas.microsoft.com/office/drawing/2014/main" id="{168685E4-FB57-4593-90FE-4BAE72C0E41B}"/>
              </a:ext>
            </a:extLst>
          </p:cNvPr>
          <p:cNvGrpSpPr/>
          <p:nvPr/>
        </p:nvGrpSpPr>
        <p:grpSpPr>
          <a:xfrm>
            <a:off x="417944" y="4411934"/>
            <a:ext cx="2325597" cy="1832347"/>
            <a:chOff x="318136" y="1316090"/>
            <a:chExt cx="1776224" cy="1399494"/>
          </a:xfrm>
        </p:grpSpPr>
        <p:sp>
          <p:nvSpPr>
            <p:cNvPr id="255" name="Rectangle 254">
              <a:extLst>
                <a:ext uri="{FF2B5EF4-FFF2-40B4-BE49-F238E27FC236}">
                  <a16:creationId xmlns:a16="http://schemas.microsoft.com/office/drawing/2014/main" id="{C96C5F7A-8062-4C64-A47C-3C0EA1F4A9A1}"/>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56" name="Straight Arrow Connector 255">
              <a:extLst>
                <a:ext uri="{FF2B5EF4-FFF2-40B4-BE49-F238E27FC236}">
                  <a16:creationId xmlns:a16="http://schemas.microsoft.com/office/drawing/2014/main" id="{D8AF5737-5F69-498D-8244-E2D92D7822AF}"/>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7" name="Straight Arrow Connector 256">
              <a:extLst>
                <a:ext uri="{FF2B5EF4-FFF2-40B4-BE49-F238E27FC236}">
                  <a16:creationId xmlns:a16="http://schemas.microsoft.com/office/drawing/2014/main" id="{5C960DAB-7576-41DE-91BF-93767C394DE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8" name="Straight Arrow Connector 257">
              <a:extLst>
                <a:ext uri="{FF2B5EF4-FFF2-40B4-BE49-F238E27FC236}">
                  <a16:creationId xmlns:a16="http://schemas.microsoft.com/office/drawing/2014/main" id="{7EEEDC97-ACA7-4FAC-A842-F4841C135DD6}"/>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9" name="Straight Arrow Connector 258">
              <a:extLst>
                <a:ext uri="{FF2B5EF4-FFF2-40B4-BE49-F238E27FC236}">
                  <a16:creationId xmlns:a16="http://schemas.microsoft.com/office/drawing/2014/main" id="{962A0292-9F9F-435D-99E1-7D79EC4F2272}"/>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 name="Título 1">
            <a:extLst>
              <a:ext uri="{FF2B5EF4-FFF2-40B4-BE49-F238E27FC236}">
                <a16:creationId xmlns:a16="http://schemas.microsoft.com/office/drawing/2014/main" id="{D5503A07-0117-4081-A30C-D1624E0122FE}"/>
              </a:ext>
            </a:extLst>
          </p:cNvPr>
          <p:cNvSpPr>
            <a:spLocks noGrp="1"/>
          </p:cNvSpPr>
          <p:nvPr>
            <p:ph type="title"/>
          </p:nvPr>
        </p:nvSpPr>
        <p:spPr/>
        <p:txBody>
          <a:bodyPr/>
          <a:lstStyle/>
          <a:p>
            <a:r>
              <a:rPr lang="en-US" dirty="0"/>
              <a:t>Mesh Example – Edge 6</a:t>
            </a:r>
          </a:p>
        </p:txBody>
      </p:sp>
      <p:grpSp>
        <p:nvGrpSpPr>
          <p:cNvPr id="234" name="Group 233">
            <a:extLst>
              <a:ext uri="{FF2B5EF4-FFF2-40B4-BE49-F238E27FC236}">
                <a16:creationId xmlns:a16="http://schemas.microsoft.com/office/drawing/2014/main" id="{F7373373-5128-40BF-BC7C-67477999153F}"/>
              </a:ext>
            </a:extLst>
          </p:cNvPr>
          <p:cNvGrpSpPr/>
          <p:nvPr/>
        </p:nvGrpSpPr>
        <p:grpSpPr>
          <a:xfrm>
            <a:off x="2731060" y="747240"/>
            <a:ext cx="2325597" cy="1832347"/>
            <a:chOff x="318136" y="1316090"/>
            <a:chExt cx="1776224" cy="1399494"/>
          </a:xfrm>
        </p:grpSpPr>
        <p:sp>
          <p:nvSpPr>
            <p:cNvPr id="247" name="Rectangle 246">
              <a:extLst>
                <a:ext uri="{FF2B5EF4-FFF2-40B4-BE49-F238E27FC236}">
                  <a16:creationId xmlns:a16="http://schemas.microsoft.com/office/drawing/2014/main" id="{D45BF7AA-566D-466E-A2CE-54C10DF71D1A}"/>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48" name="Straight Arrow Connector 247">
              <a:extLst>
                <a:ext uri="{FF2B5EF4-FFF2-40B4-BE49-F238E27FC236}">
                  <a16:creationId xmlns:a16="http://schemas.microsoft.com/office/drawing/2014/main" id="{A44ED70F-1AE5-40BA-934F-F803D3CDE5F3}"/>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9" name="Straight Arrow Connector 248">
              <a:extLst>
                <a:ext uri="{FF2B5EF4-FFF2-40B4-BE49-F238E27FC236}">
                  <a16:creationId xmlns:a16="http://schemas.microsoft.com/office/drawing/2014/main" id="{7B762EFC-714F-4236-8963-00B77C457FF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0" name="Straight Arrow Connector 249">
              <a:extLst>
                <a:ext uri="{FF2B5EF4-FFF2-40B4-BE49-F238E27FC236}">
                  <a16:creationId xmlns:a16="http://schemas.microsoft.com/office/drawing/2014/main" id="{DBCEC684-5407-43F1-B0B6-BA7F5753A16A}"/>
                </a:ext>
              </a:extLst>
            </p:cNvPr>
            <p:cNvCxnSpPr>
              <a:cxnSpLocks/>
            </p:cNvCxnSpPr>
            <p:nvPr/>
          </p:nvCxnSpPr>
          <p:spPr>
            <a:xfrm rot="6000000" flipV="1">
              <a:off x="304380" y="196308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1" name="Straight Arrow Connector 250">
              <a:extLst>
                <a:ext uri="{FF2B5EF4-FFF2-40B4-BE49-F238E27FC236}">
                  <a16:creationId xmlns:a16="http://schemas.microsoft.com/office/drawing/2014/main" id="{BFE955E4-AC4D-4FA9-8DD0-7631C5985B45}"/>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35" name="Group 234">
            <a:extLst>
              <a:ext uri="{FF2B5EF4-FFF2-40B4-BE49-F238E27FC236}">
                <a16:creationId xmlns:a16="http://schemas.microsoft.com/office/drawing/2014/main" id="{60BDC115-0567-4C94-8188-43F0FA243DB4}"/>
              </a:ext>
            </a:extLst>
          </p:cNvPr>
          <p:cNvGrpSpPr/>
          <p:nvPr/>
        </p:nvGrpSpPr>
        <p:grpSpPr>
          <a:xfrm>
            <a:off x="2730699" y="2579587"/>
            <a:ext cx="2325597" cy="1832347"/>
            <a:chOff x="318136" y="1316090"/>
            <a:chExt cx="1776224" cy="1399494"/>
          </a:xfrm>
        </p:grpSpPr>
        <p:sp>
          <p:nvSpPr>
            <p:cNvPr id="242" name="Rectangle 241">
              <a:extLst>
                <a:ext uri="{FF2B5EF4-FFF2-40B4-BE49-F238E27FC236}">
                  <a16:creationId xmlns:a16="http://schemas.microsoft.com/office/drawing/2014/main" id="{A55BD290-DD98-4A88-AECD-679E6CEBC6C5}"/>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43" name="Straight Arrow Connector 242">
              <a:extLst>
                <a:ext uri="{FF2B5EF4-FFF2-40B4-BE49-F238E27FC236}">
                  <a16:creationId xmlns:a16="http://schemas.microsoft.com/office/drawing/2014/main" id="{0A6BF039-F570-4BEC-9EB2-532D7DEFF5BC}"/>
                </a:ext>
              </a:extLst>
            </p:cNvPr>
            <p:cNvCxnSpPr>
              <a:cxnSpLocks/>
            </p:cNvCxnSpPr>
            <p:nvPr/>
          </p:nvCxnSpPr>
          <p:spPr>
            <a:xfrm rot="16200000" flipV="1">
              <a:off x="1808768"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4" name="Straight Arrow Connector 243">
              <a:extLst>
                <a:ext uri="{FF2B5EF4-FFF2-40B4-BE49-F238E27FC236}">
                  <a16:creationId xmlns:a16="http://schemas.microsoft.com/office/drawing/2014/main" id="{4B582994-9247-430E-AA5B-3124734F530C}"/>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5" name="Straight Arrow Connector 244">
              <a:extLst>
                <a:ext uri="{FF2B5EF4-FFF2-40B4-BE49-F238E27FC236}">
                  <a16:creationId xmlns:a16="http://schemas.microsoft.com/office/drawing/2014/main" id="{902A780F-47D6-4181-9248-1E030BC97FAB}"/>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6" name="Straight Arrow Connector 245">
              <a:extLst>
                <a:ext uri="{FF2B5EF4-FFF2-40B4-BE49-F238E27FC236}">
                  <a16:creationId xmlns:a16="http://schemas.microsoft.com/office/drawing/2014/main" id="{3D4822F1-FD86-4865-9FEE-D31F7D8893EC}"/>
                </a:ext>
              </a:extLst>
            </p:cNvPr>
            <p:cNvCxnSpPr>
              <a:cxnSpLocks/>
            </p:cNvCxnSpPr>
            <p:nvPr/>
          </p:nvCxnSpPr>
          <p:spPr>
            <a:xfrm rot="10800000" flipV="1">
              <a:off x="974623" y="1362644"/>
              <a:ext cx="2863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36" name="Group 235">
            <a:extLst>
              <a:ext uri="{FF2B5EF4-FFF2-40B4-BE49-F238E27FC236}">
                <a16:creationId xmlns:a16="http://schemas.microsoft.com/office/drawing/2014/main" id="{F0D814B7-1684-4AAB-8FD8-B5C2394F4DE9}"/>
              </a:ext>
            </a:extLst>
          </p:cNvPr>
          <p:cNvGrpSpPr/>
          <p:nvPr/>
        </p:nvGrpSpPr>
        <p:grpSpPr>
          <a:xfrm>
            <a:off x="2730699" y="4411934"/>
            <a:ext cx="2325597" cy="1832347"/>
            <a:chOff x="318136" y="1316090"/>
            <a:chExt cx="1776224" cy="1399494"/>
          </a:xfrm>
        </p:grpSpPr>
        <p:sp>
          <p:nvSpPr>
            <p:cNvPr id="237" name="Rectangle 236">
              <a:extLst>
                <a:ext uri="{FF2B5EF4-FFF2-40B4-BE49-F238E27FC236}">
                  <a16:creationId xmlns:a16="http://schemas.microsoft.com/office/drawing/2014/main" id="{A460903A-ADBE-4AE8-9634-74421E1E4421}"/>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38" name="Straight Arrow Connector 237">
              <a:extLst>
                <a:ext uri="{FF2B5EF4-FFF2-40B4-BE49-F238E27FC236}">
                  <a16:creationId xmlns:a16="http://schemas.microsoft.com/office/drawing/2014/main" id="{789A7F52-65E8-48B7-98C2-60722526CE6D}"/>
                </a:ext>
              </a:extLst>
            </p:cNvPr>
            <p:cNvCxnSpPr>
              <a:cxnSpLocks/>
            </p:cNvCxnSpPr>
            <p:nvPr/>
          </p:nvCxnSpPr>
          <p:spPr>
            <a:xfrm rot="16740000" flipV="1">
              <a:off x="1698666" y="1967007"/>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9" name="Straight Arrow Connector 238">
              <a:extLst>
                <a:ext uri="{FF2B5EF4-FFF2-40B4-BE49-F238E27FC236}">
                  <a16:creationId xmlns:a16="http://schemas.microsoft.com/office/drawing/2014/main" id="{65198430-3E18-406C-8B8C-777D03F28335}"/>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0" name="Straight Arrow Connector 239">
              <a:extLst>
                <a:ext uri="{FF2B5EF4-FFF2-40B4-BE49-F238E27FC236}">
                  <a16:creationId xmlns:a16="http://schemas.microsoft.com/office/drawing/2014/main" id="{46E2307C-2A7F-45FA-87E7-07959D55C615}"/>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1" name="Straight Arrow Connector 240">
              <a:extLst>
                <a:ext uri="{FF2B5EF4-FFF2-40B4-BE49-F238E27FC236}">
                  <a16:creationId xmlns:a16="http://schemas.microsoft.com/office/drawing/2014/main" id="{D96B0CD2-81A0-48F7-809D-5ADB6F2EB233}"/>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2" name="Group 201">
            <a:extLst>
              <a:ext uri="{FF2B5EF4-FFF2-40B4-BE49-F238E27FC236}">
                <a16:creationId xmlns:a16="http://schemas.microsoft.com/office/drawing/2014/main" id="{1FED2BCD-D4E8-455B-9353-9E7E8A0EA52D}"/>
              </a:ext>
            </a:extLst>
          </p:cNvPr>
          <p:cNvGrpSpPr/>
          <p:nvPr/>
        </p:nvGrpSpPr>
        <p:grpSpPr>
          <a:xfrm>
            <a:off x="5056295" y="747240"/>
            <a:ext cx="2325596" cy="1832347"/>
            <a:chOff x="318136" y="1316090"/>
            <a:chExt cx="1776224" cy="1399494"/>
          </a:xfrm>
        </p:grpSpPr>
        <p:sp>
          <p:nvSpPr>
            <p:cNvPr id="229" name="Rectangle 228">
              <a:extLst>
                <a:ext uri="{FF2B5EF4-FFF2-40B4-BE49-F238E27FC236}">
                  <a16:creationId xmlns:a16="http://schemas.microsoft.com/office/drawing/2014/main" id="{8062F188-9BE3-40CF-BAFD-CAFFAA11E452}"/>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30" name="Straight Arrow Connector 229">
              <a:extLst>
                <a:ext uri="{FF2B5EF4-FFF2-40B4-BE49-F238E27FC236}">
                  <a16:creationId xmlns:a16="http://schemas.microsoft.com/office/drawing/2014/main" id="{AECCFD08-25A0-4B03-BDFA-20BA8FF313FC}"/>
                </a:ext>
              </a:extLst>
            </p:cNvPr>
            <p:cNvCxnSpPr>
              <a:cxnSpLocks/>
            </p:cNvCxnSpPr>
            <p:nvPr/>
          </p:nvCxnSpPr>
          <p:spPr>
            <a:xfrm rot="16200000" flipV="1">
              <a:off x="1820678"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1" name="Straight Arrow Connector 230">
              <a:extLst>
                <a:ext uri="{FF2B5EF4-FFF2-40B4-BE49-F238E27FC236}">
                  <a16:creationId xmlns:a16="http://schemas.microsoft.com/office/drawing/2014/main" id="{0DA57120-F429-4DEB-938E-5891BD3AB37A}"/>
                </a:ext>
              </a:extLst>
            </p:cNvPr>
            <p:cNvCxnSpPr>
              <a:cxnSpLocks/>
            </p:cNvCxnSpPr>
            <p:nvPr/>
          </p:nvCxnSpPr>
          <p:spPr>
            <a:xfrm flipV="1">
              <a:off x="990195" y="246878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2" name="Straight Arrow Connector 231">
              <a:extLst>
                <a:ext uri="{FF2B5EF4-FFF2-40B4-BE49-F238E27FC236}">
                  <a16:creationId xmlns:a16="http://schemas.microsoft.com/office/drawing/2014/main" id="{B009FEAE-5938-441C-8B45-BB35D02B5936}"/>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3" name="Straight Arrow Connector 232">
              <a:extLst>
                <a:ext uri="{FF2B5EF4-FFF2-40B4-BE49-F238E27FC236}">
                  <a16:creationId xmlns:a16="http://schemas.microsoft.com/office/drawing/2014/main" id="{6C37DEE2-659F-4F10-B9B0-3D74816AB67D}"/>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3" name="Group 202">
            <a:extLst>
              <a:ext uri="{FF2B5EF4-FFF2-40B4-BE49-F238E27FC236}">
                <a16:creationId xmlns:a16="http://schemas.microsoft.com/office/drawing/2014/main" id="{BFB941BD-1D2C-46FE-8DEF-5C3E07E24822}"/>
              </a:ext>
            </a:extLst>
          </p:cNvPr>
          <p:cNvGrpSpPr/>
          <p:nvPr/>
        </p:nvGrpSpPr>
        <p:grpSpPr>
          <a:xfrm>
            <a:off x="5055934" y="2579587"/>
            <a:ext cx="2325596" cy="1832347"/>
            <a:chOff x="318136" y="1316090"/>
            <a:chExt cx="1776224" cy="1399494"/>
          </a:xfrm>
        </p:grpSpPr>
        <p:sp>
          <p:nvSpPr>
            <p:cNvPr id="224" name="Rectangle 223">
              <a:extLst>
                <a:ext uri="{FF2B5EF4-FFF2-40B4-BE49-F238E27FC236}">
                  <a16:creationId xmlns:a16="http://schemas.microsoft.com/office/drawing/2014/main" id="{623EBB0C-A58E-4601-B1A7-48655AB8B6F6}"/>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25" name="Straight Arrow Connector 224">
              <a:extLst>
                <a:ext uri="{FF2B5EF4-FFF2-40B4-BE49-F238E27FC236}">
                  <a16:creationId xmlns:a16="http://schemas.microsoft.com/office/drawing/2014/main" id="{AF7D7B31-F9B6-4A27-ADBE-BBC2C64079F8}"/>
                </a:ext>
              </a:extLst>
            </p:cNvPr>
            <p:cNvCxnSpPr>
              <a:cxnSpLocks/>
            </p:cNvCxnSpPr>
            <p:nvPr/>
          </p:nvCxnSpPr>
          <p:spPr>
            <a:xfrm rot="16200000" flipV="1">
              <a:off x="1820667" y="201088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6" name="Straight Arrow Connector 225">
              <a:extLst>
                <a:ext uri="{FF2B5EF4-FFF2-40B4-BE49-F238E27FC236}">
                  <a16:creationId xmlns:a16="http://schemas.microsoft.com/office/drawing/2014/main" id="{1BC8CB39-5C2E-4BD9-AEF5-84CAECEDD1FB}"/>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7" name="Straight Arrow Connector 226">
              <a:extLst>
                <a:ext uri="{FF2B5EF4-FFF2-40B4-BE49-F238E27FC236}">
                  <a16:creationId xmlns:a16="http://schemas.microsoft.com/office/drawing/2014/main" id="{459DC3CF-C60E-4234-AFF2-A4506C09CCC4}"/>
                </a:ext>
              </a:extLst>
            </p:cNvPr>
            <p:cNvCxnSpPr>
              <a:cxnSpLocks/>
            </p:cNvCxnSpPr>
            <p:nvPr/>
          </p:nvCxnSpPr>
          <p:spPr>
            <a:xfrm rot="5400000" flipV="1">
              <a:off x="178238"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8" name="Straight Arrow Connector 227">
              <a:extLst>
                <a:ext uri="{FF2B5EF4-FFF2-40B4-BE49-F238E27FC236}">
                  <a16:creationId xmlns:a16="http://schemas.microsoft.com/office/drawing/2014/main" id="{54F98CCC-B28F-4ED5-A2B4-D2E5C46355CB}"/>
                </a:ext>
              </a:extLst>
            </p:cNvPr>
            <p:cNvCxnSpPr>
              <a:cxnSpLocks/>
            </p:cNvCxnSpPr>
            <p:nvPr/>
          </p:nvCxnSpPr>
          <p:spPr>
            <a:xfrm rot="10800000" flipV="1">
              <a:off x="990195" y="153769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4" name="Group 203">
            <a:extLst>
              <a:ext uri="{FF2B5EF4-FFF2-40B4-BE49-F238E27FC236}">
                <a16:creationId xmlns:a16="http://schemas.microsoft.com/office/drawing/2014/main" id="{55506D04-7782-418C-AC99-5FB405335414}"/>
              </a:ext>
            </a:extLst>
          </p:cNvPr>
          <p:cNvGrpSpPr/>
          <p:nvPr/>
        </p:nvGrpSpPr>
        <p:grpSpPr>
          <a:xfrm>
            <a:off x="5055934" y="4411934"/>
            <a:ext cx="2325596" cy="1832347"/>
            <a:chOff x="318136" y="1316090"/>
            <a:chExt cx="1776224" cy="1399494"/>
          </a:xfrm>
        </p:grpSpPr>
        <p:sp>
          <p:nvSpPr>
            <p:cNvPr id="219" name="Rectangle 218">
              <a:extLst>
                <a:ext uri="{FF2B5EF4-FFF2-40B4-BE49-F238E27FC236}">
                  <a16:creationId xmlns:a16="http://schemas.microsoft.com/office/drawing/2014/main" id="{056883D2-AE14-41D7-92E9-A43358CF3C34}"/>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20" name="Straight Arrow Connector 219">
              <a:extLst>
                <a:ext uri="{FF2B5EF4-FFF2-40B4-BE49-F238E27FC236}">
                  <a16:creationId xmlns:a16="http://schemas.microsoft.com/office/drawing/2014/main" id="{6668B10C-D061-47E8-9076-42FCD480CD97}"/>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1" name="Straight Arrow Connector 220">
              <a:extLst>
                <a:ext uri="{FF2B5EF4-FFF2-40B4-BE49-F238E27FC236}">
                  <a16:creationId xmlns:a16="http://schemas.microsoft.com/office/drawing/2014/main" id="{B01960BF-C5CF-421D-81DC-3B08440D9FB7}"/>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2" name="Straight Arrow Connector 221">
              <a:extLst>
                <a:ext uri="{FF2B5EF4-FFF2-40B4-BE49-F238E27FC236}">
                  <a16:creationId xmlns:a16="http://schemas.microsoft.com/office/drawing/2014/main" id="{82D4EEA5-A7F9-46FD-9033-449B2C1FE99C}"/>
                </a:ext>
              </a:extLst>
            </p:cNvPr>
            <p:cNvCxnSpPr>
              <a:cxnSpLocks/>
            </p:cNvCxnSpPr>
            <p:nvPr/>
          </p:nvCxnSpPr>
          <p:spPr>
            <a:xfrm rot="4800000" flipV="1">
              <a:off x="300899" y="197819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3" name="Straight Arrow Connector 222">
              <a:extLst>
                <a:ext uri="{FF2B5EF4-FFF2-40B4-BE49-F238E27FC236}">
                  <a16:creationId xmlns:a16="http://schemas.microsoft.com/office/drawing/2014/main" id="{97B2D6FA-CFFD-4FE9-B230-5E2A3FEBD5B2}"/>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5" name="Group 204">
            <a:extLst>
              <a:ext uri="{FF2B5EF4-FFF2-40B4-BE49-F238E27FC236}">
                <a16:creationId xmlns:a16="http://schemas.microsoft.com/office/drawing/2014/main" id="{113A97E4-1B9B-4884-BB1D-1A0CAF96BA58}"/>
              </a:ext>
            </a:extLst>
          </p:cNvPr>
          <p:cNvGrpSpPr/>
          <p:nvPr/>
        </p:nvGrpSpPr>
        <p:grpSpPr>
          <a:xfrm>
            <a:off x="7868859" y="743306"/>
            <a:ext cx="1841693" cy="1836281"/>
            <a:chOff x="321580" y="1316090"/>
            <a:chExt cx="1776224" cy="1399494"/>
          </a:xfrm>
        </p:grpSpPr>
        <p:sp>
          <p:nvSpPr>
            <p:cNvPr id="214" name="Rectangle 213">
              <a:extLst>
                <a:ext uri="{FF2B5EF4-FFF2-40B4-BE49-F238E27FC236}">
                  <a16:creationId xmlns:a16="http://schemas.microsoft.com/office/drawing/2014/main" id="{C0C77131-5AB4-4F13-A30C-6BB1B3200A48}"/>
                </a:ext>
              </a:extLst>
            </p:cNvPr>
            <p:cNvSpPr/>
            <p:nvPr/>
          </p:nvSpPr>
          <p:spPr>
            <a:xfrm rot="5400000">
              <a:off x="509945"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15" name="Straight Arrow Connector 214">
              <a:extLst>
                <a:ext uri="{FF2B5EF4-FFF2-40B4-BE49-F238E27FC236}">
                  <a16:creationId xmlns:a16="http://schemas.microsoft.com/office/drawing/2014/main" id="{8E281038-E96E-491B-8204-4E19E55989E1}"/>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6" name="Straight Arrow Connector 215">
              <a:extLst>
                <a:ext uri="{FF2B5EF4-FFF2-40B4-BE49-F238E27FC236}">
                  <a16:creationId xmlns:a16="http://schemas.microsoft.com/office/drawing/2014/main" id="{4E45AA5B-C60D-49E6-86C4-E1401994E18D}"/>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7" name="Straight Arrow Connector 216">
              <a:extLst>
                <a:ext uri="{FF2B5EF4-FFF2-40B4-BE49-F238E27FC236}">
                  <a16:creationId xmlns:a16="http://schemas.microsoft.com/office/drawing/2014/main" id="{A2F57384-A8EC-4598-ADAD-F96D9D69CFE2}"/>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8" name="Straight Arrow Connector 217">
              <a:extLst>
                <a:ext uri="{FF2B5EF4-FFF2-40B4-BE49-F238E27FC236}">
                  <a16:creationId xmlns:a16="http://schemas.microsoft.com/office/drawing/2014/main" id="{8D6230D9-0781-4424-97B2-69236B2BCB80}"/>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6" name="Group 205">
            <a:extLst>
              <a:ext uri="{FF2B5EF4-FFF2-40B4-BE49-F238E27FC236}">
                <a16:creationId xmlns:a16="http://schemas.microsoft.com/office/drawing/2014/main" id="{AD6B3106-B749-467C-B87B-D650AEA914DF}"/>
              </a:ext>
            </a:extLst>
          </p:cNvPr>
          <p:cNvGrpSpPr/>
          <p:nvPr/>
        </p:nvGrpSpPr>
        <p:grpSpPr>
          <a:xfrm>
            <a:off x="7868859" y="2575653"/>
            <a:ext cx="1841695" cy="1836281"/>
            <a:chOff x="321856" y="1316090"/>
            <a:chExt cx="1776224" cy="1399494"/>
          </a:xfrm>
        </p:grpSpPr>
        <p:sp>
          <p:nvSpPr>
            <p:cNvPr id="207" name="Rectangle 206">
              <a:extLst>
                <a:ext uri="{FF2B5EF4-FFF2-40B4-BE49-F238E27FC236}">
                  <a16:creationId xmlns:a16="http://schemas.microsoft.com/office/drawing/2014/main" id="{1678FADC-7F3B-49A6-98C4-4D3548E84F43}"/>
                </a:ext>
              </a:extLst>
            </p:cNvPr>
            <p:cNvSpPr/>
            <p:nvPr/>
          </p:nvSpPr>
          <p:spPr>
            <a:xfrm rot="5400000">
              <a:off x="51022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08" name="Straight Arrow Connector 207">
              <a:extLst>
                <a:ext uri="{FF2B5EF4-FFF2-40B4-BE49-F238E27FC236}">
                  <a16:creationId xmlns:a16="http://schemas.microsoft.com/office/drawing/2014/main" id="{A3E4A723-5F98-4CEF-A925-7E3485761F07}"/>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9" name="Straight Arrow Connector 208">
              <a:extLst>
                <a:ext uri="{FF2B5EF4-FFF2-40B4-BE49-F238E27FC236}">
                  <a16:creationId xmlns:a16="http://schemas.microsoft.com/office/drawing/2014/main" id="{8AA12322-40C1-47F9-B7BE-3EF5FE9A6E1E}"/>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1" name="Straight Arrow Connector 210">
              <a:extLst>
                <a:ext uri="{FF2B5EF4-FFF2-40B4-BE49-F238E27FC236}">
                  <a16:creationId xmlns:a16="http://schemas.microsoft.com/office/drawing/2014/main" id="{AADCD4C8-FCC5-46BF-BF1A-B6D6AC5E7A25}"/>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2" name="Straight Arrow Connector 211">
              <a:extLst>
                <a:ext uri="{FF2B5EF4-FFF2-40B4-BE49-F238E27FC236}">
                  <a16:creationId xmlns:a16="http://schemas.microsoft.com/office/drawing/2014/main" id="{27243F2A-86A6-4D95-92FB-ACB943D6E06E}"/>
                </a:ext>
              </a:extLst>
            </p:cNvPr>
            <p:cNvCxnSpPr>
              <a:cxnSpLocks/>
            </p:cNvCxnSpPr>
            <p:nvPr/>
          </p:nvCxnSpPr>
          <p:spPr>
            <a:xfrm rot="13380000" flipV="1">
              <a:off x="905204" y="201839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3" name="Straight Arrow Connector 212">
              <a:extLst>
                <a:ext uri="{FF2B5EF4-FFF2-40B4-BE49-F238E27FC236}">
                  <a16:creationId xmlns:a16="http://schemas.microsoft.com/office/drawing/2014/main" id="{FAD53B5E-A0E7-4F09-898F-0218D9DD5014}"/>
                </a:ext>
              </a:extLst>
            </p:cNvPr>
            <p:cNvCxnSpPr>
              <a:cxnSpLocks/>
            </p:cNvCxnSpPr>
            <p:nvPr/>
          </p:nvCxnSpPr>
          <p:spPr>
            <a:xfrm rot="2520000" flipV="1">
              <a:off x="987275" y="19408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cxnSp>
        <p:nvCxnSpPr>
          <p:cNvPr id="270" name="Straight Connector 269">
            <a:extLst>
              <a:ext uri="{FF2B5EF4-FFF2-40B4-BE49-F238E27FC236}">
                <a16:creationId xmlns:a16="http://schemas.microsoft.com/office/drawing/2014/main" id="{4334DD71-E463-478A-ABA7-9A5AFA94D68C}"/>
              </a:ext>
            </a:extLst>
          </p:cNvPr>
          <p:cNvCxnSpPr>
            <a:cxnSpLocks/>
          </p:cNvCxnSpPr>
          <p:nvPr/>
        </p:nvCxnSpPr>
        <p:spPr>
          <a:xfrm>
            <a:off x="7863987" y="2575652"/>
            <a:ext cx="1842057" cy="1836282"/>
          </a:xfrm>
          <a:prstGeom prst="line">
            <a:avLst/>
          </a:prstGeom>
          <a:ln w="19050"/>
        </p:spPr>
        <p:style>
          <a:lnRef idx="1">
            <a:schemeClr val="dk1"/>
          </a:lnRef>
          <a:fillRef idx="0">
            <a:schemeClr val="dk1"/>
          </a:fillRef>
          <a:effectRef idx="0">
            <a:schemeClr val="dk1"/>
          </a:effectRef>
          <a:fontRef idx="minor">
            <a:schemeClr val="tx1"/>
          </a:fontRef>
        </p:style>
      </p:cxnSp>
      <p:cxnSp>
        <p:nvCxnSpPr>
          <p:cNvPr id="271" name="Straight Connector 270">
            <a:extLst>
              <a:ext uri="{FF2B5EF4-FFF2-40B4-BE49-F238E27FC236}">
                <a16:creationId xmlns:a16="http://schemas.microsoft.com/office/drawing/2014/main" id="{FF2FCAAA-7996-4B03-8DD5-8487CFC4BDF1}"/>
              </a:ext>
            </a:extLst>
          </p:cNvPr>
          <p:cNvCxnSpPr>
            <a:cxnSpLocks/>
          </p:cNvCxnSpPr>
          <p:nvPr/>
        </p:nvCxnSpPr>
        <p:spPr>
          <a:xfrm flipH="1">
            <a:off x="7865830" y="747240"/>
            <a:ext cx="1839852" cy="1827645"/>
          </a:xfrm>
          <a:prstGeom prst="line">
            <a:avLst/>
          </a:prstGeom>
          <a:ln w="19050"/>
        </p:spPr>
        <p:style>
          <a:lnRef idx="1">
            <a:schemeClr val="dk1"/>
          </a:lnRef>
          <a:fillRef idx="0">
            <a:schemeClr val="dk1"/>
          </a:fillRef>
          <a:effectRef idx="0">
            <a:schemeClr val="dk1"/>
          </a:effectRef>
          <a:fontRef idx="minor">
            <a:schemeClr val="tx1"/>
          </a:fontRef>
        </p:style>
      </p:cxnSp>
      <p:cxnSp>
        <p:nvCxnSpPr>
          <p:cNvPr id="272" name="Straight Connector 271">
            <a:extLst>
              <a:ext uri="{FF2B5EF4-FFF2-40B4-BE49-F238E27FC236}">
                <a16:creationId xmlns:a16="http://schemas.microsoft.com/office/drawing/2014/main" id="{45518EAD-433B-4D30-86D2-970AA7C8987B}"/>
              </a:ext>
            </a:extLst>
          </p:cNvPr>
          <p:cNvCxnSpPr>
            <a:cxnSpLocks/>
          </p:cNvCxnSpPr>
          <p:nvPr/>
        </p:nvCxnSpPr>
        <p:spPr>
          <a:xfrm>
            <a:off x="417944" y="2579587"/>
            <a:ext cx="928773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805DF446-5EFD-464C-A447-01430AB10EF8}"/>
              </a:ext>
            </a:extLst>
          </p:cNvPr>
          <p:cNvCxnSpPr/>
          <p:nvPr/>
        </p:nvCxnSpPr>
        <p:spPr>
          <a:xfrm>
            <a:off x="5055934" y="2579587"/>
            <a:ext cx="0" cy="3664694"/>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cxnSp>
        <p:nvCxnSpPr>
          <p:cNvPr id="275" name="Straight Connector 274">
            <a:extLst>
              <a:ext uri="{FF2B5EF4-FFF2-40B4-BE49-F238E27FC236}">
                <a16:creationId xmlns:a16="http://schemas.microsoft.com/office/drawing/2014/main" id="{3074EE5F-DA69-449F-A09A-8107C8B3EFCA}"/>
              </a:ext>
            </a:extLst>
          </p:cNvPr>
          <p:cNvCxnSpPr>
            <a:cxnSpLocks/>
          </p:cNvCxnSpPr>
          <p:nvPr/>
        </p:nvCxnSpPr>
        <p:spPr>
          <a:xfrm flipH="1">
            <a:off x="7859477" y="747240"/>
            <a:ext cx="1846206" cy="1834156"/>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cxnSp>
        <p:nvCxnSpPr>
          <p:cNvPr id="276" name="Straight Connector 275">
            <a:extLst>
              <a:ext uri="{FF2B5EF4-FFF2-40B4-BE49-F238E27FC236}">
                <a16:creationId xmlns:a16="http://schemas.microsoft.com/office/drawing/2014/main" id="{E1E30BB6-810A-49DF-80A7-7D3519084021}"/>
              </a:ext>
            </a:extLst>
          </p:cNvPr>
          <p:cNvCxnSpPr>
            <a:cxnSpLocks/>
          </p:cNvCxnSpPr>
          <p:nvPr/>
        </p:nvCxnSpPr>
        <p:spPr>
          <a:xfrm>
            <a:off x="7863987" y="2575653"/>
            <a:ext cx="1841695" cy="183628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A4563EBC-A27F-435D-A67C-C6215A6B5704}"/>
              </a:ext>
            </a:extLst>
          </p:cNvPr>
          <p:cNvSpPr txBox="1"/>
          <p:nvPr/>
        </p:nvSpPr>
        <p:spPr>
          <a:xfrm>
            <a:off x="4790371" y="3773299"/>
            <a:ext cx="394995" cy="483564"/>
          </a:xfrm>
          <a:prstGeom prst="rect">
            <a:avLst/>
          </a:prstGeom>
          <a:noFill/>
        </p:spPr>
        <p:txBody>
          <a:bodyPr wrap="none" rtlCol="0">
            <a:spAutoFit/>
          </a:bodyPr>
          <a:lstStyle/>
          <a:p>
            <a:r>
              <a:rPr lang="en-US" dirty="0">
                <a:solidFill>
                  <a:srgbClr val="FF0000"/>
                </a:solidFill>
              </a:rPr>
              <a:t>7</a:t>
            </a:r>
          </a:p>
        </p:txBody>
      </p:sp>
      <p:sp>
        <p:nvSpPr>
          <p:cNvPr id="285" name="TextBox 284">
            <a:extLst>
              <a:ext uri="{FF2B5EF4-FFF2-40B4-BE49-F238E27FC236}">
                <a16:creationId xmlns:a16="http://schemas.microsoft.com/office/drawing/2014/main" id="{EAD0A7C8-2C2D-4CE8-8030-9DED47ADBDED}"/>
              </a:ext>
            </a:extLst>
          </p:cNvPr>
          <p:cNvSpPr txBox="1"/>
          <p:nvPr/>
        </p:nvSpPr>
        <p:spPr>
          <a:xfrm>
            <a:off x="2456947" y="3867417"/>
            <a:ext cx="394995" cy="483564"/>
          </a:xfrm>
          <a:prstGeom prst="rect">
            <a:avLst/>
          </a:prstGeom>
          <a:noFill/>
        </p:spPr>
        <p:txBody>
          <a:bodyPr wrap="none" rtlCol="0">
            <a:spAutoFit/>
          </a:bodyPr>
          <a:lstStyle/>
          <a:p>
            <a:r>
              <a:rPr lang="en-US" dirty="0">
                <a:solidFill>
                  <a:srgbClr val="FF0000"/>
                </a:solidFill>
              </a:rPr>
              <a:t>8</a:t>
            </a:r>
          </a:p>
        </p:txBody>
      </p:sp>
      <p:sp>
        <p:nvSpPr>
          <p:cNvPr id="286" name="TextBox 285">
            <a:extLst>
              <a:ext uri="{FF2B5EF4-FFF2-40B4-BE49-F238E27FC236}">
                <a16:creationId xmlns:a16="http://schemas.microsoft.com/office/drawing/2014/main" id="{0BE3AE39-106D-4A43-B3D1-FDC608F90FF7}"/>
              </a:ext>
            </a:extLst>
          </p:cNvPr>
          <p:cNvSpPr txBox="1"/>
          <p:nvPr/>
        </p:nvSpPr>
        <p:spPr>
          <a:xfrm>
            <a:off x="2091500" y="2240703"/>
            <a:ext cx="394995" cy="483564"/>
          </a:xfrm>
          <a:prstGeom prst="rect">
            <a:avLst/>
          </a:prstGeom>
          <a:noFill/>
        </p:spPr>
        <p:txBody>
          <a:bodyPr wrap="none" rtlCol="0">
            <a:spAutoFit/>
          </a:bodyPr>
          <a:lstStyle/>
          <a:p>
            <a:r>
              <a:rPr lang="en-US" dirty="0">
                <a:solidFill>
                  <a:srgbClr val="FF0000"/>
                </a:solidFill>
              </a:rPr>
              <a:t>9</a:t>
            </a:r>
          </a:p>
        </p:txBody>
      </p:sp>
      <p:sp>
        <p:nvSpPr>
          <p:cNvPr id="287" name="TextBox 286">
            <a:extLst>
              <a:ext uri="{FF2B5EF4-FFF2-40B4-BE49-F238E27FC236}">
                <a16:creationId xmlns:a16="http://schemas.microsoft.com/office/drawing/2014/main" id="{2335C42D-1307-43A0-9C41-D2DCA3DD9390}"/>
              </a:ext>
            </a:extLst>
          </p:cNvPr>
          <p:cNvSpPr txBox="1"/>
          <p:nvPr/>
        </p:nvSpPr>
        <p:spPr>
          <a:xfrm>
            <a:off x="9089051" y="2235825"/>
            <a:ext cx="548206" cy="483564"/>
          </a:xfrm>
          <a:prstGeom prst="rect">
            <a:avLst/>
          </a:prstGeom>
          <a:noFill/>
        </p:spPr>
        <p:txBody>
          <a:bodyPr wrap="none" rtlCol="0">
            <a:spAutoFit/>
          </a:bodyPr>
          <a:lstStyle/>
          <a:p>
            <a:r>
              <a:rPr lang="en-US" dirty="0">
                <a:solidFill>
                  <a:srgbClr val="FF0000"/>
                </a:solidFill>
              </a:rPr>
              <a:t>10</a:t>
            </a:r>
          </a:p>
        </p:txBody>
      </p:sp>
      <p:sp>
        <p:nvSpPr>
          <p:cNvPr id="288" name="TextBox 287">
            <a:extLst>
              <a:ext uri="{FF2B5EF4-FFF2-40B4-BE49-F238E27FC236}">
                <a16:creationId xmlns:a16="http://schemas.microsoft.com/office/drawing/2014/main" id="{B0127BF5-9E71-434E-BFEA-92B1F11F419B}"/>
              </a:ext>
            </a:extLst>
          </p:cNvPr>
          <p:cNvSpPr txBox="1"/>
          <p:nvPr/>
        </p:nvSpPr>
        <p:spPr>
          <a:xfrm>
            <a:off x="9163832" y="3696535"/>
            <a:ext cx="548206" cy="483564"/>
          </a:xfrm>
          <a:prstGeom prst="rect">
            <a:avLst/>
          </a:prstGeom>
          <a:noFill/>
        </p:spPr>
        <p:txBody>
          <a:bodyPr wrap="none" rtlCol="0">
            <a:spAutoFit/>
          </a:bodyPr>
          <a:lstStyle/>
          <a:p>
            <a:r>
              <a:rPr lang="en-US" dirty="0">
                <a:solidFill>
                  <a:srgbClr val="FF0000"/>
                </a:solidFill>
              </a:rPr>
              <a:t>11</a:t>
            </a:r>
          </a:p>
        </p:txBody>
      </p:sp>
      <p:sp>
        <p:nvSpPr>
          <p:cNvPr id="289" name="TextBox 288">
            <a:extLst>
              <a:ext uri="{FF2B5EF4-FFF2-40B4-BE49-F238E27FC236}">
                <a16:creationId xmlns:a16="http://schemas.microsoft.com/office/drawing/2014/main" id="{24581527-E833-4F7A-B3EE-3288FAB5F615}"/>
              </a:ext>
            </a:extLst>
          </p:cNvPr>
          <p:cNvSpPr txBox="1"/>
          <p:nvPr/>
        </p:nvSpPr>
        <p:spPr>
          <a:xfrm>
            <a:off x="8981827" y="791025"/>
            <a:ext cx="548206" cy="483564"/>
          </a:xfrm>
          <a:prstGeom prst="rect">
            <a:avLst/>
          </a:prstGeom>
          <a:noFill/>
        </p:spPr>
        <p:txBody>
          <a:bodyPr wrap="none" rtlCol="0">
            <a:spAutoFit/>
          </a:bodyPr>
          <a:lstStyle/>
          <a:p>
            <a:r>
              <a:rPr lang="en-US" dirty="0">
                <a:solidFill>
                  <a:srgbClr val="FF0000"/>
                </a:solidFill>
              </a:rPr>
              <a:t>12</a:t>
            </a:r>
          </a:p>
        </p:txBody>
      </p:sp>
      <p:cxnSp>
        <p:nvCxnSpPr>
          <p:cNvPr id="290" name="Straight Arrow Connector 289">
            <a:extLst>
              <a:ext uri="{FF2B5EF4-FFF2-40B4-BE49-F238E27FC236}">
                <a16:creationId xmlns:a16="http://schemas.microsoft.com/office/drawing/2014/main" id="{55C17A50-C856-4DEA-A8D4-C1B4076FDFD0}"/>
              </a:ext>
            </a:extLst>
          </p:cNvPr>
          <p:cNvCxnSpPr>
            <a:cxnSpLocks/>
          </p:cNvCxnSpPr>
          <p:nvPr/>
        </p:nvCxnSpPr>
        <p:spPr>
          <a:xfrm rot="8100000" flipV="1">
            <a:off x="8400464" y="184713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1" name="Straight Arrow Connector 290">
            <a:extLst>
              <a:ext uri="{FF2B5EF4-FFF2-40B4-BE49-F238E27FC236}">
                <a16:creationId xmlns:a16="http://schemas.microsoft.com/office/drawing/2014/main" id="{C66BA0EC-7817-4849-B3EA-67F8BC789B5F}"/>
              </a:ext>
            </a:extLst>
          </p:cNvPr>
          <p:cNvCxnSpPr>
            <a:cxnSpLocks/>
          </p:cNvCxnSpPr>
          <p:nvPr/>
        </p:nvCxnSpPr>
        <p:spPr>
          <a:xfrm rot="18900000" flipV="1">
            <a:off x="8307329" y="1720558"/>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3" name="Oval 292">
            <a:extLst>
              <a:ext uri="{FF2B5EF4-FFF2-40B4-BE49-F238E27FC236}">
                <a16:creationId xmlns:a16="http://schemas.microsoft.com/office/drawing/2014/main" id="{0D654E35-13F6-4427-8485-0D92293A1AB4}"/>
              </a:ext>
            </a:extLst>
          </p:cNvPr>
          <p:cNvSpPr/>
          <p:nvPr/>
        </p:nvSpPr>
        <p:spPr>
          <a:xfrm>
            <a:off x="229402" y="605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294" name="Oval 293">
            <a:extLst>
              <a:ext uri="{FF2B5EF4-FFF2-40B4-BE49-F238E27FC236}">
                <a16:creationId xmlns:a16="http://schemas.microsoft.com/office/drawing/2014/main" id="{607B11A5-EAE0-49A3-AADF-8535D706D5E2}"/>
              </a:ext>
            </a:extLst>
          </p:cNvPr>
          <p:cNvSpPr/>
          <p:nvPr/>
        </p:nvSpPr>
        <p:spPr>
          <a:xfrm>
            <a:off x="2565414" y="606741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296" name="Oval 295">
            <a:extLst>
              <a:ext uri="{FF2B5EF4-FFF2-40B4-BE49-F238E27FC236}">
                <a16:creationId xmlns:a16="http://schemas.microsoft.com/office/drawing/2014/main" id="{E97EB18D-FAEC-405D-BFD1-C5F02588E5A4}"/>
              </a:ext>
            </a:extLst>
          </p:cNvPr>
          <p:cNvSpPr/>
          <p:nvPr/>
        </p:nvSpPr>
        <p:spPr>
          <a:xfrm>
            <a:off x="7205470" y="605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297" name="Oval 296">
            <a:extLst>
              <a:ext uri="{FF2B5EF4-FFF2-40B4-BE49-F238E27FC236}">
                <a16:creationId xmlns:a16="http://schemas.microsoft.com/office/drawing/2014/main" id="{70D668ED-BDF2-4917-86BC-B9E90DF3DFD0}"/>
              </a:ext>
            </a:extLst>
          </p:cNvPr>
          <p:cNvSpPr/>
          <p:nvPr/>
        </p:nvSpPr>
        <p:spPr>
          <a:xfrm>
            <a:off x="227183" y="4235873"/>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sp>
        <p:nvSpPr>
          <p:cNvPr id="301" name="Oval 300">
            <a:extLst>
              <a:ext uri="{FF2B5EF4-FFF2-40B4-BE49-F238E27FC236}">
                <a16:creationId xmlns:a16="http://schemas.microsoft.com/office/drawing/2014/main" id="{BD03B9AE-6261-492E-8508-FA9AE486F270}"/>
              </a:ext>
            </a:extLst>
          </p:cNvPr>
          <p:cNvSpPr/>
          <p:nvPr/>
        </p:nvSpPr>
        <p:spPr>
          <a:xfrm>
            <a:off x="9535977" y="4233748"/>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I</a:t>
            </a:r>
            <a:endParaRPr lang="en-US" dirty="0"/>
          </a:p>
        </p:txBody>
      </p:sp>
      <p:sp>
        <p:nvSpPr>
          <p:cNvPr id="302" name="Oval 301">
            <a:extLst>
              <a:ext uri="{FF2B5EF4-FFF2-40B4-BE49-F238E27FC236}">
                <a16:creationId xmlns:a16="http://schemas.microsoft.com/office/drawing/2014/main" id="{8219E6CA-0701-46C4-9495-F0DAC3BE6D5C}"/>
              </a:ext>
            </a:extLst>
          </p:cNvPr>
          <p:cNvSpPr/>
          <p:nvPr/>
        </p:nvSpPr>
        <p:spPr>
          <a:xfrm>
            <a:off x="227183" y="2410794"/>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J</a:t>
            </a:r>
            <a:endParaRPr lang="en-US" dirty="0"/>
          </a:p>
        </p:txBody>
      </p:sp>
      <p:sp>
        <p:nvSpPr>
          <p:cNvPr id="306" name="Oval 305">
            <a:extLst>
              <a:ext uri="{FF2B5EF4-FFF2-40B4-BE49-F238E27FC236}">
                <a16:creationId xmlns:a16="http://schemas.microsoft.com/office/drawing/2014/main" id="{91BE7614-ABEE-4C51-A742-71FFD52B95A5}"/>
              </a:ext>
            </a:extLst>
          </p:cNvPr>
          <p:cNvSpPr/>
          <p:nvPr/>
        </p:nvSpPr>
        <p:spPr>
          <a:xfrm>
            <a:off x="9533403" y="2409704"/>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N</a:t>
            </a:r>
            <a:endParaRPr lang="en-US" dirty="0"/>
          </a:p>
        </p:txBody>
      </p:sp>
      <p:sp>
        <p:nvSpPr>
          <p:cNvPr id="307" name="Oval 306">
            <a:extLst>
              <a:ext uri="{FF2B5EF4-FFF2-40B4-BE49-F238E27FC236}">
                <a16:creationId xmlns:a16="http://schemas.microsoft.com/office/drawing/2014/main" id="{263F7E91-7613-4A0A-BF02-B5093EA16EE5}"/>
              </a:ext>
            </a:extLst>
          </p:cNvPr>
          <p:cNvSpPr/>
          <p:nvPr/>
        </p:nvSpPr>
        <p:spPr>
          <a:xfrm>
            <a:off x="227183" y="577930"/>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P</a:t>
            </a:r>
            <a:endParaRPr lang="en-US" dirty="0"/>
          </a:p>
        </p:txBody>
      </p:sp>
      <p:sp>
        <p:nvSpPr>
          <p:cNvPr id="309" name="Oval 308">
            <a:extLst>
              <a:ext uri="{FF2B5EF4-FFF2-40B4-BE49-F238E27FC236}">
                <a16:creationId xmlns:a16="http://schemas.microsoft.com/office/drawing/2014/main" id="{8EFD28D6-F8A2-4A21-97B7-E16C35904818}"/>
              </a:ext>
            </a:extLst>
          </p:cNvPr>
          <p:cNvSpPr/>
          <p:nvPr/>
        </p:nvSpPr>
        <p:spPr>
          <a:xfrm>
            <a:off x="4883176" y="572998"/>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R</a:t>
            </a:r>
            <a:endParaRPr lang="en-US" dirty="0"/>
          </a:p>
        </p:txBody>
      </p:sp>
      <p:sp>
        <p:nvSpPr>
          <p:cNvPr id="311" name="Oval 310">
            <a:extLst>
              <a:ext uri="{FF2B5EF4-FFF2-40B4-BE49-F238E27FC236}">
                <a16:creationId xmlns:a16="http://schemas.microsoft.com/office/drawing/2014/main" id="{8E53C076-C635-4633-8B12-F48E65DBEDD5}"/>
              </a:ext>
            </a:extLst>
          </p:cNvPr>
          <p:cNvSpPr/>
          <p:nvPr/>
        </p:nvSpPr>
        <p:spPr>
          <a:xfrm>
            <a:off x="9545597" y="57497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T</a:t>
            </a:r>
            <a:endParaRPr lang="en-US" dirty="0"/>
          </a:p>
        </p:txBody>
      </p:sp>
      <p:sp>
        <p:nvSpPr>
          <p:cNvPr id="121" name="TextBox 120">
            <a:extLst>
              <a:ext uri="{FF2B5EF4-FFF2-40B4-BE49-F238E27FC236}">
                <a16:creationId xmlns:a16="http://schemas.microsoft.com/office/drawing/2014/main" id="{F38C266C-0EEA-4DE5-9318-4D834978FAE0}"/>
              </a:ext>
            </a:extLst>
          </p:cNvPr>
          <p:cNvSpPr txBox="1"/>
          <p:nvPr/>
        </p:nvSpPr>
        <p:spPr>
          <a:xfrm>
            <a:off x="10156652" y="1683206"/>
            <a:ext cx="4378498" cy="923330"/>
          </a:xfrm>
          <a:prstGeom prst="rect">
            <a:avLst/>
          </a:prstGeom>
          <a:ln w="19050">
            <a:solidFill>
              <a:schemeClr val="tx1"/>
            </a:solidFill>
          </a:ln>
        </p:spPr>
        <p:style>
          <a:lnRef idx="1">
            <a:schemeClr val="accent1"/>
          </a:lnRef>
          <a:fillRef idx="3">
            <a:schemeClr val="accent1"/>
          </a:fillRef>
          <a:effectRef idx="2">
            <a:schemeClr val="accent1"/>
          </a:effectRef>
          <a:fontRef idx="minor">
            <a:schemeClr val="lt1"/>
          </a:fontRef>
        </p:style>
        <p:txBody>
          <a:bodyPr wrap="square">
            <a:spAutoFit/>
          </a:bodyPr>
          <a:lstStyle/>
          <a:p>
            <a:pPr algn="just"/>
            <a:r>
              <a:rPr lang="en-US" dirty="0">
                <a:latin typeface="Consolas" panose="020B0609020204030204" pitchFamily="49" charset="0"/>
              </a:rPr>
              <a:t>Edge 7:</a:t>
            </a:r>
          </a:p>
          <a:p>
            <a:pPr algn="just"/>
            <a:r>
              <a:rPr lang="en-US" dirty="0">
                <a:latin typeface="Consolas" panose="020B0609020204030204" pitchFamily="49" charset="0"/>
              </a:rPr>
              <a:t>L: Hole</a:t>
            </a:r>
          </a:p>
          <a:p>
            <a:pPr algn="just"/>
            <a:r>
              <a:rPr lang="en-US" dirty="0">
                <a:latin typeface="Consolas" panose="020B0609020204030204" pitchFamily="49" charset="0"/>
              </a:rPr>
              <a:t>G: Expand Collapsed Edge</a:t>
            </a:r>
          </a:p>
        </p:txBody>
      </p:sp>
      <p:sp>
        <p:nvSpPr>
          <p:cNvPr id="117" name="Rectangle 116">
            <a:extLst>
              <a:ext uri="{FF2B5EF4-FFF2-40B4-BE49-F238E27FC236}">
                <a16:creationId xmlns:a16="http://schemas.microsoft.com/office/drawing/2014/main" id="{BB24C0C0-E59E-4211-B5CB-E3E0B2566CC5}"/>
              </a:ext>
            </a:extLst>
          </p:cNvPr>
          <p:cNvSpPr/>
          <p:nvPr/>
        </p:nvSpPr>
        <p:spPr>
          <a:xfrm>
            <a:off x="2399392" y="744946"/>
            <a:ext cx="949383" cy="1830707"/>
          </a:xfrm>
          <a:custGeom>
            <a:avLst/>
            <a:gdLst>
              <a:gd name="connsiteX0" fmla="*/ 0 w 115151"/>
              <a:gd name="connsiteY0" fmla="*/ 0 h 1833882"/>
              <a:gd name="connsiteX1" fmla="*/ 115151 w 115151"/>
              <a:gd name="connsiteY1" fmla="*/ 0 h 1833882"/>
              <a:gd name="connsiteX2" fmla="*/ 115151 w 115151"/>
              <a:gd name="connsiteY2" fmla="*/ 1833882 h 1833882"/>
              <a:gd name="connsiteX3" fmla="*/ 0 w 115151"/>
              <a:gd name="connsiteY3" fmla="*/ 1833882 h 1833882"/>
              <a:gd name="connsiteX4" fmla="*/ 0 w 115151"/>
              <a:gd name="connsiteY4" fmla="*/ 0 h 1833882"/>
              <a:gd name="connsiteX0" fmla="*/ 0 w 251676"/>
              <a:gd name="connsiteY0" fmla="*/ 0 h 1833882"/>
              <a:gd name="connsiteX1" fmla="*/ 251676 w 251676"/>
              <a:gd name="connsiteY1" fmla="*/ 0 h 1833882"/>
              <a:gd name="connsiteX2" fmla="*/ 115151 w 251676"/>
              <a:gd name="connsiteY2" fmla="*/ 1833882 h 1833882"/>
              <a:gd name="connsiteX3" fmla="*/ 0 w 251676"/>
              <a:gd name="connsiteY3" fmla="*/ 1833882 h 1833882"/>
              <a:gd name="connsiteX4" fmla="*/ 0 w 251676"/>
              <a:gd name="connsiteY4" fmla="*/ 0 h 1833882"/>
              <a:gd name="connsiteX0" fmla="*/ 0 w 442176"/>
              <a:gd name="connsiteY0" fmla="*/ 0 h 1833882"/>
              <a:gd name="connsiteX1" fmla="*/ 442176 w 442176"/>
              <a:gd name="connsiteY1" fmla="*/ 0 h 1833882"/>
              <a:gd name="connsiteX2" fmla="*/ 305651 w 442176"/>
              <a:gd name="connsiteY2" fmla="*/ 1833882 h 1833882"/>
              <a:gd name="connsiteX3" fmla="*/ 190500 w 442176"/>
              <a:gd name="connsiteY3" fmla="*/ 1833882 h 1833882"/>
              <a:gd name="connsiteX4" fmla="*/ 0 w 442176"/>
              <a:gd name="connsiteY4" fmla="*/ 0 h 1833882"/>
              <a:gd name="connsiteX0" fmla="*/ 0 w 527901"/>
              <a:gd name="connsiteY0" fmla="*/ 0 h 1837057"/>
              <a:gd name="connsiteX1" fmla="*/ 527901 w 527901"/>
              <a:gd name="connsiteY1" fmla="*/ 3175 h 1837057"/>
              <a:gd name="connsiteX2" fmla="*/ 391376 w 527901"/>
              <a:gd name="connsiteY2" fmla="*/ 1837057 h 1837057"/>
              <a:gd name="connsiteX3" fmla="*/ 276225 w 527901"/>
              <a:gd name="connsiteY3" fmla="*/ 1837057 h 1837057"/>
              <a:gd name="connsiteX4" fmla="*/ 0 w 527901"/>
              <a:gd name="connsiteY4" fmla="*/ 0 h 1837057"/>
              <a:gd name="connsiteX0" fmla="*/ 0 w 645376"/>
              <a:gd name="connsiteY0" fmla="*/ 3175 h 1840232"/>
              <a:gd name="connsiteX1" fmla="*/ 645376 w 645376"/>
              <a:gd name="connsiteY1" fmla="*/ 0 h 1840232"/>
              <a:gd name="connsiteX2" fmla="*/ 391376 w 645376"/>
              <a:gd name="connsiteY2" fmla="*/ 1840232 h 1840232"/>
              <a:gd name="connsiteX3" fmla="*/ 276225 w 645376"/>
              <a:gd name="connsiteY3" fmla="*/ 1840232 h 1840232"/>
              <a:gd name="connsiteX4" fmla="*/ 0 w 645376"/>
              <a:gd name="connsiteY4" fmla="*/ 3175 h 1840232"/>
              <a:gd name="connsiteX0" fmla="*/ 0 w 654901"/>
              <a:gd name="connsiteY0" fmla="*/ 0 h 1837057"/>
              <a:gd name="connsiteX1" fmla="*/ 654901 w 654901"/>
              <a:gd name="connsiteY1" fmla="*/ 3175 h 1837057"/>
              <a:gd name="connsiteX2" fmla="*/ 391376 w 654901"/>
              <a:gd name="connsiteY2" fmla="*/ 1837057 h 1837057"/>
              <a:gd name="connsiteX3" fmla="*/ 276225 w 654901"/>
              <a:gd name="connsiteY3" fmla="*/ 1837057 h 1837057"/>
              <a:gd name="connsiteX4" fmla="*/ 0 w 654901"/>
              <a:gd name="connsiteY4" fmla="*/ 0 h 1837057"/>
              <a:gd name="connsiteX0" fmla="*/ 0 w 658076"/>
              <a:gd name="connsiteY0" fmla="*/ 0 h 1833882"/>
              <a:gd name="connsiteX1" fmla="*/ 658076 w 658076"/>
              <a:gd name="connsiteY1" fmla="*/ 0 h 1833882"/>
              <a:gd name="connsiteX2" fmla="*/ 394551 w 658076"/>
              <a:gd name="connsiteY2" fmla="*/ 1833882 h 1833882"/>
              <a:gd name="connsiteX3" fmla="*/ 279400 w 658076"/>
              <a:gd name="connsiteY3" fmla="*/ 1833882 h 1833882"/>
              <a:gd name="connsiteX4" fmla="*/ 0 w 658076"/>
              <a:gd name="connsiteY4" fmla="*/ 0 h 1833882"/>
              <a:gd name="connsiteX0" fmla="*/ 0 w 832701"/>
              <a:gd name="connsiteY0" fmla="*/ 0 h 1833882"/>
              <a:gd name="connsiteX1" fmla="*/ 658076 w 832701"/>
              <a:gd name="connsiteY1" fmla="*/ 0 h 1833882"/>
              <a:gd name="connsiteX2" fmla="*/ 832701 w 832701"/>
              <a:gd name="connsiteY2" fmla="*/ 1459232 h 1833882"/>
              <a:gd name="connsiteX3" fmla="*/ 279400 w 832701"/>
              <a:gd name="connsiteY3" fmla="*/ 1833882 h 1833882"/>
              <a:gd name="connsiteX4" fmla="*/ 0 w 832701"/>
              <a:gd name="connsiteY4" fmla="*/ 0 h 1833882"/>
              <a:gd name="connsiteX0" fmla="*/ 0 w 832701"/>
              <a:gd name="connsiteY0" fmla="*/ 0 h 1814832"/>
              <a:gd name="connsiteX1" fmla="*/ 658076 w 832701"/>
              <a:gd name="connsiteY1" fmla="*/ 0 h 1814832"/>
              <a:gd name="connsiteX2" fmla="*/ 832701 w 832701"/>
              <a:gd name="connsiteY2" fmla="*/ 1459232 h 1814832"/>
              <a:gd name="connsiteX3" fmla="*/ 317500 w 832701"/>
              <a:gd name="connsiteY3" fmla="*/ 1814832 h 1814832"/>
              <a:gd name="connsiteX4" fmla="*/ 0 w 832701"/>
              <a:gd name="connsiteY4" fmla="*/ 0 h 1814832"/>
              <a:gd name="connsiteX0" fmla="*/ 0 w 832701"/>
              <a:gd name="connsiteY0" fmla="*/ 0 h 1830707"/>
              <a:gd name="connsiteX1" fmla="*/ 658076 w 832701"/>
              <a:gd name="connsiteY1" fmla="*/ 0 h 1830707"/>
              <a:gd name="connsiteX2" fmla="*/ 832701 w 832701"/>
              <a:gd name="connsiteY2" fmla="*/ 1459232 h 1830707"/>
              <a:gd name="connsiteX3" fmla="*/ 333375 w 832701"/>
              <a:gd name="connsiteY3" fmla="*/ 1830707 h 1830707"/>
              <a:gd name="connsiteX4" fmla="*/ 0 w 832701"/>
              <a:gd name="connsiteY4" fmla="*/ 0 h 1830707"/>
              <a:gd name="connsiteX0" fmla="*/ 0 w 949383"/>
              <a:gd name="connsiteY0" fmla="*/ 0 h 1830707"/>
              <a:gd name="connsiteX1" fmla="*/ 658076 w 949383"/>
              <a:gd name="connsiteY1" fmla="*/ 0 h 1830707"/>
              <a:gd name="connsiteX2" fmla="*/ 949383 w 949383"/>
              <a:gd name="connsiteY2" fmla="*/ 1361601 h 1830707"/>
              <a:gd name="connsiteX3" fmla="*/ 333375 w 949383"/>
              <a:gd name="connsiteY3" fmla="*/ 1830707 h 1830707"/>
              <a:gd name="connsiteX4" fmla="*/ 0 w 949383"/>
              <a:gd name="connsiteY4" fmla="*/ 0 h 18307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9383" h="1830707">
                <a:moveTo>
                  <a:pt x="0" y="0"/>
                </a:moveTo>
                <a:lnTo>
                  <a:pt x="658076" y="0"/>
                </a:lnTo>
                <a:lnTo>
                  <a:pt x="949383" y="1361601"/>
                </a:lnTo>
                <a:lnTo>
                  <a:pt x="333375" y="1830707"/>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solidFill>
                <a:schemeClr val="bg1"/>
              </a:solidFill>
            </a:endParaRPr>
          </a:p>
        </p:txBody>
      </p:sp>
      <p:cxnSp>
        <p:nvCxnSpPr>
          <p:cNvPr id="124" name="Straight Arrow Connector 123">
            <a:extLst>
              <a:ext uri="{FF2B5EF4-FFF2-40B4-BE49-F238E27FC236}">
                <a16:creationId xmlns:a16="http://schemas.microsoft.com/office/drawing/2014/main" id="{21462356-04AF-4D7A-A146-231EED1F52AA}"/>
              </a:ext>
            </a:extLst>
          </p:cNvPr>
          <p:cNvCxnSpPr>
            <a:cxnSpLocks/>
          </p:cNvCxnSpPr>
          <p:nvPr/>
        </p:nvCxnSpPr>
        <p:spPr>
          <a:xfrm rot="4860000" flipV="1">
            <a:off x="2342398" y="158930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0" name="Oval 119">
            <a:extLst>
              <a:ext uri="{FF2B5EF4-FFF2-40B4-BE49-F238E27FC236}">
                <a16:creationId xmlns:a16="http://schemas.microsoft.com/office/drawing/2014/main" id="{24D8D6EB-429F-4F83-A03D-CB6219EAEEAF}"/>
              </a:ext>
            </a:extLst>
          </p:cNvPr>
          <p:cNvSpPr/>
          <p:nvPr/>
        </p:nvSpPr>
        <p:spPr>
          <a:xfrm>
            <a:off x="2878465" y="58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U</a:t>
            </a:r>
            <a:endParaRPr lang="en-US" dirty="0">
              <a:solidFill>
                <a:schemeClr val="accent6"/>
              </a:solidFill>
            </a:endParaRPr>
          </a:p>
        </p:txBody>
      </p:sp>
      <p:sp>
        <p:nvSpPr>
          <p:cNvPr id="308" name="Oval 307">
            <a:extLst>
              <a:ext uri="{FF2B5EF4-FFF2-40B4-BE49-F238E27FC236}">
                <a16:creationId xmlns:a16="http://schemas.microsoft.com/office/drawing/2014/main" id="{8F2DCE16-B03E-4878-9628-6458FA06E654}"/>
              </a:ext>
            </a:extLst>
          </p:cNvPr>
          <p:cNvSpPr/>
          <p:nvPr/>
        </p:nvSpPr>
        <p:spPr>
          <a:xfrm>
            <a:off x="2226010" y="58755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Q</a:t>
            </a:r>
            <a:endParaRPr lang="en-US" dirty="0">
              <a:solidFill>
                <a:schemeClr val="accent6"/>
              </a:solidFill>
            </a:endParaRPr>
          </a:p>
        </p:txBody>
      </p:sp>
      <p:cxnSp>
        <p:nvCxnSpPr>
          <p:cNvPr id="125" name="Straight Arrow Connector 124">
            <a:extLst>
              <a:ext uri="{FF2B5EF4-FFF2-40B4-BE49-F238E27FC236}">
                <a16:creationId xmlns:a16="http://schemas.microsoft.com/office/drawing/2014/main" id="{7D53D871-5EE3-4AAA-A583-1CBA76CD1AC1}"/>
              </a:ext>
            </a:extLst>
          </p:cNvPr>
          <p:cNvCxnSpPr>
            <a:cxnSpLocks/>
          </p:cNvCxnSpPr>
          <p:nvPr/>
        </p:nvCxnSpPr>
        <p:spPr>
          <a:xfrm rot="15480000" flipV="1">
            <a:off x="2861238" y="142988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6" name="Straight Arrow Connector 125">
            <a:extLst>
              <a:ext uri="{FF2B5EF4-FFF2-40B4-BE49-F238E27FC236}">
                <a16:creationId xmlns:a16="http://schemas.microsoft.com/office/drawing/2014/main" id="{0645B774-23D8-4005-A05B-FD1044FEE987}"/>
              </a:ext>
            </a:extLst>
          </p:cNvPr>
          <p:cNvCxnSpPr>
            <a:cxnSpLocks/>
          </p:cNvCxnSpPr>
          <p:nvPr/>
        </p:nvCxnSpPr>
        <p:spPr>
          <a:xfrm flipH="1">
            <a:off x="2634185" y="820689"/>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128" name="Group 127">
            <a:extLst>
              <a:ext uri="{FF2B5EF4-FFF2-40B4-BE49-F238E27FC236}">
                <a16:creationId xmlns:a16="http://schemas.microsoft.com/office/drawing/2014/main" id="{0F3EF7AA-6FDB-4389-B4A7-1B092F6C7C3F}"/>
              </a:ext>
            </a:extLst>
          </p:cNvPr>
          <p:cNvGrpSpPr/>
          <p:nvPr/>
        </p:nvGrpSpPr>
        <p:grpSpPr>
          <a:xfrm>
            <a:off x="7517721" y="4695252"/>
            <a:ext cx="2977526" cy="1342058"/>
            <a:chOff x="9063622" y="4495872"/>
            <a:chExt cx="2977526" cy="1342058"/>
          </a:xfrm>
        </p:grpSpPr>
        <p:grpSp>
          <p:nvGrpSpPr>
            <p:cNvPr id="129" name="Group 128">
              <a:extLst>
                <a:ext uri="{FF2B5EF4-FFF2-40B4-BE49-F238E27FC236}">
                  <a16:creationId xmlns:a16="http://schemas.microsoft.com/office/drawing/2014/main" id="{6271B160-5500-4EDF-B13E-7BE98E38B950}"/>
                </a:ext>
              </a:extLst>
            </p:cNvPr>
            <p:cNvGrpSpPr/>
            <p:nvPr/>
          </p:nvGrpSpPr>
          <p:grpSpPr>
            <a:xfrm>
              <a:off x="9063622" y="4495872"/>
              <a:ext cx="1951540" cy="369332"/>
              <a:chOff x="5793989" y="4428721"/>
              <a:chExt cx="1951540" cy="369332"/>
            </a:xfrm>
          </p:grpSpPr>
          <p:sp>
            <p:nvSpPr>
              <p:cNvPr id="136" name="Oval 135">
                <a:extLst>
                  <a:ext uri="{FF2B5EF4-FFF2-40B4-BE49-F238E27FC236}">
                    <a16:creationId xmlns:a16="http://schemas.microsoft.com/office/drawing/2014/main" id="{96D570CB-9AD5-46E7-A1D8-FF90ED354312}"/>
                  </a:ext>
                </a:extLst>
              </p:cNvPr>
              <p:cNvSpPr/>
              <p:nvPr/>
            </p:nvSpPr>
            <p:spPr>
              <a:xfrm>
                <a:off x="5793989" y="447891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X</a:t>
                </a:r>
                <a:endParaRPr lang="en-US" dirty="0"/>
              </a:p>
            </p:txBody>
          </p:sp>
          <p:sp>
            <p:nvSpPr>
              <p:cNvPr id="137" name="TextBox 136">
                <a:extLst>
                  <a:ext uri="{FF2B5EF4-FFF2-40B4-BE49-F238E27FC236}">
                    <a16:creationId xmlns:a16="http://schemas.microsoft.com/office/drawing/2014/main" id="{6884A116-07A5-4487-B11C-D503B3CD996B}"/>
                  </a:ext>
                </a:extLst>
              </p:cNvPr>
              <p:cNvSpPr txBox="1"/>
              <p:nvPr/>
            </p:nvSpPr>
            <p:spPr>
              <a:xfrm>
                <a:off x="6060452" y="4428721"/>
                <a:ext cx="1685077" cy="369332"/>
              </a:xfrm>
              <a:prstGeom prst="rect">
                <a:avLst/>
              </a:prstGeom>
              <a:noFill/>
            </p:spPr>
            <p:txBody>
              <a:bodyPr wrap="none" rtlCol="0">
                <a:spAutoFit/>
              </a:bodyPr>
              <a:lstStyle/>
              <a:p>
                <a:r>
                  <a:rPr lang="en-US" dirty="0"/>
                  <a:t>Regular vertex</a:t>
                </a:r>
              </a:p>
            </p:txBody>
          </p:sp>
        </p:grpSp>
        <p:grpSp>
          <p:nvGrpSpPr>
            <p:cNvPr id="130" name="Group 129">
              <a:extLst>
                <a:ext uri="{FF2B5EF4-FFF2-40B4-BE49-F238E27FC236}">
                  <a16:creationId xmlns:a16="http://schemas.microsoft.com/office/drawing/2014/main" id="{22BD9A63-4B0E-42AA-8911-64A002869876}"/>
                </a:ext>
              </a:extLst>
            </p:cNvPr>
            <p:cNvGrpSpPr/>
            <p:nvPr/>
          </p:nvGrpSpPr>
          <p:grpSpPr>
            <a:xfrm>
              <a:off x="9063622" y="4959034"/>
              <a:ext cx="2977526" cy="369332"/>
              <a:chOff x="5793989" y="4891883"/>
              <a:chExt cx="2977526" cy="369332"/>
            </a:xfrm>
          </p:grpSpPr>
          <p:sp>
            <p:nvSpPr>
              <p:cNvPr id="134" name="Oval 133">
                <a:extLst>
                  <a:ext uri="{FF2B5EF4-FFF2-40B4-BE49-F238E27FC236}">
                    <a16:creationId xmlns:a16="http://schemas.microsoft.com/office/drawing/2014/main" id="{817B9C89-5ECC-4077-AD52-216CBA748887}"/>
                  </a:ext>
                </a:extLst>
              </p:cNvPr>
              <p:cNvSpPr/>
              <p:nvPr/>
            </p:nvSpPr>
            <p:spPr>
              <a:xfrm>
                <a:off x="5793989" y="4942079"/>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sp>
            <p:nvSpPr>
              <p:cNvPr id="135" name="TextBox 134">
                <a:extLst>
                  <a:ext uri="{FF2B5EF4-FFF2-40B4-BE49-F238E27FC236}">
                    <a16:creationId xmlns:a16="http://schemas.microsoft.com/office/drawing/2014/main" id="{C4B5BD52-DD86-4E0D-8EF2-B7F3212A5D63}"/>
                  </a:ext>
                </a:extLst>
              </p:cNvPr>
              <p:cNvSpPr txBox="1"/>
              <p:nvPr/>
            </p:nvSpPr>
            <p:spPr>
              <a:xfrm>
                <a:off x="6060452" y="4891883"/>
                <a:ext cx="2711063" cy="369332"/>
              </a:xfrm>
              <a:prstGeom prst="rect">
                <a:avLst/>
              </a:prstGeom>
              <a:noFill/>
            </p:spPr>
            <p:txBody>
              <a:bodyPr wrap="none" rtlCol="0">
                <a:spAutoFit/>
              </a:bodyPr>
              <a:lstStyle/>
              <a:p>
                <a:r>
                  <a:rPr lang="en-US" dirty="0"/>
                  <a:t>Interface Element Vertex</a:t>
                </a:r>
              </a:p>
            </p:txBody>
          </p:sp>
        </p:grpSp>
        <p:grpSp>
          <p:nvGrpSpPr>
            <p:cNvPr id="131" name="Group 130">
              <a:extLst>
                <a:ext uri="{FF2B5EF4-FFF2-40B4-BE49-F238E27FC236}">
                  <a16:creationId xmlns:a16="http://schemas.microsoft.com/office/drawing/2014/main" id="{45F7203A-AB4C-46B0-B45A-7F8290805208}"/>
                </a:ext>
              </a:extLst>
            </p:cNvPr>
            <p:cNvGrpSpPr/>
            <p:nvPr/>
          </p:nvGrpSpPr>
          <p:grpSpPr>
            <a:xfrm>
              <a:off x="9063622" y="5468598"/>
              <a:ext cx="1951540" cy="369332"/>
              <a:chOff x="5793989" y="5411274"/>
              <a:chExt cx="1951540" cy="369332"/>
            </a:xfrm>
          </p:grpSpPr>
          <p:sp>
            <p:nvSpPr>
              <p:cNvPr id="132" name="Oval 131">
                <a:extLst>
                  <a:ext uri="{FF2B5EF4-FFF2-40B4-BE49-F238E27FC236}">
                    <a16:creationId xmlns:a16="http://schemas.microsoft.com/office/drawing/2014/main" id="{317466B4-104B-4EDB-BFB1-7CA5FC26121E}"/>
                  </a:ext>
                </a:extLst>
              </p:cNvPr>
              <p:cNvSpPr/>
              <p:nvPr/>
            </p:nvSpPr>
            <p:spPr>
              <a:xfrm>
                <a:off x="5793989" y="5461470"/>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sp>
            <p:nvSpPr>
              <p:cNvPr id="133" name="TextBox 132">
                <a:extLst>
                  <a:ext uri="{FF2B5EF4-FFF2-40B4-BE49-F238E27FC236}">
                    <a16:creationId xmlns:a16="http://schemas.microsoft.com/office/drawing/2014/main" id="{F193CB36-8669-495E-9824-7C013274B110}"/>
                  </a:ext>
                </a:extLst>
              </p:cNvPr>
              <p:cNvSpPr txBox="1"/>
              <p:nvPr/>
            </p:nvSpPr>
            <p:spPr>
              <a:xfrm>
                <a:off x="6060452" y="5411274"/>
                <a:ext cx="1685077" cy="369332"/>
              </a:xfrm>
              <a:prstGeom prst="rect">
                <a:avLst/>
              </a:prstGeom>
              <a:noFill/>
            </p:spPr>
            <p:txBody>
              <a:bodyPr wrap="none" rtlCol="0">
                <a:spAutoFit/>
              </a:bodyPr>
              <a:lstStyle/>
              <a:p>
                <a:r>
                  <a:rPr lang="en-US" dirty="0"/>
                  <a:t>Collapse Edge</a:t>
                </a:r>
              </a:p>
            </p:txBody>
          </p:sp>
        </p:grpSp>
      </p:grpSp>
      <p:sp>
        <p:nvSpPr>
          <p:cNvPr id="3" name="Freeform: Shape 2">
            <a:extLst>
              <a:ext uri="{FF2B5EF4-FFF2-40B4-BE49-F238E27FC236}">
                <a16:creationId xmlns:a16="http://schemas.microsoft.com/office/drawing/2014/main" id="{F0CF0035-77BE-41F8-96B9-F0A019030BC3}"/>
              </a:ext>
            </a:extLst>
          </p:cNvPr>
          <p:cNvSpPr/>
          <p:nvPr/>
        </p:nvSpPr>
        <p:spPr>
          <a:xfrm>
            <a:off x="2730500" y="2108200"/>
            <a:ext cx="2332038" cy="693736"/>
          </a:xfrm>
          <a:custGeom>
            <a:avLst/>
            <a:gdLst>
              <a:gd name="connsiteX0" fmla="*/ 501650 w 2317750"/>
              <a:gd name="connsiteY0" fmla="*/ 0 h 368300"/>
              <a:gd name="connsiteX1" fmla="*/ 2317750 w 2317750"/>
              <a:gd name="connsiteY1" fmla="*/ 365125 h 368300"/>
              <a:gd name="connsiteX2" fmla="*/ 0 w 2317750"/>
              <a:gd name="connsiteY2" fmla="*/ 368300 h 368300"/>
              <a:gd name="connsiteX3" fmla="*/ 501650 w 2317750"/>
              <a:gd name="connsiteY3" fmla="*/ 0 h 368300"/>
              <a:gd name="connsiteX0" fmla="*/ 501650 w 2317750"/>
              <a:gd name="connsiteY0" fmla="*/ 0 h 368300"/>
              <a:gd name="connsiteX1" fmla="*/ 2317750 w 2317750"/>
              <a:gd name="connsiteY1" fmla="*/ 365125 h 368300"/>
              <a:gd name="connsiteX2" fmla="*/ 0 w 2317750"/>
              <a:gd name="connsiteY2" fmla="*/ 368300 h 368300"/>
              <a:gd name="connsiteX3" fmla="*/ 501650 w 2317750"/>
              <a:gd name="connsiteY3" fmla="*/ 0 h 368300"/>
              <a:gd name="connsiteX0" fmla="*/ 501650 w 2317750"/>
              <a:gd name="connsiteY0" fmla="*/ 0 h 375444"/>
              <a:gd name="connsiteX1" fmla="*/ 2317750 w 2317750"/>
              <a:gd name="connsiteY1" fmla="*/ 365125 h 375444"/>
              <a:gd name="connsiteX2" fmla="*/ 0 w 2317750"/>
              <a:gd name="connsiteY2" fmla="*/ 375444 h 375444"/>
              <a:gd name="connsiteX3" fmla="*/ 501650 w 2317750"/>
              <a:gd name="connsiteY3" fmla="*/ 0 h 375444"/>
              <a:gd name="connsiteX0" fmla="*/ 501650 w 2332038"/>
              <a:gd name="connsiteY0" fmla="*/ 0 h 375444"/>
              <a:gd name="connsiteX1" fmla="*/ 2332038 w 2332038"/>
              <a:gd name="connsiteY1" fmla="*/ 374650 h 375444"/>
              <a:gd name="connsiteX2" fmla="*/ 0 w 2332038"/>
              <a:gd name="connsiteY2" fmla="*/ 375444 h 375444"/>
              <a:gd name="connsiteX3" fmla="*/ 501650 w 2332038"/>
              <a:gd name="connsiteY3" fmla="*/ 0 h 375444"/>
              <a:gd name="connsiteX0" fmla="*/ 623094 w 2332038"/>
              <a:gd name="connsiteY0" fmla="*/ 0 h 470694"/>
              <a:gd name="connsiteX1" fmla="*/ 2332038 w 2332038"/>
              <a:gd name="connsiteY1" fmla="*/ 469900 h 470694"/>
              <a:gd name="connsiteX2" fmla="*/ 0 w 2332038"/>
              <a:gd name="connsiteY2" fmla="*/ 470694 h 470694"/>
              <a:gd name="connsiteX3" fmla="*/ 623094 w 2332038"/>
              <a:gd name="connsiteY3" fmla="*/ 0 h 470694"/>
              <a:gd name="connsiteX0" fmla="*/ 623094 w 2322513"/>
              <a:gd name="connsiteY0" fmla="*/ 0 h 703262"/>
              <a:gd name="connsiteX1" fmla="*/ 2322513 w 2322513"/>
              <a:gd name="connsiteY1" fmla="*/ 703262 h 703262"/>
              <a:gd name="connsiteX2" fmla="*/ 0 w 2322513"/>
              <a:gd name="connsiteY2" fmla="*/ 470694 h 703262"/>
              <a:gd name="connsiteX3" fmla="*/ 623094 w 2322513"/>
              <a:gd name="connsiteY3" fmla="*/ 0 h 703262"/>
              <a:gd name="connsiteX0" fmla="*/ 623094 w 2322513"/>
              <a:gd name="connsiteY0" fmla="*/ 0 h 691355"/>
              <a:gd name="connsiteX1" fmla="*/ 2322513 w 2322513"/>
              <a:gd name="connsiteY1" fmla="*/ 691355 h 691355"/>
              <a:gd name="connsiteX2" fmla="*/ 0 w 2322513"/>
              <a:gd name="connsiteY2" fmla="*/ 470694 h 691355"/>
              <a:gd name="connsiteX3" fmla="*/ 623094 w 2322513"/>
              <a:gd name="connsiteY3" fmla="*/ 0 h 691355"/>
              <a:gd name="connsiteX0" fmla="*/ 623094 w 2324894"/>
              <a:gd name="connsiteY0" fmla="*/ 0 h 693736"/>
              <a:gd name="connsiteX1" fmla="*/ 2324894 w 2324894"/>
              <a:gd name="connsiteY1" fmla="*/ 693736 h 693736"/>
              <a:gd name="connsiteX2" fmla="*/ 0 w 2324894"/>
              <a:gd name="connsiteY2" fmla="*/ 470694 h 693736"/>
              <a:gd name="connsiteX3" fmla="*/ 623094 w 2324894"/>
              <a:gd name="connsiteY3" fmla="*/ 0 h 693736"/>
              <a:gd name="connsiteX0" fmla="*/ 623094 w 2332038"/>
              <a:gd name="connsiteY0" fmla="*/ 0 h 693736"/>
              <a:gd name="connsiteX1" fmla="*/ 2332038 w 2332038"/>
              <a:gd name="connsiteY1" fmla="*/ 206375 h 693736"/>
              <a:gd name="connsiteX2" fmla="*/ 2324894 w 2332038"/>
              <a:gd name="connsiteY2" fmla="*/ 693736 h 693736"/>
              <a:gd name="connsiteX3" fmla="*/ 0 w 2332038"/>
              <a:gd name="connsiteY3" fmla="*/ 470694 h 693736"/>
              <a:gd name="connsiteX4" fmla="*/ 623094 w 2332038"/>
              <a:gd name="connsiteY4" fmla="*/ 0 h 693736"/>
              <a:gd name="connsiteX0" fmla="*/ 623094 w 2332038"/>
              <a:gd name="connsiteY0" fmla="*/ 0 h 693736"/>
              <a:gd name="connsiteX1" fmla="*/ 2332038 w 2332038"/>
              <a:gd name="connsiteY1" fmla="*/ 206375 h 693736"/>
              <a:gd name="connsiteX2" fmla="*/ 2324894 w 2332038"/>
              <a:gd name="connsiteY2" fmla="*/ 693736 h 693736"/>
              <a:gd name="connsiteX3" fmla="*/ 0 w 2332038"/>
              <a:gd name="connsiteY3" fmla="*/ 470694 h 693736"/>
              <a:gd name="connsiteX4" fmla="*/ 623094 w 2332038"/>
              <a:gd name="connsiteY4" fmla="*/ 0 h 693736"/>
              <a:gd name="connsiteX0" fmla="*/ 623094 w 2332038"/>
              <a:gd name="connsiteY0" fmla="*/ 0 h 693736"/>
              <a:gd name="connsiteX1" fmla="*/ 2332038 w 2332038"/>
              <a:gd name="connsiteY1" fmla="*/ 206375 h 693736"/>
              <a:gd name="connsiteX2" fmla="*/ 2324894 w 2332038"/>
              <a:gd name="connsiteY2" fmla="*/ 693736 h 693736"/>
              <a:gd name="connsiteX3" fmla="*/ 0 w 2332038"/>
              <a:gd name="connsiteY3" fmla="*/ 470694 h 693736"/>
              <a:gd name="connsiteX4" fmla="*/ 623094 w 2332038"/>
              <a:gd name="connsiteY4" fmla="*/ 0 h 693736"/>
              <a:gd name="connsiteX0" fmla="*/ 623094 w 2332038"/>
              <a:gd name="connsiteY0" fmla="*/ 0 h 693736"/>
              <a:gd name="connsiteX1" fmla="*/ 2332038 w 2332038"/>
              <a:gd name="connsiteY1" fmla="*/ 206375 h 693736"/>
              <a:gd name="connsiteX2" fmla="*/ 2324894 w 2332038"/>
              <a:gd name="connsiteY2" fmla="*/ 693736 h 693736"/>
              <a:gd name="connsiteX3" fmla="*/ 0 w 2332038"/>
              <a:gd name="connsiteY3" fmla="*/ 470694 h 693736"/>
              <a:gd name="connsiteX4" fmla="*/ 623094 w 2332038"/>
              <a:gd name="connsiteY4" fmla="*/ 0 h 693736"/>
              <a:gd name="connsiteX0" fmla="*/ 623094 w 2332038"/>
              <a:gd name="connsiteY0" fmla="*/ 0 h 693736"/>
              <a:gd name="connsiteX1" fmla="*/ 2332038 w 2332038"/>
              <a:gd name="connsiteY1" fmla="*/ 206375 h 693736"/>
              <a:gd name="connsiteX2" fmla="*/ 2324894 w 2332038"/>
              <a:gd name="connsiteY2" fmla="*/ 693736 h 693736"/>
              <a:gd name="connsiteX3" fmla="*/ 0 w 2332038"/>
              <a:gd name="connsiteY3" fmla="*/ 470694 h 693736"/>
              <a:gd name="connsiteX4" fmla="*/ 623094 w 2332038"/>
              <a:gd name="connsiteY4" fmla="*/ 0 h 6937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2038" h="693736">
                <a:moveTo>
                  <a:pt x="623094" y="0"/>
                </a:moveTo>
                <a:lnTo>
                  <a:pt x="2332038" y="206375"/>
                </a:lnTo>
                <a:lnTo>
                  <a:pt x="2324894" y="693736"/>
                </a:lnTo>
                <a:lnTo>
                  <a:pt x="0" y="470694"/>
                </a:lnTo>
                <a:lnTo>
                  <a:pt x="623094"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27" name="Oval 126">
            <a:extLst>
              <a:ext uri="{FF2B5EF4-FFF2-40B4-BE49-F238E27FC236}">
                <a16:creationId xmlns:a16="http://schemas.microsoft.com/office/drawing/2014/main" id="{67A1B56D-8F01-4230-8937-D9F688EC4F8B}"/>
              </a:ext>
            </a:extLst>
          </p:cNvPr>
          <p:cNvSpPr/>
          <p:nvPr/>
        </p:nvSpPr>
        <p:spPr>
          <a:xfrm>
            <a:off x="3175381" y="190956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V</a:t>
            </a:r>
            <a:endParaRPr lang="en-US" dirty="0">
              <a:solidFill>
                <a:schemeClr val="accent6"/>
              </a:solidFill>
            </a:endParaRPr>
          </a:p>
        </p:txBody>
      </p:sp>
      <p:cxnSp>
        <p:nvCxnSpPr>
          <p:cNvPr id="138" name="Straight Arrow Connector 137">
            <a:extLst>
              <a:ext uri="{FF2B5EF4-FFF2-40B4-BE49-F238E27FC236}">
                <a16:creationId xmlns:a16="http://schemas.microsoft.com/office/drawing/2014/main" id="{B0769048-E83B-42C0-A540-3F580847A228}"/>
              </a:ext>
            </a:extLst>
          </p:cNvPr>
          <p:cNvCxnSpPr>
            <a:cxnSpLocks/>
          </p:cNvCxnSpPr>
          <p:nvPr/>
        </p:nvCxnSpPr>
        <p:spPr>
          <a:xfrm rot="8760000" flipH="1">
            <a:off x="2930220" y="2278845"/>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9" name="Straight Arrow Connector 138">
            <a:extLst>
              <a:ext uri="{FF2B5EF4-FFF2-40B4-BE49-F238E27FC236}">
                <a16:creationId xmlns:a16="http://schemas.microsoft.com/office/drawing/2014/main" id="{BE00E4BA-EB50-438A-98F1-02A743DF3D3A}"/>
              </a:ext>
            </a:extLst>
          </p:cNvPr>
          <p:cNvCxnSpPr>
            <a:cxnSpLocks/>
          </p:cNvCxnSpPr>
          <p:nvPr/>
        </p:nvCxnSpPr>
        <p:spPr>
          <a:xfrm rot="4680000" flipV="1">
            <a:off x="2977066" y="1418390"/>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0" name="Straight Arrow Connector 139">
            <a:extLst>
              <a:ext uri="{FF2B5EF4-FFF2-40B4-BE49-F238E27FC236}">
                <a16:creationId xmlns:a16="http://schemas.microsoft.com/office/drawing/2014/main" id="{161CE13B-8C2B-41ED-8D35-D7E01DC65B2D}"/>
              </a:ext>
            </a:extLst>
          </p:cNvPr>
          <p:cNvCxnSpPr>
            <a:cxnSpLocks/>
          </p:cNvCxnSpPr>
          <p:nvPr/>
        </p:nvCxnSpPr>
        <p:spPr>
          <a:xfrm rot="19560000" flipH="1">
            <a:off x="2983900" y="2392292"/>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1" name="Straight Arrow Connector 140">
            <a:extLst>
              <a:ext uri="{FF2B5EF4-FFF2-40B4-BE49-F238E27FC236}">
                <a16:creationId xmlns:a16="http://schemas.microsoft.com/office/drawing/2014/main" id="{EF6769F9-44E9-4FB3-9F44-FA166E264CD9}"/>
              </a:ext>
            </a:extLst>
          </p:cNvPr>
          <p:cNvCxnSpPr>
            <a:cxnSpLocks/>
          </p:cNvCxnSpPr>
          <p:nvPr/>
        </p:nvCxnSpPr>
        <p:spPr>
          <a:xfrm rot="420000" flipV="1">
            <a:off x="3717229" y="2620465"/>
            <a:ext cx="37490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2" name="Straight Arrow Connector 141">
            <a:extLst>
              <a:ext uri="{FF2B5EF4-FFF2-40B4-BE49-F238E27FC236}">
                <a16:creationId xmlns:a16="http://schemas.microsoft.com/office/drawing/2014/main" id="{14DF4CC4-22E4-4D7C-96E1-2A073067C3D3}"/>
              </a:ext>
            </a:extLst>
          </p:cNvPr>
          <p:cNvCxnSpPr>
            <a:cxnSpLocks noChangeAspect="1"/>
          </p:cNvCxnSpPr>
          <p:nvPr/>
        </p:nvCxnSpPr>
        <p:spPr>
          <a:xfrm rot="-240000" flipH="1" flipV="1">
            <a:off x="3929083" y="2236191"/>
            <a:ext cx="377822" cy="731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3" name="Straight Arrow Connector 142">
            <a:extLst>
              <a:ext uri="{FF2B5EF4-FFF2-40B4-BE49-F238E27FC236}">
                <a16:creationId xmlns:a16="http://schemas.microsoft.com/office/drawing/2014/main" id="{7250F51B-E421-441D-B373-EC408E4513EB}"/>
              </a:ext>
            </a:extLst>
          </p:cNvPr>
          <p:cNvCxnSpPr>
            <a:cxnSpLocks noChangeAspect="1"/>
          </p:cNvCxnSpPr>
          <p:nvPr/>
        </p:nvCxnSpPr>
        <p:spPr>
          <a:xfrm rot="10620000" flipH="1" flipV="1">
            <a:off x="3978920" y="2109291"/>
            <a:ext cx="377822" cy="731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4" name="Rectangle 116">
            <a:extLst>
              <a:ext uri="{FF2B5EF4-FFF2-40B4-BE49-F238E27FC236}">
                <a16:creationId xmlns:a16="http://schemas.microsoft.com/office/drawing/2014/main" id="{74BCF242-26F5-493B-9954-13A77658EF55}"/>
              </a:ext>
            </a:extLst>
          </p:cNvPr>
          <p:cNvSpPr/>
          <p:nvPr/>
        </p:nvSpPr>
        <p:spPr>
          <a:xfrm rot="10800000">
            <a:off x="4747192" y="4411166"/>
            <a:ext cx="658076" cy="1833882"/>
          </a:xfrm>
          <a:custGeom>
            <a:avLst/>
            <a:gdLst>
              <a:gd name="connsiteX0" fmla="*/ 0 w 115151"/>
              <a:gd name="connsiteY0" fmla="*/ 0 h 1833882"/>
              <a:gd name="connsiteX1" fmla="*/ 115151 w 115151"/>
              <a:gd name="connsiteY1" fmla="*/ 0 h 1833882"/>
              <a:gd name="connsiteX2" fmla="*/ 115151 w 115151"/>
              <a:gd name="connsiteY2" fmla="*/ 1833882 h 1833882"/>
              <a:gd name="connsiteX3" fmla="*/ 0 w 115151"/>
              <a:gd name="connsiteY3" fmla="*/ 1833882 h 1833882"/>
              <a:gd name="connsiteX4" fmla="*/ 0 w 115151"/>
              <a:gd name="connsiteY4" fmla="*/ 0 h 1833882"/>
              <a:gd name="connsiteX0" fmla="*/ 0 w 251676"/>
              <a:gd name="connsiteY0" fmla="*/ 0 h 1833882"/>
              <a:gd name="connsiteX1" fmla="*/ 251676 w 251676"/>
              <a:gd name="connsiteY1" fmla="*/ 0 h 1833882"/>
              <a:gd name="connsiteX2" fmla="*/ 115151 w 251676"/>
              <a:gd name="connsiteY2" fmla="*/ 1833882 h 1833882"/>
              <a:gd name="connsiteX3" fmla="*/ 0 w 251676"/>
              <a:gd name="connsiteY3" fmla="*/ 1833882 h 1833882"/>
              <a:gd name="connsiteX4" fmla="*/ 0 w 251676"/>
              <a:gd name="connsiteY4" fmla="*/ 0 h 1833882"/>
              <a:gd name="connsiteX0" fmla="*/ 0 w 442176"/>
              <a:gd name="connsiteY0" fmla="*/ 0 h 1833882"/>
              <a:gd name="connsiteX1" fmla="*/ 442176 w 442176"/>
              <a:gd name="connsiteY1" fmla="*/ 0 h 1833882"/>
              <a:gd name="connsiteX2" fmla="*/ 305651 w 442176"/>
              <a:gd name="connsiteY2" fmla="*/ 1833882 h 1833882"/>
              <a:gd name="connsiteX3" fmla="*/ 190500 w 442176"/>
              <a:gd name="connsiteY3" fmla="*/ 1833882 h 1833882"/>
              <a:gd name="connsiteX4" fmla="*/ 0 w 442176"/>
              <a:gd name="connsiteY4" fmla="*/ 0 h 1833882"/>
              <a:gd name="connsiteX0" fmla="*/ 0 w 527901"/>
              <a:gd name="connsiteY0" fmla="*/ 0 h 1837057"/>
              <a:gd name="connsiteX1" fmla="*/ 527901 w 527901"/>
              <a:gd name="connsiteY1" fmla="*/ 3175 h 1837057"/>
              <a:gd name="connsiteX2" fmla="*/ 391376 w 527901"/>
              <a:gd name="connsiteY2" fmla="*/ 1837057 h 1837057"/>
              <a:gd name="connsiteX3" fmla="*/ 276225 w 527901"/>
              <a:gd name="connsiteY3" fmla="*/ 1837057 h 1837057"/>
              <a:gd name="connsiteX4" fmla="*/ 0 w 527901"/>
              <a:gd name="connsiteY4" fmla="*/ 0 h 1837057"/>
              <a:gd name="connsiteX0" fmla="*/ 0 w 645376"/>
              <a:gd name="connsiteY0" fmla="*/ 3175 h 1840232"/>
              <a:gd name="connsiteX1" fmla="*/ 645376 w 645376"/>
              <a:gd name="connsiteY1" fmla="*/ 0 h 1840232"/>
              <a:gd name="connsiteX2" fmla="*/ 391376 w 645376"/>
              <a:gd name="connsiteY2" fmla="*/ 1840232 h 1840232"/>
              <a:gd name="connsiteX3" fmla="*/ 276225 w 645376"/>
              <a:gd name="connsiteY3" fmla="*/ 1840232 h 1840232"/>
              <a:gd name="connsiteX4" fmla="*/ 0 w 645376"/>
              <a:gd name="connsiteY4" fmla="*/ 3175 h 1840232"/>
              <a:gd name="connsiteX0" fmla="*/ 0 w 654901"/>
              <a:gd name="connsiteY0" fmla="*/ 0 h 1837057"/>
              <a:gd name="connsiteX1" fmla="*/ 654901 w 654901"/>
              <a:gd name="connsiteY1" fmla="*/ 3175 h 1837057"/>
              <a:gd name="connsiteX2" fmla="*/ 391376 w 654901"/>
              <a:gd name="connsiteY2" fmla="*/ 1837057 h 1837057"/>
              <a:gd name="connsiteX3" fmla="*/ 276225 w 654901"/>
              <a:gd name="connsiteY3" fmla="*/ 1837057 h 1837057"/>
              <a:gd name="connsiteX4" fmla="*/ 0 w 654901"/>
              <a:gd name="connsiteY4" fmla="*/ 0 h 1837057"/>
              <a:gd name="connsiteX0" fmla="*/ 0 w 658076"/>
              <a:gd name="connsiteY0" fmla="*/ 0 h 1833882"/>
              <a:gd name="connsiteX1" fmla="*/ 658076 w 658076"/>
              <a:gd name="connsiteY1" fmla="*/ 0 h 1833882"/>
              <a:gd name="connsiteX2" fmla="*/ 394551 w 658076"/>
              <a:gd name="connsiteY2" fmla="*/ 1833882 h 1833882"/>
              <a:gd name="connsiteX3" fmla="*/ 279400 w 658076"/>
              <a:gd name="connsiteY3" fmla="*/ 1833882 h 1833882"/>
              <a:gd name="connsiteX4" fmla="*/ 0 w 658076"/>
              <a:gd name="connsiteY4" fmla="*/ 0 h 18338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8076" h="1833882">
                <a:moveTo>
                  <a:pt x="0" y="0"/>
                </a:moveTo>
                <a:lnTo>
                  <a:pt x="658076" y="0"/>
                </a:lnTo>
                <a:lnTo>
                  <a:pt x="394551" y="1833882"/>
                </a:lnTo>
                <a:lnTo>
                  <a:pt x="279400" y="1833882"/>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solidFill>
                <a:schemeClr val="bg1"/>
              </a:solidFill>
            </a:endParaRPr>
          </a:p>
        </p:txBody>
      </p:sp>
      <p:sp>
        <p:nvSpPr>
          <p:cNvPr id="299" name="Oval 298">
            <a:extLst>
              <a:ext uri="{FF2B5EF4-FFF2-40B4-BE49-F238E27FC236}">
                <a16:creationId xmlns:a16="http://schemas.microsoft.com/office/drawing/2014/main" id="{6490FEBE-9AB0-4AD8-AE43-8E33920E4F89}"/>
              </a:ext>
            </a:extLst>
          </p:cNvPr>
          <p:cNvSpPr/>
          <p:nvPr/>
        </p:nvSpPr>
        <p:spPr>
          <a:xfrm>
            <a:off x="4880669" y="4238259"/>
            <a:ext cx="352122" cy="352122"/>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G</a:t>
            </a:r>
            <a:endParaRPr lang="en-US" dirty="0">
              <a:solidFill>
                <a:schemeClr val="accent6"/>
              </a:solidFill>
            </a:endParaRPr>
          </a:p>
        </p:txBody>
      </p:sp>
      <p:sp>
        <p:nvSpPr>
          <p:cNvPr id="295" name="Oval 294">
            <a:extLst>
              <a:ext uri="{FF2B5EF4-FFF2-40B4-BE49-F238E27FC236}">
                <a16:creationId xmlns:a16="http://schemas.microsoft.com/office/drawing/2014/main" id="{E997ED73-D3C0-41B5-A7D6-45EBCAE17432}"/>
              </a:ext>
            </a:extLst>
          </p:cNvPr>
          <p:cNvSpPr/>
          <p:nvPr/>
        </p:nvSpPr>
        <p:spPr>
          <a:xfrm>
            <a:off x="5220631" y="606462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C</a:t>
            </a:r>
            <a:endParaRPr lang="en-US" dirty="0">
              <a:solidFill>
                <a:schemeClr val="accent6"/>
              </a:solidFill>
            </a:endParaRPr>
          </a:p>
        </p:txBody>
      </p:sp>
      <p:sp>
        <p:nvSpPr>
          <p:cNvPr id="145" name="Oval 144">
            <a:extLst>
              <a:ext uri="{FF2B5EF4-FFF2-40B4-BE49-F238E27FC236}">
                <a16:creationId xmlns:a16="http://schemas.microsoft.com/office/drawing/2014/main" id="{3166C6E9-B363-4853-87E4-3408682BDA67}"/>
              </a:ext>
            </a:extLst>
          </p:cNvPr>
          <p:cNvSpPr/>
          <p:nvPr/>
        </p:nvSpPr>
        <p:spPr>
          <a:xfrm>
            <a:off x="4521113" y="606462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cxnSp>
        <p:nvCxnSpPr>
          <p:cNvPr id="146" name="Straight Arrow Connector 145">
            <a:extLst>
              <a:ext uri="{FF2B5EF4-FFF2-40B4-BE49-F238E27FC236}">
                <a16:creationId xmlns:a16="http://schemas.microsoft.com/office/drawing/2014/main" id="{920B0B40-82B8-4B06-822B-19E9D990A3D0}"/>
              </a:ext>
            </a:extLst>
          </p:cNvPr>
          <p:cNvCxnSpPr>
            <a:cxnSpLocks/>
          </p:cNvCxnSpPr>
          <p:nvPr/>
        </p:nvCxnSpPr>
        <p:spPr>
          <a:xfrm rot="10800000" flipH="1">
            <a:off x="4964889" y="6175634"/>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8" name="Straight Arrow Connector 147">
            <a:extLst>
              <a:ext uri="{FF2B5EF4-FFF2-40B4-BE49-F238E27FC236}">
                <a16:creationId xmlns:a16="http://schemas.microsoft.com/office/drawing/2014/main" id="{BD1A0C40-71C8-47FD-B86F-71F2DEFCCAB8}"/>
              </a:ext>
            </a:extLst>
          </p:cNvPr>
          <p:cNvCxnSpPr>
            <a:cxnSpLocks/>
          </p:cNvCxnSpPr>
          <p:nvPr/>
        </p:nvCxnSpPr>
        <p:spPr>
          <a:xfrm rot="15600000" flipV="1">
            <a:off x="4919688" y="530104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9" name="Straight Arrow Connector 148">
            <a:extLst>
              <a:ext uri="{FF2B5EF4-FFF2-40B4-BE49-F238E27FC236}">
                <a16:creationId xmlns:a16="http://schemas.microsoft.com/office/drawing/2014/main" id="{0FBBD423-B321-4845-8A7B-8E7D2AB63E51}"/>
              </a:ext>
            </a:extLst>
          </p:cNvPr>
          <p:cNvCxnSpPr>
            <a:cxnSpLocks/>
          </p:cNvCxnSpPr>
          <p:nvPr/>
        </p:nvCxnSpPr>
        <p:spPr>
          <a:xfrm rot="5880000" flipV="1">
            <a:off x="4661011" y="528688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1" name="Straight Arrow Connector 150">
            <a:extLst>
              <a:ext uri="{FF2B5EF4-FFF2-40B4-BE49-F238E27FC236}">
                <a16:creationId xmlns:a16="http://schemas.microsoft.com/office/drawing/2014/main" id="{79E8AE7E-35A0-4DFE-9404-3AB15284ACD9}"/>
              </a:ext>
            </a:extLst>
          </p:cNvPr>
          <p:cNvCxnSpPr>
            <a:cxnSpLocks/>
          </p:cNvCxnSpPr>
          <p:nvPr/>
        </p:nvCxnSpPr>
        <p:spPr>
          <a:xfrm rot="5400000" flipV="1">
            <a:off x="7253802" y="3612041"/>
            <a:ext cx="3657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2" name="Straight Arrow Connector 151">
            <a:extLst>
              <a:ext uri="{FF2B5EF4-FFF2-40B4-BE49-F238E27FC236}">
                <a16:creationId xmlns:a16="http://schemas.microsoft.com/office/drawing/2014/main" id="{5E68CBEB-1C24-4919-B012-A4F7D5A32FCF}"/>
              </a:ext>
            </a:extLst>
          </p:cNvPr>
          <p:cNvCxnSpPr>
            <a:cxnSpLocks/>
          </p:cNvCxnSpPr>
          <p:nvPr/>
        </p:nvCxnSpPr>
        <p:spPr>
          <a:xfrm rot="10800000" flipH="1">
            <a:off x="7545184" y="4315205"/>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3" name="Rectangle 152">
            <a:extLst>
              <a:ext uri="{FF2B5EF4-FFF2-40B4-BE49-F238E27FC236}">
                <a16:creationId xmlns:a16="http://schemas.microsoft.com/office/drawing/2014/main" id="{1B78A846-ABD4-4D74-88BA-2B27948217DA}"/>
              </a:ext>
            </a:extLst>
          </p:cNvPr>
          <p:cNvSpPr/>
          <p:nvPr/>
        </p:nvSpPr>
        <p:spPr>
          <a:xfrm>
            <a:off x="7380780" y="2581397"/>
            <a:ext cx="490198" cy="1828412"/>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69" name="Rectangle 168">
            <a:extLst>
              <a:ext uri="{FF2B5EF4-FFF2-40B4-BE49-F238E27FC236}">
                <a16:creationId xmlns:a16="http://schemas.microsoft.com/office/drawing/2014/main" id="{93F820B5-4DE1-4CBB-8378-FD472BC84F30}"/>
              </a:ext>
            </a:extLst>
          </p:cNvPr>
          <p:cNvSpPr/>
          <p:nvPr/>
        </p:nvSpPr>
        <p:spPr>
          <a:xfrm>
            <a:off x="7384176" y="746473"/>
            <a:ext cx="490198" cy="1828412"/>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00" name="Oval 299">
            <a:extLst>
              <a:ext uri="{FF2B5EF4-FFF2-40B4-BE49-F238E27FC236}">
                <a16:creationId xmlns:a16="http://schemas.microsoft.com/office/drawing/2014/main" id="{F1D59075-0218-4F2D-8875-3BBF8730CCB5}"/>
              </a:ext>
            </a:extLst>
          </p:cNvPr>
          <p:cNvSpPr/>
          <p:nvPr/>
        </p:nvSpPr>
        <p:spPr>
          <a:xfrm>
            <a:off x="7212108" y="4229006"/>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H</a:t>
            </a:r>
            <a:endParaRPr lang="en-US" dirty="0">
              <a:solidFill>
                <a:schemeClr val="accent6"/>
              </a:solidFill>
            </a:endParaRPr>
          </a:p>
        </p:txBody>
      </p:sp>
      <p:sp>
        <p:nvSpPr>
          <p:cNvPr id="150" name="Oval 149">
            <a:extLst>
              <a:ext uri="{FF2B5EF4-FFF2-40B4-BE49-F238E27FC236}">
                <a16:creationId xmlns:a16="http://schemas.microsoft.com/office/drawing/2014/main" id="{06764432-83D0-4EB5-83B6-52D8364AAAA7}"/>
              </a:ext>
            </a:extLst>
          </p:cNvPr>
          <p:cNvSpPr/>
          <p:nvPr/>
        </p:nvSpPr>
        <p:spPr>
          <a:xfrm>
            <a:off x="7697946" y="423583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W</a:t>
            </a:r>
            <a:endParaRPr lang="en-US" dirty="0">
              <a:solidFill>
                <a:schemeClr val="accent6"/>
              </a:solidFill>
            </a:endParaRPr>
          </a:p>
        </p:txBody>
      </p:sp>
      <p:sp>
        <p:nvSpPr>
          <p:cNvPr id="310" name="Oval 309">
            <a:extLst>
              <a:ext uri="{FF2B5EF4-FFF2-40B4-BE49-F238E27FC236}">
                <a16:creationId xmlns:a16="http://schemas.microsoft.com/office/drawing/2014/main" id="{C3D66646-F891-415E-9B93-C259E4A46E28}"/>
              </a:ext>
            </a:extLst>
          </p:cNvPr>
          <p:cNvSpPr/>
          <p:nvPr/>
        </p:nvSpPr>
        <p:spPr>
          <a:xfrm>
            <a:off x="7211823" y="5759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S</a:t>
            </a:r>
            <a:endParaRPr lang="en-US" dirty="0">
              <a:solidFill>
                <a:schemeClr val="accent6"/>
              </a:solidFill>
            </a:endParaRPr>
          </a:p>
        </p:txBody>
      </p:sp>
      <p:sp>
        <p:nvSpPr>
          <p:cNvPr id="171" name="Oval 170">
            <a:extLst>
              <a:ext uri="{FF2B5EF4-FFF2-40B4-BE49-F238E27FC236}">
                <a16:creationId xmlns:a16="http://schemas.microsoft.com/office/drawing/2014/main" id="{29D7F294-9E84-483C-BE9D-AED562153462}"/>
              </a:ext>
            </a:extLst>
          </p:cNvPr>
          <p:cNvSpPr/>
          <p:nvPr/>
        </p:nvSpPr>
        <p:spPr>
          <a:xfrm>
            <a:off x="7697858" y="569575"/>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Z</a:t>
            </a:r>
            <a:endParaRPr lang="en-US" dirty="0">
              <a:solidFill>
                <a:schemeClr val="accent6"/>
              </a:solidFill>
            </a:endParaRPr>
          </a:p>
        </p:txBody>
      </p:sp>
      <p:cxnSp>
        <p:nvCxnSpPr>
          <p:cNvPr id="172" name="Straight Arrow Connector 171">
            <a:extLst>
              <a:ext uri="{FF2B5EF4-FFF2-40B4-BE49-F238E27FC236}">
                <a16:creationId xmlns:a16="http://schemas.microsoft.com/office/drawing/2014/main" id="{0B0F1EA2-BED1-42E9-9C51-6D2934CE2589}"/>
              </a:ext>
            </a:extLst>
          </p:cNvPr>
          <p:cNvCxnSpPr>
            <a:cxnSpLocks/>
          </p:cNvCxnSpPr>
          <p:nvPr/>
        </p:nvCxnSpPr>
        <p:spPr>
          <a:xfrm rot="16200000" flipV="1">
            <a:off x="7527739" y="347873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3" name="Straight Arrow Connector 172">
            <a:extLst>
              <a:ext uri="{FF2B5EF4-FFF2-40B4-BE49-F238E27FC236}">
                <a16:creationId xmlns:a16="http://schemas.microsoft.com/office/drawing/2014/main" id="{E1C3EE26-505E-41A7-8B8F-C806FC94E906}"/>
              </a:ext>
            </a:extLst>
          </p:cNvPr>
          <p:cNvCxnSpPr>
            <a:cxnSpLocks/>
          </p:cNvCxnSpPr>
          <p:nvPr/>
        </p:nvCxnSpPr>
        <p:spPr>
          <a:xfrm rot="5400000" flipV="1">
            <a:off x="7154166" y="3478738"/>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4" name="Straight Arrow Connector 173">
            <a:extLst>
              <a:ext uri="{FF2B5EF4-FFF2-40B4-BE49-F238E27FC236}">
                <a16:creationId xmlns:a16="http://schemas.microsoft.com/office/drawing/2014/main" id="{9271D7CE-ED87-494F-9039-8999C4F24C64}"/>
              </a:ext>
            </a:extLst>
          </p:cNvPr>
          <p:cNvCxnSpPr>
            <a:cxnSpLocks/>
          </p:cNvCxnSpPr>
          <p:nvPr/>
        </p:nvCxnSpPr>
        <p:spPr>
          <a:xfrm rot="5400000" flipV="1">
            <a:off x="7653528" y="348927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5" name="Straight Arrow Connector 174">
            <a:extLst>
              <a:ext uri="{FF2B5EF4-FFF2-40B4-BE49-F238E27FC236}">
                <a16:creationId xmlns:a16="http://schemas.microsoft.com/office/drawing/2014/main" id="{20E4EE21-555F-48A5-B1E6-8DEF8FCABC1A}"/>
              </a:ext>
            </a:extLst>
          </p:cNvPr>
          <p:cNvCxnSpPr>
            <a:cxnSpLocks/>
          </p:cNvCxnSpPr>
          <p:nvPr/>
        </p:nvCxnSpPr>
        <p:spPr>
          <a:xfrm rot="16200000" flipV="1">
            <a:off x="7530158" y="1594347"/>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 name="Straight Arrow Connector 175">
            <a:extLst>
              <a:ext uri="{FF2B5EF4-FFF2-40B4-BE49-F238E27FC236}">
                <a16:creationId xmlns:a16="http://schemas.microsoft.com/office/drawing/2014/main" id="{537BAEEB-F52B-4152-B9D9-2EFD0A8928D0}"/>
              </a:ext>
            </a:extLst>
          </p:cNvPr>
          <p:cNvCxnSpPr>
            <a:cxnSpLocks/>
          </p:cNvCxnSpPr>
          <p:nvPr/>
        </p:nvCxnSpPr>
        <p:spPr>
          <a:xfrm rot="5400000" flipV="1">
            <a:off x="7156585" y="159434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7" name="Straight Arrow Connector 176">
            <a:extLst>
              <a:ext uri="{FF2B5EF4-FFF2-40B4-BE49-F238E27FC236}">
                <a16:creationId xmlns:a16="http://schemas.microsoft.com/office/drawing/2014/main" id="{5F663778-7005-4547-9F11-AC15179A8EB5}"/>
              </a:ext>
            </a:extLst>
          </p:cNvPr>
          <p:cNvCxnSpPr>
            <a:cxnSpLocks/>
          </p:cNvCxnSpPr>
          <p:nvPr/>
        </p:nvCxnSpPr>
        <p:spPr>
          <a:xfrm rot="10800000" flipH="1">
            <a:off x="7546328" y="4258686"/>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8" name="Straight Arrow Connector 177">
            <a:extLst>
              <a:ext uri="{FF2B5EF4-FFF2-40B4-BE49-F238E27FC236}">
                <a16:creationId xmlns:a16="http://schemas.microsoft.com/office/drawing/2014/main" id="{474332AC-2EEB-43FA-9F53-14010D3A81E0}"/>
              </a:ext>
            </a:extLst>
          </p:cNvPr>
          <p:cNvCxnSpPr>
            <a:cxnSpLocks/>
          </p:cNvCxnSpPr>
          <p:nvPr/>
        </p:nvCxnSpPr>
        <p:spPr>
          <a:xfrm rot="12780000" flipH="1">
            <a:off x="7587216" y="2365620"/>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9" name="Straight Arrow Connector 178">
            <a:extLst>
              <a:ext uri="{FF2B5EF4-FFF2-40B4-BE49-F238E27FC236}">
                <a16:creationId xmlns:a16="http://schemas.microsoft.com/office/drawing/2014/main" id="{E7367B9F-E168-49C1-9675-2B4E1CC3992F}"/>
              </a:ext>
            </a:extLst>
          </p:cNvPr>
          <p:cNvCxnSpPr>
            <a:cxnSpLocks/>
          </p:cNvCxnSpPr>
          <p:nvPr/>
        </p:nvCxnSpPr>
        <p:spPr>
          <a:xfrm rot="-1860000" flipH="1">
            <a:off x="7587216" y="2761017"/>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0" name="Straight Arrow Connector 179">
            <a:extLst>
              <a:ext uri="{FF2B5EF4-FFF2-40B4-BE49-F238E27FC236}">
                <a16:creationId xmlns:a16="http://schemas.microsoft.com/office/drawing/2014/main" id="{3BA14B83-9842-4001-8ED7-F320653B715B}"/>
              </a:ext>
            </a:extLst>
          </p:cNvPr>
          <p:cNvCxnSpPr>
            <a:cxnSpLocks/>
          </p:cNvCxnSpPr>
          <p:nvPr/>
        </p:nvCxnSpPr>
        <p:spPr>
          <a:xfrm flipH="1">
            <a:off x="7522398" y="910384"/>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4" name="Rectangle 153">
            <a:extLst>
              <a:ext uri="{FF2B5EF4-FFF2-40B4-BE49-F238E27FC236}">
                <a16:creationId xmlns:a16="http://schemas.microsoft.com/office/drawing/2014/main" id="{E73AB59D-2D08-4560-9076-01A3BA41AFCB}"/>
              </a:ext>
            </a:extLst>
          </p:cNvPr>
          <p:cNvSpPr/>
          <p:nvPr/>
        </p:nvSpPr>
        <p:spPr>
          <a:xfrm rot="5400000">
            <a:off x="5973119" y="1400663"/>
            <a:ext cx="490198" cy="2325120"/>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4" name="Isosceles Triangle 3">
            <a:extLst>
              <a:ext uri="{FF2B5EF4-FFF2-40B4-BE49-F238E27FC236}">
                <a16:creationId xmlns:a16="http://schemas.microsoft.com/office/drawing/2014/main" id="{69B2BCC7-ED5C-4A07-BC26-90D6CEC87F88}"/>
              </a:ext>
            </a:extLst>
          </p:cNvPr>
          <p:cNvSpPr/>
          <p:nvPr/>
        </p:nvSpPr>
        <p:spPr>
          <a:xfrm rot="5400000">
            <a:off x="7367820" y="2333425"/>
            <a:ext cx="506881" cy="466695"/>
          </a:xfrm>
          <a:prstGeom prst="triangle">
            <a:avLst/>
          </a:prstGeom>
          <a:pattFill prst="smConfetti">
            <a:fgClr>
              <a:schemeClr val="tx1"/>
            </a:fgClr>
            <a:bgClr>
              <a:schemeClr val="bg1"/>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Oval 169">
            <a:extLst>
              <a:ext uri="{FF2B5EF4-FFF2-40B4-BE49-F238E27FC236}">
                <a16:creationId xmlns:a16="http://schemas.microsoft.com/office/drawing/2014/main" id="{E7F3F1E6-7842-4DBF-93BE-E2D74FE936CD}"/>
              </a:ext>
            </a:extLst>
          </p:cNvPr>
          <p:cNvSpPr/>
          <p:nvPr/>
        </p:nvSpPr>
        <p:spPr>
          <a:xfrm>
            <a:off x="7709617" y="2392005"/>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1</a:t>
            </a:r>
            <a:endParaRPr lang="en-US" dirty="0">
              <a:solidFill>
                <a:schemeClr val="accent6"/>
              </a:solidFill>
            </a:endParaRPr>
          </a:p>
        </p:txBody>
      </p:sp>
      <p:sp>
        <p:nvSpPr>
          <p:cNvPr id="305" name="Oval 304">
            <a:extLst>
              <a:ext uri="{FF2B5EF4-FFF2-40B4-BE49-F238E27FC236}">
                <a16:creationId xmlns:a16="http://schemas.microsoft.com/office/drawing/2014/main" id="{4A8BBCCD-B5BF-48DD-8126-A474AB04C35A}"/>
              </a:ext>
            </a:extLst>
          </p:cNvPr>
          <p:cNvSpPr/>
          <p:nvPr/>
        </p:nvSpPr>
        <p:spPr>
          <a:xfrm>
            <a:off x="7207597" y="2631069"/>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M</a:t>
            </a:r>
            <a:endParaRPr lang="en-US" dirty="0">
              <a:solidFill>
                <a:schemeClr val="accent6"/>
              </a:solidFill>
            </a:endParaRPr>
          </a:p>
        </p:txBody>
      </p:sp>
      <p:sp>
        <p:nvSpPr>
          <p:cNvPr id="155" name="Oval 154">
            <a:extLst>
              <a:ext uri="{FF2B5EF4-FFF2-40B4-BE49-F238E27FC236}">
                <a16:creationId xmlns:a16="http://schemas.microsoft.com/office/drawing/2014/main" id="{91E354EA-BEB1-4527-8D24-B5BEA9BC2590}"/>
              </a:ext>
            </a:extLst>
          </p:cNvPr>
          <p:cNvSpPr/>
          <p:nvPr/>
        </p:nvSpPr>
        <p:spPr>
          <a:xfrm>
            <a:off x="7211823" y="213939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2</a:t>
            </a:r>
            <a:endParaRPr lang="en-US" dirty="0">
              <a:solidFill>
                <a:schemeClr val="accent6"/>
              </a:solidFill>
            </a:endParaRPr>
          </a:p>
        </p:txBody>
      </p:sp>
      <p:sp>
        <p:nvSpPr>
          <p:cNvPr id="304" name="Oval 303">
            <a:extLst>
              <a:ext uri="{FF2B5EF4-FFF2-40B4-BE49-F238E27FC236}">
                <a16:creationId xmlns:a16="http://schemas.microsoft.com/office/drawing/2014/main" id="{873F9854-E082-4082-9F1D-E8B100BDAC05}"/>
              </a:ext>
            </a:extLst>
          </p:cNvPr>
          <p:cNvSpPr/>
          <p:nvPr/>
        </p:nvSpPr>
        <p:spPr>
          <a:xfrm>
            <a:off x="4876457" y="2624464"/>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L</a:t>
            </a:r>
            <a:endParaRPr lang="en-US" dirty="0">
              <a:solidFill>
                <a:schemeClr val="accent6"/>
              </a:solidFill>
            </a:endParaRPr>
          </a:p>
        </p:txBody>
      </p:sp>
      <p:sp>
        <p:nvSpPr>
          <p:cNvPr id="156" name="Oval 155">
            <a:extLst>
              <a:ext uri="{FF2B5EF4-FFF2-40B4-BE49-F238E27FC236}">
                <a16:creationId xmlns:a16="http://schemas.microsoft.com/office/drawing/2014/main" id="{DF138E19-5963-4C00-86F5-DBA655EADEF0}"/>
              </a:ext>
            </a:extLst>
          </p:cNvPr>
          <p:cNvSpPr/>
          <p:nvPr/>
        </p:nvSpPr>
        <p:spPr>
          <a:xfrm>
            <a:off x="4874213" y="2133728"/>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3</a:t>
            </a:r>
            <a:endParaRPr lang="en-US" dirty="0">
              <a:solidFill>
                <a:schemeClr val="accent6"/>
              </a:solidFill>
            </a:endParaRPr>
          </a:p>
        </p:txBody>
      </p:sp>
      <p:cxnSp>
        <p:nvCxnSpPr>
          <p:cNvPr id="157" name="Straight Arrow Connector 156">
            <a:extLst>
              <a:ext uri="{FF2B5EF4-FFF2-40B4-BE49-F238E27FC236}">
                <a16:creationId xmlns:a16="http://schemas.microsoft.com/office/drawing/2014/main" id="{FBB07E9D-B23C-432E-8977-BA2CA612D97B}"/>
              </a:ext>
            </a:extLst>
          </p:cNvPr>
          <p:cNvCxnSpPr>
            <a:cxnSpLocks/>
          </p:cNvCxnSpPr>
          <p:nvPr/>
        </p:nvCxnSpPr>
        <p:spPr>
          <a:xfrm rot="10800000" flipV="1">
            <a:off x="5914425" y="2375207"/>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8" name="Straight Arrow Connector 157">
            <a:extLst>
              <a:ext uri="{FF2B5EF4-FFF2-40B4-BE49-F238E27FC236}">
                <a16:creationId xmlns:a16="http://schemas.microsoft.com/office/drawing/2014/main" id="{04781B4D-BCFF-4606-B7EF-5CDB042EABCB}"/>
              </a:ext>
            </a:extLst>
          </p:cNvPr>
          <p:cNvCxnSpPr>
            <a:cxnSpLocks/>
          </p:cNvCxnSpPr>
          <p:nvPr/>
        </p:nvCxnSpPr>
        <p:spPr>
          <a:xfrm flipV="1">
            <a:off x="5935702" y="273838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9" name="Straight Arrow Connector 158">
            <a:extLst>
              <a:ext uri="{FF2B5EF4-FFF2-40B4-BE49-F238E27FC236}">
                <a16:creationId xmlns:a16="http://schemas.microsoft.com/office/drawing/2014/main" id="{1E953FCC-3041-492F-9C06-126D3DA61B3B}"/>
              </a:ext>
            </a:extLst>
          </p:cNvPr>
          <p:cNvCxnSpPr>
            <a:cxnSpLocks/>
          </p:cNvCxnSpPr>
          <p:nvPr/>
        </p:nvCxnSpPr>
        <p:spPr>
          <a:xfrm rot="5520000" flipH="1">
            <a:off x="4821368" y="2550130"/>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0" name="Straight Arrow Connector 159">
            <a:extLst>
              <a:ext uri="{FF2B5EF4-FFF2-40B4-BE49-F238E27FC236}">
                <a16:creationId xmlns:a16="http://schemas.microsoft.com/office/drawing/2014/main" id="{2E766E14-07EA-47B1-BB78-5FC389FA1863}"/>
              </a:ext>
            </a:extLst>
          </p:cNvPr>
          <p:cNvCxnSpPr>
            <a:cxnSpLocks/>
          </p:cNvCxnSpPr>
          <p:nvPr/>
        </p:nvCxnSpPr>
        <p:spPr>
          <a:xfrm rot="16140000" flipH="1">
            <a:off x="5107342" y="2550130"/>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1" name="Straight Arrow Connector 160">
            <a:extLst>
              <a:ext uri="{FF2B5EF4-FFF2-40B4-BE49-F238E27FC236}">
                <a16:creationId xmlns:a16="http://schemas.microsoft.com/office/drawing/2014/main" id="{6541D93B-95C7-49CB-8424-3ED580106190}"/>
              </a:ext>
            </a:extLst>
          </p:cNvPr>
          <p:cNvCxnSpPr>
            <a:cxnSpLocks/>
          </p:cNvCxnSpPr>
          <p:nvPr/>
        </p:nvCxnSpPr>
        <p:spPr>
          <a:xfrm rot="5340000" flipH="1">
            <a:off x="7170025" y="2550130"/>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2" name="Straight Connector 161">
            <a:extLst>
              <a:ext uri="{FF2B5EF4-FFF2-40B4-BE49-F238E27FC236}">
                <a16:creationId xmlns:a16="http://schemas.microsoft.com/office/drawing/2014/main" id="{0DDCD4D3-D8FA-434C-9566-92FD7BBAFFDE}"/>
              </a:ext>
            </a:extLst>
          </p:cNvPr>
          <p:cNvCxnSpPr>
            <a:cxnSpLocks/>
          </p:cNvCxnSpPr>
          <p:nvPr/>
        </p:nvCxnSpPr>
        <p:spPr>
          <a:xfrm>
            <a:off x="2730699" y="2622130"/>
            <a:ext cx="1" cy="1816520"/>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sp>
        <p:nvSpPr>
          <p:cNvPr id="298" name="Oval 297">
            <a:extLst>
              <a:ext uri="{FF2B5EF4-FFF2-40B4-BE49-F238E27FC236}">
                <a16:creationId xmlns:a16="http://schemas.microsoft.com/office/drawing/2014/main" id="{BDD707F5-0BE8-471A-B269-DAB47FAED13A}"/>
              </a:ext>
            </a:extLst>
          </p:cNvPr>
          <p:cNvSpPr/>
          <p:nvPr/>
        </p:nvSpPr>
        <p:spPr>
          <a:xfrm>
            <a:off x="2550974" y="4235870"/>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F</a:t>
            </a:r>
            <a:endParaRPr lang="en-US" dirty="0"/>
          </a:p>
        </p:txBody>
      </p:sp>
      <p:sp>
        <p:nvSpPr>
          <p:cNvPr id="303" name="Oval 302">
            <a:extLst>
              <a:ext uri="{FF2B5EF4-FFF2-40B4-BE49-F238E27FC236}">
                <a16:creationId xmlns:a16="http://schemas.microsoft.com/office/drawing/2014/main" id="{15FA5F7E-26C9-47B3-BC05-D68924780B80}"/>
              </a:ext>
            </a:extLst>
          </p:cNvPr>
          <p:cNvSpPr/>
          <p:nvPr/>
        </p:nvSpPr>
        <p:spPr>
          <a:xfrm>
            <a:off x="2518830" y="240170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K</a:t>
            </a:r>
            <a:endParaRPr lang="en-US" dirty="0">
              <a:solidFill>
                <a:schemeClr val="accent6"/>
              </a:solidFill>
            </a:endParaRPr>
          </a:p>
        </p:txBody>
      </p:sp>
    </p:spTree>
    <p:extLst>
      <p:ext uri="{BB962C8B-B14F-4D97-AF65-F5344CB8AC3E}">
        <p14:creationId xmlns:p14="http://schemas.microsoft.com/office/powerpoint/2010/main" val="568383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2" name="Group 251">
            <a:extLst>
              <a:ext uri="{FF2B5EF4-FFF2-40B4-BE49-F238E27FC236}">
                <a16:creationId xmlns:a16="http://schemas.microsoft.com/office/drawing/2014/main" id="{3FD7EEEF-3529-4A48-AD2B-C975FF0DD39E}"/>
              </a:ext>
            </a:extLst>
          </p:cNvPr>
          <p:cNvGrpSpPr/>
          <p:nvPr/>
        </p:nvGrpSpPr>
        <p:grpSpPr>
          <a:xfrm>
            <a:off x="418305" y="747240"/>
            <a:ext cx="2325597" cy="1832347"/>
            <a:chOff x="318136" y="1316090"/>
            <a:chExt cx="1776224" cy="1399494"/>
          </a:xfrm>
        </p:grpSpPr>
        <p:sp>
          <p:nvSpPr>
            <p:cNvPr id="265" name="Rectangle 264">
              <a:extLst>
                <a:ext uri="{FF2B5EF4-FFF2-40B4-BE49-F238E27FC236}">
                  <a16:creationId xmlns:a16="http://schemas.microsoft.com/office/drawing/2014/main" id="{5D9919B7-BDC0-4F4F-B243-ADB954D1BC7D}"/>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67" name="Straight Arrow Connector 266">
              <a:extLst>
                <a:ext uri="{FF2B5EF4-FFF2-40B4-BE49-F238E27FC236}">
                  <a16:creationId xmlns:a16="http://schemas.microsoft.com/office/drawing/2014/main" id="{062326DE-29F4-4128-8063-0B1520C23852}"/>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8" name="Straight Arrow Connector 267">
              <a:extLst>
                <a:ext uri="{FF2B5EF4-FFF2-40B4-BE49-F238E27FC236}">
                  <a16:creationId xmlns:a16="http://schemas.microsoft.com/office/drawing/2014/main" id="{EBD747DF-6F21-4AD4-803D-624B37980DDB}"/>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9" name="Straight Arrow Connector 268">
              <a:extLst>
                <a:ext uri="{FF2B5EF4-FFF2-40B4-BE49-F238E27FC236}">
                  <a16:creationId xmlns:a16="http://schemas.microsoft.com/office/drawing/2014/main" id="{7E3F25D0-7679-44D0-B9E9-9851092A28DE}"/>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6" name="Straight Arrow Connector 265">
              <a:extLst>
                <a:ext uri="{FF2B5EF4-FFF2-40B4-BE49-F238E27FC236}">
                  <a16:creationId xmlns:a16="http://schemas.microsoft.com/office/drawing/2014/main" id="{C973AEEC-459D-49BB-8F29-03C6381E56F4}"/>
                </a:ext>
              </a:extLst>
            </p:cNvPr>
            <p:cNvCxnSpPr>
              <a:cxnSpLocks/>
            </p:cNvCxnSpPr>
            <p:nvPr/>
          </p:nvCxnSpPr>
          <p:spPr>
            <a:xfrm rot="15660000" flipV="1">
              <a:off x="1688764"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53" name="Group 252">
            <a:extLst>
              <a:ext uri="{FF2B5EF4-FFF2-40B4-BE49-F238E27FC236}">
                <a16:creationId xmlns:a16="http://schemas.microsoft.com/office/drawing/2014/main" id="{2374E498-73CE-47F1-8271-78A7F34DEAC2}"/>
              </a:ext>
            </a:extLst>
          </p:cNvPr>
          <p:cNvGrpSpPr/>
          <p:nvPr/>
        </p:nvGrpSpPr>
        <p:grpSpPr>
          <a:xfrm>
            <a:off x="417944" y="2579587"/>
            <a:ext cx="2325597" cy="1832347"/>
            <a:chOff x="318136" y="1316090"/>
            <a:chExt cx="1776224" cy="1399494"/>
          </a:xfrm>
        </p:grpSpPr>
        <p:sp>
          <p:nvSpPr>
            <p:cNvPr id="260" name="Rectangle 259">
              <a:extLst>
                <a:ext uri="{FF2B5EF4-FFF2-40B4-BE49-F238E27FC236}">
                  <a16:creationId xmlns:a16="http://schemas.microsoft.com/office/drawing/2014/main" id="{29514B38-0EFA-4A78-8535-F699CE69EA4D}"/>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61" name="Straight Arrow Connector 260">
              <a:extLst>
                <a:ext uri="{FF2B5EF4-FFF2-40B4-BE49-F238E27FC236}">
                  <a16:creationId xmlns:a16="http://schemas.microsoft.com/office/drawing/2014/main" id="{AA6842D4-9767-4970-A599-1150CFA35DE7}"/>
                </a:ext>
              </a:extLst>
            </p:cNvPr>
            <p:cNvCxnSpPr>
              <a:cxnSpLocks/>
            </p:cNvCxnSpPr>
            <p:nvPr/>
          </p:nvCxnSpPr>
          <p:spPr>
            <a:xfrm rot="16200000" flipV="1">
              <a:off x="1816705"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2" name="Straight Arrow Connector 261">
              <a:extLst>
                <a:ext uri="{FF2B5EF4-FFF2-40B4-BE49-F238E27FC236}">
                  <a16:creationId xmlns:a16="http://schemas.microsoft.com/office/drawing/2014/main" id="{59B9B561-5039-439D-82F6-0D8FF3951E7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3" name="Straight Arrow Connector 262">
              <a:extLst>
                <a:ext uri="{FF2B5EF4-FFF2-40B4-BE49-F238E27FC236}">
                  <a16:creationId xmlns:a16="http://schemas.microsoft.com/office/drawing/2014/main" id="{12A0B741-8CE6-49B3-94E9-822F86E57B44}"/>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4" name="Straight Arrow Connector 263">
              <a:extLst>
                <a:ext uri="{FF2B5EF4-FFF2-40B4-BE49-F238E27FC236}">
                  <a16:creationId xmlns:a16="http://schemas.microsoft.com/office/drawing/2014/main" id="{A61BABD6-ABBA-4CDA-8C92-04AE4F0F25F1}"/>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54" name="Group 253">
            <a:extLst>
              <a:ext uri="{FF2B5EF4-FFF2-40B4-BE49-F238E27FC236}">
                <a16:creationId xmlns:a16="http://schemas.microsoft.com/office/drawing/2014/main" id="{168685E4-FB57-4593-90FE-4BAE72C0E41B}"/>
              </a:ext>
            </a:extLst>
          </p:cNvPr>
          <p:cNvGrpSpPr/>
          <p:nvPr/>
        </p:nvGrpSpPr>
        <p:grpSpPr>
          <a:xfrm>
            <a:off x="417944" y="4411934"/>
            <a:ext cx="2325597" cy="1832347"/>
            <a:chOff x="318136" y="1316090"/>
            <a:chExt cx="1776224" cy="1399494"/>
          </a:xfrm>
        </p:grpSpPr>
        <p:sp>
          <p:nvSpPr>
            <p:cNvPr id="255" name="Rectangle 254">
              <a:extLst>
                <a:ext uri="{FF2B5EF4-FFF2-40B4-BE49-F238E27FC236}">
                  <a16:creationId xmlns:a16="http://schemas.microsoft.com/office/drawing/2014/main" id="{C96C5F7A-8062-4C64-A47C-3C0EA1F4A9A1}"/>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56" name="Straight Arrow Connector 255">
              <a:extLst>
                <a:ext uri="{FF2B5EF4-FFF2-40B4-BE49-F238E27FC236}">
                  <a16:creationId xmlns:a16="http://schemas.microsoft.com/office/drawing/2014/main" id="{D8AF5737-5F69-498D-8244-E2D92D7822AF}"/>
                </a:ext>
              </a:extLst>
            </p:cNvPr>
            <p:cNvCxnSpPr>
              <a:cxnSpLocks/>
            </p:cNvCxnSpPr>
            <p:nvPr/>
          </p:nvCxnSpPr>
          <p:spPr>
            <a:xfrm rot="16200000" flipV="1">
              <a:off x="1806122" y="19669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7" name="Straight Arrow Connector 256">
              <a:extLst>
                <a:ext uri="{FF2B5EF4-FFF2-40B4-BE49-F238E27FC236}">
                  <a16:creationId xmlns:a16="http://schemas.microsoft.com/office/drawing/2014/main" id="{5C960DAB-7576-41DE-91BF-93767C394DE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8" name="Straight Arrow Connector 257">
              <a:extLst>
                <a:ext uri="{FF2B5EF4-FFF2-40B4-BE49-F238E27FC236}">
                  <a16:creationId xmlns:a16="http://schemas.microsoft.com/office/drawing/2014/main" id="{7EEEDC97-ACA7-4FAC-A842-F4841C135DD6}"/>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9" name="Straight Arrow Connector 258">
              <a:extLst>
                <a:ext uri="{FF2B5EF4-FFF2-40B4-BE49-F238E27FC236}">
                  <a16:creationId xmlns:a16="http://schemas.microsoft.com/office/drawing/2014/main" id="{962A0292-9F9F-435D-99E1-7D79EC4F2272}"/>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 name="Título 1">
            <a:extLst>
              <a:ext uri="{FF2B5EF4-FFF2-40B4-BE49-F238E27FC236}">
                <a16:creationId xmlns:a16="http://schemas.microsoft.com/office/drawing/2014/main" id="{D5503A07-0117-4081-A30C-D1624E0122FE}"/>
              </a:ext>
            </a:extLst>
          </p:cNvPr>
          <p:cNvSpPr>
            <a:spLocks noGrp="1"/>
          </p:cNvSpPr>
          <p:nvPr>
            <p:ph type="title"/>
          </p:nvPr>
        </p:nvSpPr>
        <p:spPr/>
        <p:txBody>
          <a:bodyPr/>
          <a:lstStyle/>
          <a:p>
            <a:r>
              <a:rPr lang="en-US" dirty="0"/>
              <a:t>Mesh Example – Edge 7</a:t>
            </a:r>
          </a:p>
        </p:txBody>
      </p:sp>
      <p:grpSp>
        <p:nvGrpSpPr>
          <p:cNvPr id="234" name="Group 233">
            <a:extLst>
              <a:ext uri="{FF2B5EF4-FFF2-40B4-BE49-F238E27FC236}">
                <a16:creationId xmlns:a16="http://schemas.microsoft.com/office/drawing/2014/main" id="{F7373373-5128-40BF-BC7C-67477999153F}"/>
              </a:ext>
            </a:extLst>
          </p:cNvPr>
          <p:cNvGrpSpPr/>
          <p:nvPr/>
        </p:nvGrpSpPr>
        <p:grpSpPr>
          <a:xfrm>
            <a:off x="2731060" y="747240"/>
            <a:ext cx="2325597" cy="1832347"/>
            <a:chOff x="318136" y="1316090"/>
            <a:chExt cx="1776224" cy="1399494"/>
          </a:xfrm>
        </p:grpSpPr>
        <p:sp>
          <p:nvSpPr>
            <p:cNvPr id="247" name="Rectangle 246">
              <a:extLst>
                <a:ext uri="{FF2B5EF4-FFF2-40B4-BE49-F238E27FC236}">
                  <a16:creationId xmlns:a16="http://schemas.microsoft.com/office/drawing/2014/main" id="{D45BF7AA-566D-466E-A2CE-54C10DF71D1A}"/>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48" name="Straight Arrow Connector 247">
              <a:extLst>
                <a:ext uri="{FF2B5EF4-FFF2-40B4-BE49-F238E27FC236}">
                  <a16:creationId xmlns:a16="http://schemas.microsoft.com/office/drawing/2014/main" id="{A44ED70F-1AE5-40BA-934F-F803D3CDE5F3}"/>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9" name="Straight Arrow Connector 248">
              <a:extLst>
                <a:ext uri="{FF2B5EF4-FFF2-40B4-BE49-F238E27FC236}">
                  <a16:creationId xmlns:a16="http://schemas.microsoft.com/office/drawing/2014/main" id="{7B762EFC-714F-4236-8963-00B77C457FF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0" name="Straight Arrow Connector 249">
              <a:extLst>
                <a:ext uri="{FF2B5EF4-FFF2-40B4-BE49-F238E27FC236}">
                  <a16:creationId xmlns:a16="http://schemas.microsoft.com/office/drawing/2014/main" id="{DBCEC684-5407-43F1-B0B6-BA7F5753A16A}"/>
                </a:ext>
              </a:extLst>
            </p:cNvPr>
            <p:cNvCxnSpPr>
              <a:cxnSpLocks/>
            </p:cNvCxnSpPr>
            <p:nvPr/>
          </p:nvCxnSpPr>
          <p:spPr>
            <a:xfrm rot="6000000" flipV="1">
              <a:off x="304380" y="196308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1" name="Straight Arrow Connector 250">
              <a:extLst>
                <a:ext uri="{FF2B5EF4-FFF2-40B4-BE49-F238E27FC236}">
                  <a16:creationId xmlns:a16="http://schemas.microsoft.com/office/drawing/2014/main" id="{BFE955E4-AC4D-4FA9-8DD0-7631C5985B45}"/>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35" name="Group 234">
            <a:extLst>
              <a:ext uri="{FF2B5EF4-FFF2-40B4-BE49-F238E27FC236}">
                <a16:creationId xmlns:a16="http://schemas.microsoft.com/office/drawing/2014/main" id="{60BDC115-0567-4C94-8188-43F0FA243DB4}"/>
              </a:ext>
            </a:extLst>
          </p:cNvPr>
          <p:cNvGrpSpPr/>
          <p:nvPr/>
        </p:nvGrpSpPr>
        <p:grpSpPr>
          <a:xfrm>
            <a:off x="2730699" y="2579587"/>
            <a:ext cx="2325597" cy="1832347"/>
            <a:chOff x="318136" y="1316090"/>
            <a:chExt cx="1776224" cy="1399494"/>
          </a:xfrm>
        </p:grpSpPr>
        <p:sp>
          <p:nvSpPr>
            <p:cNvPr id="242" name="Rectangle 241">
              <a:extLst>
                <a:ext uri="{FF2B5EF4-FFF2-40B4-BE49-F238E27FC236}">
                  <a16:creationId xmlns:a16="http://schemas.microsoft.com/office/drawing/2014/main" id="{A55BD290-DD98-4A88-AECD-679E6CEBC6C5}"/>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44" name="Straight Arrow Connector 243">
              <a:extLst>
                <a:ext uri="{FF2B5EF4-FFF2-40B4-BE49-F238E27FC236}">
                  <a16:creationId xmlns:a16="http://schemas.microsoft.com/office/drawing/2014/main" id="{4B582994-9247-430E-AA5B-3124734F530C}"/>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5" name="Straight Arrow Connector 244">
              <a:extLst>
                <a:ext uri="{FF2B5EF4-FFF2-40B4-BE49-F238E27FC236}">
                  <a16:creationId xmlns:a16="http://schemas.microsoft.com/office/drawing/2014/main" id="{902A780F-47D6-4181-9248-1E030BC97FAB}"/>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6" name="Straight Arrow Connector 245">
              <a:extLst>
                <a:ext uri="{FF2B5EF4-FFF2-40B4-BE49-F238E27FC236}">
                  <a16:creationId xmlns:a16="http://schemas.microsoft.com/office/drawing/2014/main" id="{3D4822F1-FD86-4865-9FEE-D31F7D8893EC}"/>
                </a:ext>
              </a:extLst>
            </p:cNvPr>
            <p:cNvCxnSpPr>
              <a:cxnSpLocks/>
            </p:cNvCxnSpPr>
            <p:nvPr/>
          </p:nvCxnSpPr>
          <p:spPr>
            <a:xfrm rot="10800000" flipV="1">
              <a:off x="974623" y="1362644"/>
              <a:ext cx="2863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36" name="Group 235">
            <a:extLst>
              <a:ext uri="{FF2B5EF4-FFF2-40B4-BE49-F238E27FC236}">
                <a16:creationId xmlns:a16="http://schemas.microsoft.com/office/drawing/2014/main" id="{F0D814B7-1684-4AAB-8FD8-B5C2394F4DE9}"/>
              </a:ext>
            </a:extLst>
          </p:cNvPr>
          <p:cNvGrpSpPr/>
          <p:nvPr/>
        </p:nvGrpSpPr>
        <p:grpSpPr>
          <a:xfrm>
            <a:off x="2730699" y="4411934"/>
            <a:ext cx="2325597" cy="1832347"/>
            <a:chOff x="318136" y="1316090"/>
            <a:chExt cx="1776224" cy="1399494"/>
          </a:xfrm>
        </p:grpSpPr>
        <p:sp>
          <p:nvSpPr>
            <p:cNvPr id="237" name="Rectangle 236">
              <a:extLst>
                <a:ext uri="{FF2B5EF4-FFF2-40B4-BE49-F238E27FC236}">
                  <a16:creationId xmlns:a16="http://schemas.microsoft.com/office/drawing/2014/main" id="{A460903A-ADBE-4AE8-9634-74421E1E4421}"/>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39" name="Straight Arrow Connector 238">
              <a:extLst>
                <a:ext uri="{FF2B5EF4-FFF2-40B4-BE49-F238E27FC236}">
                  <a16:creationId xmlns:a16="http://schemas.microsoft.com/office/drawing/2014/main" id="{65198430-3E18-406C-8B8C-777D03F28335}"/>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0" name="Straight Arrow Connector 239">
              <a:extLst>
                <a:ext uri="{FF2B5EF4-FFF2-40B4-BE49-F238E27FC236}">
                  <a16:creationId xmlns:a16="http://schemas.microsoft.com/office/drawing/2014/main" id="{46E2307C-2A7F-45FA-87E7-07959D55C615}"/>
                </a:ext>
              </a:extLst>
            </p:cNvPr>
            <p:cNvCxnSpPr>
              <a:cxnSpLocks/>
            </p:cNvCxnSpPr>
            <p:nvPr/>
          </p:nvCxnSpPr>
          <p:spPr>
            <a:xfrm rot="5400000" flipV="1">
              <a:off x="1747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1" name="Straight Arrow Connector 240">
              <a:extLst>
                <a:ext uri="{FF2B5EF4-FFF2-40B4-BE49-F238E27FC236}">
                  <a16:creationId xmlns:a16="http://schemas.microsoft.com/office/drawing/2014/main" id="{D96B0CD2-81A0-48F7-809D-5ADB6F2EB233}"/>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2" name="Group 201">
            <a:extLst>
              <a:ext uri="{FF2B5EF4-FFF2-40B4-BE49-F238E27FC236}">
                <a16:creationId xmlns:a16="http://schemas.microsoft.com/office/drawing/2014/main" id="{1FED2BCD-D4E8-455B-9353-9E7E8A0EA52D}"/>
              </a:ext>
            </a:extLst>
          </p:cNvPr>
          <p:cNvGrpSpPr/>
          <p:nvPr/>
        </p:nvGrpSpPr>
        <p:grpSpPr>
          <a:xfrm>
            <a:off x="5056295" y="747240"/>
            <a:ext cx="2325596" cy="1832347"/>
            <a:chOff x="318136" y="1316090"/>
            <a:chExt cx="1776224" cy="1399494"/>
          </a:xfrm>
        </p:grpSpPr>
        <p:sp>
          <p:nvSpPr>
            <p:cNvPr id="229" name="Rectangle 228">
              <a:extLst>
                <a:ext uri="{FF2B5EF4-FFF2-40B4-BE49-F238E27FC236}">
                  <a16:creationId xmlns:a16="http://schemas.microsoft.com/office/drawing/2014/main" id="{8062F188-9BE3-40CF-BAFD-CAFFAA11E452}"/>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30" name="Straight Arrow Connector 229">
              <a:extLst>
                <a:ext uri="{FF2B5EF4-FFF2-40B4-BE49-F238E27FC236}">
                  <a16:creationId xmlns:a16="http://schemas.microsoft.com/office/drawing/2014/main" id="{AECCFD08-25A0-4B03-BDFA-20BA8FF313FC}"/>
                </a:ext>
              </a:extLst>
            </p:cNvPr>
            <p:cNvCxnSpPr>
              <a:cxnSpLocks/>
            </p:cNvCxnSpPr>
            <p:nvPr/>
          </p:nvCxnSpPr>
          <p:spPr>
            <a:xfrm rot="16200000" flipV="1">
              <a:off x="1820678"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1" name="Straight Arrow Connector 230">
              <a:extLst>
                <a:ext uri="{FF2B5EF4-FFF2-40B4-BE49-F238E27FC236}">
                  <a16:creationId xmlns:a16="http://schemas.microsoft.com/office/drawing/2014/main" id="{0DA57120-F429-4DEB-938E-5891BD3AB37A}"/>
                </a:ext>
              </a:extLst>
            </p:cNvPr>
            <p:cNvCxnSpPr>
              <a:cxnSpLocks/>
            </p:cNvCxnSpPr>
            <p:nvPr/>
          </p:nvCxnSpPr>
          <p:spPr>
            <a:xfrm flipV="1">
              <a:off x="990195" y="246878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2" name="Straight Arrow Connector 231">
              <a:extLst>
                <a:ext uri="{FF2B5EF4-FFF2-40B4-BE49-F238E27FC236}">
                  <a16:creationId xmlns:a16="http://schemas.microsoft.com/office/drawing/2014/main" id="{B009FEAE-5938-441C-8B45-BB35D02B5936}"/>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3" name="Straight Arrow Connector 232">
              <a:extLst>
                <a:ext uri="{FF2B5EF4-FFF2-40B4-BE49-F238E27FC236}">
                  <a16:creationId xmlns:a16="http://schemas.microsoft.com/office/drawing/2014/main" id="{6C37DEE2-659F-4F10-B9B0-3D74816AB67D}"/>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3" name="Group 202">
            <a:extLst>
              <a:ext uri="{FF2B5EF4-FFF2-40B4-BE49-F238E27FC236}">
                <a16:creationId xmlns:a16="http://schemas.microsoft.com/office/drawing/2014/main" id="{BFB941BD-1D2C-46FE-8DEF-5C3E07E24822}"/>
              </a:ext>
            </a:extLst>
          </p:cNvPr>
          <p:cNvGrpSpPr/>
          <p:nvPr/>
        </p:nvGrpSpPr>
        <p:grpSpPr>
          <a:xfrm>
            <a:off x="5055934" y="2579587"/>
            <a:ext cx="2325596" cy="1832347"/>
            <a:chOff x="318136" y="1316090"/>
            <a:chExt cx="1776224" cy="1399494"/>
          </a:xfrm>
        </p:grpSpPr>
        <p:sp>
          <p:nvSpPr>
            <p:cNvPr id="224" name="Rectangle 223">
              <a:extLst>
                <a:ext uri="{FF2B5EF4-FFF2-40B4-BE49-F238E27FC236}">
                  <a16:creationId xmlns:a16="http://schemas.microsoft.com/office/drawing/2014/main" id="{623EBB0C-A58E-4601-B1A7-48655AB8B6F6}"/>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25" name="Straight Arrow Connector 224">
              <a:extLst>
                <a:ext uri="{FF2B5EF4-FFF2-40B4-BE49-F238E27FC236}">
                  <a16:creationId xmlns:a16="http://schemas.microsoft.com/office/drawing/2014/main" id="{AF7D7B31-F9B6-4A27-ADBE-BBC2C64079F8}"/>
                </a:ext>
              </a:extLst>
            </p:cNvPr>
            <p:cNvCxnSpPr>
              <a:cxnSpLocks/>
            </p:cNvCxnSpPr>
            <p:nvPr/>
          </p:nvCxnSpPr>
          <p:spPr>
            <a:xfrm rot="16200000" flipV="1">
              <a:off x="1820667" y="201088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6" name="Straight Arrow Connector 225">
              <a:extLst>
                <a:ext uri="{FF2B5EF4-FFF2-40B4-BE49-F238E27FC236}">
                  <a16:creationId xmlns:a16="http://schemas.microsoft.com/office/drawing/2014/main" id="{1BC8CB39-5C2E-4BD9-AEF5-84CAECEDD1FB}"/>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8" name="Straight Arrow Connector 227">
              <a:extLst>
                <a:ext uri="{FF2B5EF4-FFF2-40B4-BE49-F238E27FC236}">
                  <a16:creationId xmlns:a16="http://schemas.microsoft.com/office/drawing/2014/main" id="{54F98CCC-B28F-4ED5-A2B4-D2E5C46355CB}"/>
                </a:ext>
              </a:extLst>
            </p:cNvPr>
            <p:cNvCxnSpPr>
              <a:cxnSpLocks/>
            </p:cNvCxnSpPr>
            <p:nvPr/>
          </p:nvCxnSpPr>
          <p:spPr>
            <a:xfrm rot="10800000" flipV="1">
              <a:off x="990195" y="153769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4" name="Group 203">
            <a:extLst>
              <a:ext uri="{FF2B5EF4-FFF2-40B4-BE49-F238E27FC236}">
                <a16:creationId xmlns:a16="http://schemas.microsoft.com/office/drawing/2014/main" id="{55506D04-7782-418C-AC99-5FB405335414}"/>
              </a:ext>
            </a:extLst>
          </p:cNvPr>
          <p:cNvGrpSpPr/>
          <p:nvPr/>
        </p:nvGrpSpPr>
        <p:grpSpPr>
          <a:xfrm>
            <a:off x="5055934" y="4411934"/>
            <a:ext cx="2325596" cy="1832347"/>
            <a:chOff x="318136" y="1316090"/>
            <a:chExt cx="1776224" cy="1399494"/>
          </a:xfrm>
        </p:grpSpPr>
        <p:sp>
          <p:nvSpPr>
            <p:cNvPr id="219" name="Rectangle 218">
              <a:extLst>
                <a:ext uri="{FF2B5EF4-FFF2-40B4-BE49-F238E27FC236}">
                  <a16:creationId xmlns:a16="http://schemas.microsoft.com/office/drawing/2014/main" id="{056883D2-AE14-41D7-92E9-A43358CF3C34}"/>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20" name="Straight Arrow Connector 219">
              <a:extLst>
                <a:ext uri="{FF2B5EF4-FFF2-40B4-BE49-F238E27FC236}">
                  <a16:creationId xmlns:a16="http://schemas.microsoft.com/office/drawing/2014/main" id="{6668B10C-D061-47E8-9076-42FCD480CD97}"/>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1" name="Straight Arrow Connector 220">
              <a:extLst>
                <a:ext uri="{FF2B5EF4-FFF2-40B4-BE49-F238E27FC236}">
                  <a16:creationId xmlns:a16="http://schemas.microsoft.com/office/drawing/2014/main" id="{B01960BF-C5CF-421D-81DC-3B08440D9FB7}"/>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3" name="Straight Arrow Connector 222">
              <a:extLst>
                <a:ext uri="{FF2B5EF4-FFF2-40B4-BE49-F238E27FC236}">
                  <a16:creationId xmlns:a16="http://schemas.microsoft.com/office/drawing/2014/main" id="{97B2D6FA-CFFD-4FE9-B230-5E2A3FEBD5B2}"/>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5" name="Group 204">
            <a:extLst>
              <a:ext uri="{FF2B5EF4-FFF2-40B4-BE49-F238E27FC236}">
                <a16:creationId xmlns:a16="http://schemas.microsoft.com/office/drawing/2014/main" id="{113A97E4-1B9B-4884-BB1D-1A0CAF96BA58}"/>
              </a:ext>
            </a:extLst>
          </p:cNvPr>
          <p:cNvGrpSpPr/>
          <p:nvPr/>
        </p:nvGrpSpPr>
        <p:grpSpPr>
          <a:xfrm>
            <a:off x="7868859" y="743306"/>
            <a:ext cx="1841693" cy="1836281"/>
            <a:chOff x="321580" y="1316090"/>
            <a:chExt cx="1776224" cy="1399494"/>
          </a:xfrm>
        </p:grpSpPr>
        <p:sp>
          <p:nvSpPr>
            <p:cNvPr id="214" name="Rectangle 213">
              <a:extLst>
                <a:ext uri="{FF2B5EF4-FFF2-40B4-BE49-F238E27FC236}">
                  <a16:creationId xmlns:a16="http://schemas.microsoft.com/office/drawing/2014/main" id="{C0C77131-5AB4-4F13-A30C-6BB1B3200A48}"/>
                </a:ext>
              </a:extLst>
            </p:cNvPr>
            <p:cNvSpPr/>
            <p:nvPr/>
          </p:nvSpPr>
          <p:spPr>
            <a:xfrm rot="5400000">
              <a:off x="509945"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15" name="Straight Arrow Connector 214">
              <a:extLst>
                <a:ext uri="{FF2B5EF4-FFF2-40B4-BE49-F238E27FC236}">
                  <a16:creationId xmlns:a16="http://schemas.microsoft.com/office/drawing/2014/main" id="{8E281038-E96E-491B-8204-4E19E55989E1}"/>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6" name="Straight Arrow Connector 215">
              <a:extLst>
                <a:ext uri="{FF2B5EF4-FFF2-40B4-BE49-F238E27FC236}">
                  <a16:creationId xmlns:a16="http://schemas.microsoft.com/office/drawing/2014/main" id="{4E45AA5B-C60D-49E6-86C4-E1401994E18D}"/>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7" name="Straight Arrow Connector 216">
              <a:extLst>
                <a:ext uri="{FF2B5EF4-FFF2-40B4-BE49-F238E27FC236}">
                  <a16:creationId xmlns:a16="http://schemas.microsoft.com/office/drawing/2014/main" id="{A2F57384-A8EC-4598-ADAD-F96D9D69CFE2}"/>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8" name="Straight Arrow Connector 217">
              <a:extLst>
                <a:ext uri="{FF2B5EF4-FFF2-40B4-BE49-F238E27FC236}">
                  <a16:creationId xmlns:a16="http://schemas.microsoft.com/office/drawing/2014/main" id="{8D6230D9-0781-4424-97B2-69236B2BCB80}"/>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6" name="Group 205">
            <a:extLst>
              <a:ext uri="{FF2B5EF4-FFF2-40B4-BE49-F238E27FC236}">
                <a16:creationId xmlns:a16="http://schemas.microsoft.com/office/drawing/2014/main" id="{AD6B3106-B749-467C-B87B-D650AEA914DF}"/>
              </a:ext>
            </a:extLst>
          </p:cNvPr>
          <p:cNvGrpSpPr/>
          <p:nvPr/>
        </p:nvGrpSpPr>
        <p:grpSpPr>
          <a:xfrm>
            <a:off x="7868859" y="2575653"/>
            <a:ext cx="1841695" cy="1836281"/>
            <a:chOff x="321856" y="1316090"/>
            <a:chExt cx="1776224" cy="1399494"/>
          </a:xfrm>
        </p:grpSpPr>
        <p:sp>
          <p:nvSpPr>
            <p:cNvPr id="207" name="Rectangle 206">
              <a:extLst>
                <a:ext uri="{FF2B5EF4-FFF2-40B4-BE49-F238E27FC236}">
                  <a16:creationId xmlns:a16="http://schemas.microsoft.com/office/drawing/2014/main" id="{1678FADC-7F3B-49A6-98C4-4D3548E84F43}"/>
                </a:ext>
              </a:extLst>
            </p:cNvPr>
            <p:cNvSpPr/>
            <p:nvPr/>
          </p:nvSpPr>
          <p:spPr>
            <a:xfrm rot="5400000">
              <a:off x="51022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08" name="Straight Arrow Connector 207">
              <a:extLst>
                <a:ext uri="{FF2B5EF4-FFF2-40B4-BE49-F238E27FC236}">
                  <a16:creationId xmlns:a16="http://schemas.microsoft.com/office/drawing/2014/main" id="{A3E4A723-5F98-4CEF-A925-7E3485761F07}"/>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9" name="Straight Arrow Connector 208">
              <a:extLst>
                <a:ext uri="{FF2B5EF4-FFF2-40B4-BE49-F238E27FC236}">
                  <a16:creationId xmlns:a16="http://schemas.microsoft.com/office/drawing/2014/main" id="{8AA12322-40C1-47F9-B7BE-3EF5FE9A6E1E}"/>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1" name="Straight Arrow Connector 210">
              <a:extLst>
                <a:ext uri="{FF2B5EF4-FFF2-40B4-BE49-F238E27FC236}">
                  <a16:creationId xmlns:a16="http://schemas.microsoft.com/office/drawing/2014/main" id="{AADCD4C8-FCC5-46BF-BF1A-B6D6AC5E7A25}"/>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2" name="Straight Arrow Connector 211">
              <a:extLst>
                <a:ext uri="{FF2B5EF4-FFF2-40B4-BE49-F238E27FC236}">
                  <a16:creationId xmlns:a16="http://schemas.microsoft.com/office/drawing/2014/main" id="{27243F2A-86A6-4D95-92FB-ACB943D6E06E}"/>
                </a:ext>
              </a:extLst>
            </p:cNvPr>
            <p:cNvCxnSpPr>
              <a:cxnSpLocks/>
            </p:cNvCxnSpPr>
            <p:nvPr/>
          </p:nvCxnSpPr>
          <p:spPr>
            <a:xfrm rot="13380000" flipV="1">
              <a:off x="905204" y="201839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3" name="Straight Arrow Connector 212">
              <a:extLst>
                <a:ext uri="{FF2B5EF4-FFF2-40B4-BE49-F238E27FC236}">
                  <a16:creationId xmlns:a16="http://schemas.microsoft.com/office/drawing/2014/main" id="{FAD53B5E-A0E7-4F09-898F-0218D9DD5014}"/>
                </a:ext>
              </a:extLst>
            </p:cNvPr>
            <p:cNvCxnSpPr>
              <a:cxnSpLocks/>
            </p:cNvCxnSpPr>
            <p:nvPr/>
          </p:nvCxnSpPr>
          <p:spPr>
            <a:xfrm rot="2520000" flipV="1">
              <a:off x="987275" y="19408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cxnSp>
        <p:nvCxnSpPr>
          <p:cNvPr id="270" name="Straight Connector 269">
            <a:extLst>
              <a:ext uri="{FF2B5EF4-FFF2-40B4-BE49-F238E27FC236}">
                <a16:creationId xmlns:a16="http://schemas.microsoft.com/office/drawing/2014/main" id="{4334DD71-E463-478A-ABA7-9A5AFA94D68C}"/>
              </a:ext>
            </a:extLst>
          </p:cNvPr>
          <p:cNvCxnSpPr>
            <a:cxnSpLocks/>
          </p:cNvCxnSpPr>
          <p:nvPr/>
        </p:nvCxnSpPr>
        <p:spPr>
          <a:xfrm>
            <a:off x="7863987" y="2575652"/>
            <a:ext cx="1842057" cy="1836282"/>
          </a:xfrm>
          <a:prstGeom prst="line">
            <a:avLst/>
          </a:prstGeom>
          <a:ln w="19050"/>
        </p:spPr>
        <p:style>
          <a:lnRef idx="1">
            <a:schemeClr val="dk1"/>
          </a:lnRef>
          <a:fillRef idx="0">
            <a:schemeClr val="dk1"/>
          </a:fillRef>
          <a:effectRef idx="0">
            <a:schemeClr val="dk1"/>
          </a:effectRef>
          <a:fontRef idx="minor">
            <a:schemeClr val="tx1"/>
          </a:fontRef>
        </p:style>
      </p:cxnSp>
      <p:cxnSp>
        <p:nvCxnSpPr>
          <p:cNvPr id="271" name="Straight Connector 270">
            <a:extLst>
              <a:ext uri="{FF2B5EF4-FFF2-40B4-BE49-F238E27FC236}">
                <a16:creationId xmlns:a16="http://schemas.microsoft.com/office/drawing/2014/main" id="{FF2FCAAA-7996-4B03-8DD5-8487CFC4BDF1}"/>
              </a:ext>
            </a:extLst>
          </p:cNvPr>
          <p:cNvCxnSpPr>
            <a:cxnSpLocks/>
          </p:cNvCxnSpPr>
          <p:nvPr/>
        </p:nvCxnSpPr>
        <p:spPr>
          <a:xfrm flipH="1">
            <a:off x="7865830" y="747240"/>
            <a:ext cx="1839852" cy="1827645"/>
          </a:xfrm>
          <a:prstGeom prst="line">
            <a:avLst/>
          </a:prstGeom>
          <a:ln w="19050"/>
        </p:spPr>
        <p:style>
          <a:lnRef idx="1">
            <a:schemeClr val="dk1"/>
          </a:lnRef>
          <a:fillRef idx="0">
            <a:schemeClr val="dk1"/>
          </a:fillRef>
          <a:effectRef idx="0">
            <a:schemeClr val="dk1"/>
          </a:effectRef>
          <a:fontRef idx="minor">
            <a:schemeClr val="tx1"/>
          </a:fontRef>
        </p:style>
      </p:cxnSp>
      <p:cxnSp>
        <p:nvCxnSpPr>
          <p:cNvPr id="272" name="Straight Connector 271">
            <a:extLst>
              <a:ext uri="{FF2B5EF4-FFF2-40B4-BE49-F238E27FC236}">
                <a16:creationId xmlns:a16="http://schemas.microsoft.com/office/drawing/2014/main" id="{45518EAD-433B-4D30-86D2-970AA7C8987B}"/>
              </a:ext>
            </a:extLst>
          </p:cNvPr>
          <p:cNvCxnSpPr>
            <a:cxnSpLocks/>
          </p:cNvCxnSpPr>
          <p:nvPr/>
        </p:nvCxnSpPr>
        <p:spPr>
          <a:xfrm>
            <a:off x="417944" y="2579587"/>
            <a:ext cx="928773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3074EE5F-DA69-449F-A09A-8107C8B3EFCA}"/>
              </a:ext>
            </a:extLst>
          </p:cNvPr>
          <p:cNvCxnSpPr>
            <a:cxnSpLocks/>
          </p:cNvCxnSpPr>
          <p:nvPr/>
        </p:nvCxnSpPr>
        <p:spPr>
          <a:xfrm flipH="1">
            <a:off x="7859477" y="747240"/>
            <a:ext cx="1846206" cy="1834156"/>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cxnSp>
        <p:nvCxnSpPr>
          <p:cNvPr id="276" name="Straight Connector 275">
            <a:extLst>
              <a:ext uri="{FF2B5EF4-FFF2-40B4-BE49-F238E27FC236}">
                <a16:creationId xmlns:a16="http://schemas.microsoft.com/office/drawing/2014/main" id="{E1E30BB6-810A-49DF-80A7-7D3519084021}"/>
              </a:ext>
            </a:extLst>
          </p:cNvPr>
          <p:cNvCxnSpPr>
            <a:cxnSpLocks/>
          </p:cNvCxnSpPr>
          <p:nvPr/>
        </p:nvCxnSpPr>
        <p:spPr>
          <a:xfrm>
            <a:off x="7863987" y="2575653"/>
            <a:ext cx="1841695" cy="183628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85" name="TextBox 284">
            <a:extLst>
              <a:ext uri="{FF2B5EF4-FFF2-40B4-BE49-F238E27FC236}">
                <a16:creationId xmlns:a16="http://schemas.microsoft.com/office/drawing/2014/main" id="{EAD0A7C8-2C2D-4CE8-8030-9DED47ADBDED}"/>
              </a:ext>
            </a:extLst>
          </p:cNvPr>
          <p:cNvSpPr txBox="1"/>
          <p:nvPr/>
        </p:nvSpPr>
        <p:spPr>
          <a:xfrm>
            <a:off x="2456947" y="3867417"/>
            <a:ext cx="394995" cy="483564"/>
          </a:xfrm>
          <a:prstGeom prst="rect">
            <a:avLst/>
          </a:prstGeom>
          <a:noFill/>
        </p:spPr>
        <p:txBody>
          <a:bodyPr wrap="none" rtlCol="0">
            <a:spAutoFit/>
          </a:bodyPr>
          <a:lstStyle/>
          <a:p>
            <a:r>
              <a:rPr lang="en-US" dirty="0">
                <a:solidFill>
                  <a:srgbClr val="FF0000"/>
                </a:solidFill>
              </a:rPr>
              <a:t>8</a:t>
            </a:r>
          </a:p>
        </p:txBody>
      </p:sp>
      <p:sp>
        <p:nvSpPr>
          <p:cNvPr id="286" name="TextBox 285">
            <a:extLst>
              <a:ext uri="{FF2B5EF4-FFF2-40B4-BE49-F238E27FC236}">
                <a16:creationId xmlns:a16="http://schemas.microsoft.com/office/drawing/2014/main" id="{0BE3AE39-106D-4A43-B3D1-FDC608F90FF7}"/>
              </a:ext>
            </a:extLst>
          </p:cNvPr>
          <p:cNvSpPr txBox="1"/>
          <p:nvPr/>
        </p:nvSpPr>
        <p:spPr>
          <a:xfrm>
            <a:off x="2091500" y="2240703"/>
            <a:ext cx="394995" cy="483564"/>
          </a:xfrm>
          <a:prstGeom prst="rect">
            <a:avLst/>
          </a:prstGeom>
          <a:noFill/>
        </p:spPr>
        <p:txBody>
          <a:bodyPr wrap="none" rtlCol="0">
            <a:spAutoFit/>
          </a:bodyPr>
          <a:lstStyle/>
          <a:p>
            <a:r>
              <a:rPr lang="en-US" dirty="0">
                <a:solidFill>
                  <a:srgbClr val="FF0000"/>
                </a:solidFill>
              </a:rPr>
              <a:t>9</a:t>
            </a:r>
          </a:p>
        </p:txBody>
      </p:sp>
      <p:sp>
        <p:nvSpPr>
          <p:cNvPr id="287" name="TextBox 286">
            <a:extLst>
              <a:ext uri="{FF2B5EF4-FFF2-40B4-BE49-F238E27FC236}">
                <a16:creationId xmlns:a16="http://schemas.microsoft.com/office/drawing/2014/main" id="{2335C42D-1307-43A0-9C41-D2DCA3DD9390}"/>
              </a:ext>
            </a:extLst>
          </p:cNvPr>
          <p:cNvSpPr txBox="1"/>
          <p:nvPr/>
        </p:nvSpPr>
        <p:spPr>
          <a:xfrm>
            <a:off x="9089051" y="2235825"/>
            <a:ext cx="548206" cy="483564"/>
          </a:xfrm>
          <a:prstGeom prst="rect">
            <a:avLst/>
          </a:prstGeom>
          <a:noFill/>
        </p:spPr>
        <p:txBody>
          <a:bodyPr wrap="none" rtlCol="0">
            <a:spAutoFit/>
          </a:bodyPr>
          <a:lstStyle/>
          <a:p>
            <a:r>
              <a:rPr lang="en-US" dirty="0">
                <a:solidFill>
                  <a:srgbClr val="FF0000"/>
                </a:solidFill>
              </a:rPr>
              <a:t>10</a:t>
            </a:r>
          </a:p>
        </p:txBody>
      </p:sp>
      <p:sp>
        <p:nvSpPr>
          <p:cNvPr id="288" name="TextBox 287">
            <a:extLst>
              <a:ext uri="{FF2B5EF4-FFF2-40B4-BE49-F238E27FC236}">
                <a16:creationId xmlns:a16="http://schemas.microsoft.com/office/drawing/2014/main" id="{B0127BF5-9E71-434E-BFEA-92B1F11F419B}"/>
              </a:ext>
            </a:extLst>
          </p:cNvPr>
          <p:cNvSpPr txBox="1"/>
          <p:nvPr/>
        </p:nvSpPr>
        <p:spPr>
          <a:xfrm>
            <a:off x="9163832" y="3696535"/>
            <a:ext cx="548206" cy="483564"/>
          </a:xfrm>
          <a:prstGeom prst="rect">
            <a:avLst/>
          </a:prstGeom>
          <a:noFill/>
        </p:spPr>
        <p:txBody>
          <a:bodyPr wrap="none" rtlCol="0">
            <a:spAutoFit/>
          </a:bodyPr>
          <a:lstStyle/>
          <a:p>
            <a:r>
              <a:rPr lang="en-US" dirty="0">
                <a:solidFill>
                  <a:srgbClr val="FF0000"/>
                </a:solidFill>
              </a:rPr>
              <a:t>11</a:t>
            </a:r>
          </a:p>
        </p:txBody>
      </p:sp>
      <p:sp>
        <p:nvSpPr>
          <p:cNvPr id="289" name="TextBox 288">
            <a:extLst>
              <a:ext uri="{FF2B5EF4-FFF2-40B4-BE49-F238E27FC236}">
                <a16:creationId xmlns:a16="http://schemas.microsoft.com/office/drawing/2014/main" id="{24581527-E833-4F7A-B3EE-3288FAB5F615}"/>
              </a:ext>
            </a:extLst>
          </p:cNvPr>
          <p:cNvSpPr txBox="1"/>
          <p:nvPr/>
        </p:nvSpPr>
        <p:spPr>
          <a:xfrm>
            <a:off x="8981827" y="791025"/>
            <a:ext cx="548206" cy="483564"/>
          </a:xfrm>
          <a:prstGeom prst="rect">
            <a:avLst/>
          </a:prstGeom>
          <a:noFill/>
        </p:spPr>
        <p:txBody>
          <a:bodyPr wrap="none" rtlCol="0">
            <a:spAutoFit/>
          </a:bodyPr>
          <a:lstStyle/>
          <a:p>
            <a:r>
              <a:rPr lang="en-US" dirty="0">
                <a:solidFill>
                  <a:srgbClr val="FF0000"/>
                </a:solidFill>
              </a:rPr>
              <a:t>12</a:t>
            </a:r>
          </a:p>
        </p:txBody>
      </p:sp>
      <p:cxnSp>
        <p:nvCxnSpPr>
          <p:cNvPr id="290" name="Straight Arrow Connector 289">
            <a:extLst>
              <a:ext uri="{FF2B5EF4-FFF2-40B4-BE49-F238E27FC236}">
                <a16:creationId xmlns:a16="http://schemas.microsoft.com/office/drawing/2014/main" id="{55C17A50-C856-4DEA-A8D4-C1B4076FDFD0}"/>
              </a:ext>
            </a:extLst>
          </p:cNvPr>
          <p:cNvCxnSpPr>
            <a:cxnSpLocks/>
          </p:cNvCxnSpPr>
          <p:nvPr/>
        </p:nvCxnSpPr>
        <p:spPr>
          <a:xfrm rot="8100000" flipV="1">
            <a:off x="8400464" y="184713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1" name="Straight Arrow Connector 290">
            <a:extLst>
              <a:ext uri="{FF2B5EF4-FFF2-40B4-BE49-F238E27FC236}">
                <a16:creationId xmlns:a16="http://schemas.microsoft.com/office/drawing/2014/main" id="{C66BA0EC-7817-4849-B3EA-67F8BC789B5F}"/>
              </a:ext>
            </a:extLst>
          </p:cNvPr>
          <p:cNvCxnSpPr>
            <a:cxnSpLocks/>
          </p:cNvCxnSpPr>
          <p:nvPr/>
        </p:nvCxnSpPr>
        <p:spPr>
          <a:xfrm rot="18900000" flipV="1">
            <a:off x="8307329" y="1720558"/>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3" name="Oval 292">
            <a:extLst>
              <a:ext uri="{FF2B5EF4-FFF2-40B4-BE49-F238E27FC236}">
                <a16:creationId xmlns:a16="http://schemas.microsoft.com/office/drawing/2014/main" id="{0D654E35-13F6-4427-8485-0D92293A1AB4}"/>
              </a:ext>
            </a:extLst>
          </p:cNvPr>
          <p:cNvSpPr/>
          <p:nvPr/>
        </p:nvSpPr>
        <p:spPr>
          <a:xfrm>
            <a:off x="229402" y="605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294" name="Oval 293">
            <a:extLst>
              <a:ext uri="{FF2B5EF4-FFF2-40B4-BE49-F238E27FC236}">
                <a16:creationId xmlns:a16="http://schemas.microsoft.com/office/drawing/2014/main" id="{607B11A5-EAE0-49A3-AADF-8535D706D5E2}"/>
              </a:ext>
            </a:extLst>
          </p:cNvPr>
          <p:cNvSpPr/>
          <p:nvPr/>
        </p:nvSpPr>
        <p:spPr>
          <a:xfrm>
            <a:off x="2565414" y="606741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296" name="Oval 295">
            <a:extLst>
              <a:ext uri="{FF2B5EF4-FFF2-40B4-BE49-F238E27FC236}">
                <a16:creationId xmlns:a16="http://schemas.microsoft.com/office/drawing/2014/main" id="{E97EB18D-FAEC-405D-BFD1-C5F02588E5A4}"/>
              </a:ext>
            </a:extLst>
          </p:cNvPr>
          <p:cNvSpPr/>
          <p:nvPr/>
        </p:nvSpPr>
        <p:spPr>
          <a:xfrm>
            <a:off x="7205470" y="605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297" name="Oval 296">
            <a:extLst>
              <a:ext uri="{FF2B5EF4-FFF2-40B4-BE49-F238E27FC236}">
                <a16:creationId xmlns:a16="http://schemas.microsoft.com/office/drawing/2014/main" id="{70D668ED-BDF2-4917-86BC-B9E90DF3DFD0}"/>
              </a:ext>
            </a:extLst>
          </p:cNvPr>
          <p:cNvSpPr/>
          <p:nvPr/>
        </p:nvSpPr>
        <p:spPr>
          <a:xfrm>
            <a:off x="227183" y="4235873"/>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sp>
        <p:nvSpPr>
          <p:cNvPr id="301" name="Oval 300">
            <a:extLst>
              <a:ext uri="{FF2B5EF4-FFF2-40B4-BE49-F238E27FC236}">
                <a16:creationId xmlns:a16="http://schemas.microsoft.com/office/drawing/2014/main" id="{BD03B9AE-6261-492E-8508-FA9AE486F270}"/>
              </a:ext>
            </a:extLst>
          </p:cNvPr>
          <p:cNvSpPr/>
          <p:nvPr/>
        </p:nvSpPr>
        <p:spPr>
          <a:xfrm>
            <a:off x="9535977" y="4233748"/>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I</a:t>
            </a:r>
            <a:endParaRPr lang="en-US" dirty="0"/>
          </a:p>
        </p:txBody>
      </p:sp>
      <p:sp>
        <p:nvSpPr>
          <p:cNvPr id="302" name="Oval 301">
            <a:extLst>
              <a:ext uri="{FF2B5EF4-FFF2-40B4-BE49-F238E27FC236}">
                <a16:creationId xmlns:a16="http://schemas.microsoft.com/office/drawing/2014/main" id="{8219E6CA-0701-46C4-9495-F0DAC3BE6D5C}"/>
              </a:ext>
            </a:extLst>
          </p:cNvPr>
          <p:cNvSpPr/>
          <p:nvPr/>
        </p:nvSpPr>
        <p:spPr>
          <a:xfrm>
            <a:off x="227183" y="2410794"/>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J</a:t>
            </a:r>
            <a:endParaRPr lang="en-US" dirty="0"/>
          </a:p>
        </p:txBody>
      </p:sp>
      <p:sp>
        <p:nvSpPr>
          <p:cNvPr id="306" name="Oval 305">
            <a:extLst>
              <a:ext uri="{FF2B5EF4-FFF2-40B4-BE49-F238E27FC236}">
                <a16:creationId xmlns:a16="http://schemas.microsoft.com/office/drawing/2014/main" id="{91BE7614-ABEE-4C51-A742-71FFD52B95A5}"/>
              </a:ext>
            </a:extLst>
          </p:cNvPr>
          <p:cNvSpPr/>
          <p:nvPr/>
        </p:nvSpPr>
        <p:spPr>
          <a:xfrm>
            <a:off x="9533403" y="2409704"/>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N</a:t>
            </a:r>
            <a:endParaRPr lang="en-US" dirty="0"/>
          </a:p>
        </p:txBody>
      </p:sp>
      <p:sp>
        <p:nvSpPr>
          <p:cNvPr id="307" name="Oval 306">
            <a:extLst>
              <a:ext uri="{FF2B5EF4-FFF2-40B4-BE49-F238E27FC236}">
                <a16:creationId xmlns:a16="http://schemas.microsoft.com/office/drawing/2014/main" id="{263F7E91-7613-4A0A-BF02-B5093EA16EE5}"/>
              </a:ext>
            </a:extLst>
          </p:cNvPr>
          <p:cNvSpPr/>
          <p:nvPr/>
        </p:nvSpPr>
        <p:spPr>
          <a:xfrm>
            <a:off x="227183" y="577930"/>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P</a:t>
            </a:r>
            <a:endParaRPr lang="en-US" dirty="0"/>
          </a:p>
        </p:txBody>
      </p:sp>
      <p:sp>
        <p:nvSpPr>
          <p:cNvPr id="309" name="Oval 308">
            <a:extLst>
              <a:ext uri="{FF2B5EF4-FFF2-40B4-BE49-F238E27FC236}">
                <a16:creationId xmlns:a16="http://schemas.microsoft.com/office/drawing/2014/main" id="{8EFD28D6-F8A2-4A21-97B7-E16C35904818}"/>
              </a:ext>
            </a:extLst>
          </p:cNvPr>
          <p:cNvSpPr/>
          <p:nvPr/>
        </p:nvSpPr>
        <p:spPr>
          <a:xfrm>
            <a:off x="4883176" y="572998"/>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R</a:t>
            </a:r>
            <a:endParaRPr lang="en-US" dirty="0"/>
          </a:p>
        </p:txBody>
      </p:sp>
      <p:sp>
        <p:nvSpPr>
          <p:cNvPr id="311" name="Oval 310">
            <a:extLst>
              <a:ext uri="{FF2B5EF4-FFF2-40B4-BE49-F238E27FC236}">
                <a16:creationId xmlns:a16="http://schemas.microsoft.com/office/drawing/2014/main" id="{8E53C076-C635-4633-8B12-F48E65DBEDD5}"/>
              </a:ext>
            </a:extLst>
          </p:cNvPr>
          <p:cNvSpPr/>
          <p:nvPr/>
        </p:nvSpPr>
        <p:spPr>
          <a:xfrm>
            <a:off x="9545597" y="57497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T</a:t>
            </a:r>
            <a:endParaRPr lang="en-US" dirty="0"/>
          </a:p>
        </p:txBody>
      </p:sp>
      <p:sp>
        <p:nvSpPr>
          <p:cNvPr id="121" name="TextBox 120">
            <a:extLst>
              <a:ext uri="{FF2B5EF4-FFF2-40B4-BE49-F238E27FC236}">
                <a16:creationId xmlns:a16="http://schemas.microsoft.com/office/drawing/2014/main" id="{F38C266C-0EEA-4DE5-9318-4D834978FAE0}"/>
              </a:ext>
            </a:extLst>
          </p:cNvPr>
          <p:cNvSpPr txBox="1"/>
          <p:nvPr/>
        </p:nvSpPr>
        <p:spPr>
          <a:xfrm>
            <a:off x="10156652" y="1683206"/>
            <a:ext cx="4378498" cy="923330"/>
          </a:xfrm>
          <a:prstGeom prst="rect">
            <a:avLst/>
          </a:prstGeom>
          <a:ln w="19050">
            <a:solidFill>
              <a:schemeClr val="tx1"/>
            </a:solidFill>
          </a:ln>
        </p:spPr>
        <p:style>
          <a:lnRef idx="1">
            <a:schemeClr val="accent1"/>
          </a:lnRef>
          <a:fillRef idx="3">
            <a:schemeClr val="accent1"/>
          </a:fillRef>
          <a:effectRef idx="2">
            <a:schemeClr val="accent1"/>
          </a:effectRef>
          <a:fontRef idx="minor">
            <a:schemeClr val="lt1"/>
          </a:fontRef>
        </p:style>
        <p:txBody>
          <a:bodyPr wrap="square">
            <a:spAutoFit/>
          </a:bodyPr>
          <a:lstStyle/>
          <a:p>
            <a:pPr algn="just"/>
            <a:r>
              <a:rPr lang="en-US" dirty="0">
                <a:latin typeface="Consolas" panose="020B0609020204030204" pitchFamily="49" charset="0"/>
              </a:rPr>
              <a:t>Edge 8:</a:t>
            </a:r>
          </a:p>
          <a:p>
            <a:pPr algn="just"/>
            <a:r>
              <a:rPr lang="en-US" dirty="0">
                <a:latin typeface="Consolas" panose="020B0609020204030204" pitchFamily="49" charset="0"/>
              </a:rPr>
              <a:t>K: Hole</a:t>
            </a:r>
          </a:p>
          <a:p>
            <a:pPr algn="just"/>
            <a:r>
              <a:rPr lang="en-US" dirty="0">
                <a:latin typeface="Consolas" panose="020B0609020204030204" pitchFamily="49" charset="0"/>
              </a:rPr>
              <a:t>F: Canonical and Internal.</a:t>
            </a:r>
          </a:p>
        </p:txBody>
      </p:sp>
      <p:sp>
        <p:nvSpPr>
          <p:cNvPr id="117" name="Rectangle 116">
            <a:extLst>
              <a:ext uri="{FF2B5EF4-FFF2-40B4-BE49-F238E27FC236}">
                <a16:creationId xmlns:a16="http://schemas.microsoft.com/office/drawing/2014/main" id="{BB24C0C0-E59E-4211-B5CB-E3E0B2566CC5}"/>
              </a:ext>
            </a:extLst>
          </p:cNvPr>
          <p:cNvSpPr/>
          <p:nvPr/>
        </p:nvSpPr>
        <p:spPr>
          <a:xfrm>
            <a:off x="2399392" y="744946"/>
            <a:ext cx="949383" cy="1830707"/>
          </a:xfrm>
          <a:custGeom>
            <a:avLst/>
            <a:gdLst>
              <a:gd name="connsiteX0" fmla="*/ 0 w 115151"/>
              <a:gd name="connsiteY0" fmla="*/ 0 h 1833882"/>
              <a:gd name="connsiteX1" fmla="*/ 115151 w 115151"/>
              <a:gd name="connsiteY1" fmla="*/ 0 h 1833882"/>
              <a:gd name="connsiteX2" fmla="*/ 115151 w 115151"/>
              <a:gd name="connsiteY2" fmla="*/ 1833882 h 1833882"/>
              <a:gd name="connsiteX3" fmla="*/ 0 w 115151"/>
              <a:gd name="connsiteY3" fmla="*/ 1833882 h 1833882"/>
              <a:gd name="connsiteX4" fmla="*/ 0 w 115151"/>
              <a:gd name="connsiteY4" fmla="*/ 0 h 1833882"/>
              <a:gd name="connsiteX0" fmla="*/ 0 w 251676"/>
              <a:gd name="connsiteY0" fmla="*/ 0 h 1833882"/>
              <a:gd name="connsiteX1" fmla="*/ 251676 w 251676"/>
              <a:gd name="connsiteY1" fmla="*/ 0 h 1833882"/>
              <a:gd name="connsiteX2" fmla="*/ 115151 w 251676"/>
              <a:gd name="connsiteY2" fmla="*/ 1833882 h 1833882"/>
              <a:gd name="connsiteX3" fmla="*/ 0 w 251676"/>
              <a:gd name="connsiteY3" fmla="*/ 1833882 h 1833882"/>
              <a:gd name="connsiteX4" fmla="*/ 0 w 251676"/>
              <a:gd name="connsiteY4" fmla="*/ 0 h 1833882"/>
              <a:gd name="connsiteX0" fmla="*/ 0 w 442176"/>
              <a:gd name="connsiteY0" fmla="*/ 0 h 1833882"/>
              <a:gd name="connsiteX1" fmla="*/ 442176 w 442176"/>
              <a:gd name="connsiteY1" fmla="*/ 0 h 1833882"/>
              <a:gd name="connsiteX2" fmla="*/ 305651 w 442176"/>
              <a:gd name="connsiteY2" fmla="*/ 1833882 h 1833882"/>
              <a:gd name="connsiteX3" fmla="*/ 190500 w 442176"/>
              <a:gd name="connsiteY3" fmla="*/ 1833882 h 1833882"/>
              <a:gd name="connsiteX4" fmla="*/ 0 w 442176"/>
              <a:gd name="connsiteY4" fmla="*/ 0 h 1833882"/>
              <a:gd name="connsiteX0" fmla="*/ 0 w 527901"/>
              <a:gd name="connsiteY0" fmla="*/ 0 h 1837057"/>
              <a:gd name="connsiteX1" fmla="*/ 527901 w 527901"/>
              <a:gd name="connsiteY1" fmla="*/ 3175 h 1837057"/>
              <a:gd name="connsiteX2" fmla="*/ 391376 w 527901"/>
              <a:gd name="connsiteY2" fmla="*/ 1837057 h 1837057"/>
              <a:gd name="connsiteX3" fmla="*/ 276225 w 527901"/>
              <a:gd name="connsiteY3" fmla="*/ 1837057 h 1837057"/>
              <a:gd name="connsiteX4" fmla="*/ 0 w 527901"/>
              <a:gd name="connsiteY4" fmla="*/ 0 h 1837057"/>
              <a:gd name="connsiteX0" fmla="*/ 0 w 645376"/>
              <a:gd name="connsiteY0" fmla="*/ 3175 h 1840232"/>
              <a:gd name="connsiteX1" fmla="*/ 645376 w 645376"/>
              <a:gd name="connsiteY1" fmla="*/ 0 h 1840232"/>
              <a:gd name="connsiteX2" fmla="*/ 391376 w 645376"/>
              <a:gd name="connsiteY2" fmla="*/ 1840232 h 1840232"/>
              <a:gd name="connsiteX3" fmla="*/ 276225 w 645376"/>
              <a:gd name="connsiteY3" fmla="*/ 1840232 h 1840232"/>
              <a:gd name="connsiteX4" fmla="*/ 0 w 645376"/>
              <a:gd name="connsiteY4" fmla="*/ 3175 h 1840232"/>
              <a:gd name="connsiteX0" fmla="*/ 0 w 654901"/>
              <a:gd name="connsiteY0" fmla="*/ 0 h 1837057"/>
              <a:gd name="connsiteX1" fmla="*/ 654901 w 654901"/>
              <a:gd name="connsiteY1" fmla="*/ 3175 h 1837057"/>
              <a:gd name="connsiteX2" fmla="*/ 391376 w 654901"/>
              <a:gd name="connsiteY2" fmla="*/ 1837057 h 1837057"/>
              <a:gd name="connsiteX3" fmla="*/ 276225 w 654901"/>
              <a:gd name="connsiteY3" fmla="*/ 1837057 h 1837057"/>
              <a:gd name="connsiteX4" fmla="*/ 0 w 654901"/>
              <a:gd name="connsiteY4" fmla="*/ 0 h 1837057"/>
              <a:gd name="connsiteX0" fmla="*/ 0 w 658076"/>
              <a:gd name="connsiteY0" fmla="*/ 0 h 1833882"/>
              <a:gd name="connsiteX1" fmla="*/ 658076 w 658076"/>
              <a:gd name="connsiteY1" fmla="*/ 0 h 1833882"/>
              <a:gd name="connsiteX2" fmla="*/ 394551 w 658076"/>
              <a:gd name="connsiteY2" fmla="*/ 1833882 h 1833882"/>
              <a:gd name="connsiteX3" fmla="*/ 279400 w 658076"/>
              <a:gd name="connsiteY3" fmla="*/ 1833882 h 1833882"/>
              <a:gd name="connsiteX4" fmla="*/ 0 w 658076"/>
              <a:gd name="connsiteY4" fmla="*/ 0 h 1833882"/>
              <a:gd name="connsiteX0" fmla="*/ 0 w 832701"/>
              <a:gd name="connsiteY0" fmla="*/ 0 h 1833882"/>
              <a:gd name="connsiteX1" fmla="*/ 658076 w 832701"/>
              <a:gd name="connsiteY1" fmla="*/ 0 h 1833882"/>
              <a:gd name="connsiteX2" fmla="*/ 832701 w 832701"/>
              <a:gd name="connsiteY2" fmla="*/ 1459232 h 1833882"/>
              <a:gd name="connsiteX3" fmla="*/ 279400 w 832701"/>
              <a:gd name="connsiteY3" fmla="*/ 1833882 h 1833882"/>
              <a:gd name="connsiteX4" fmla="*/ 0 w 832701"/>
              <a:gd name="connsiteY4" fmla="*/ 0 h 1833882"/>
              <a:gd name="connsiteX0" fmla="*/ 0 w 832701"/>
              <a:gd name="connsiteY0" fmla="*/ 0 h 1814832"/>
              <a:gd name="connsiteX1" fmla="*/ 658076 w 832701"/>
              <a:gd name="connsiteY1" fmla="*/ 0 h 1814832"/>
              <a:gd name="connsiteX2" fmla="*/ 832701 w 832701"/>
              <a:gd name="connsiteY2" fmla="*/ 1459232 h 1814832"/>
              <a:gd name="connsiteX3" fmla="*/ 317500 w 832701"/>
              <a:gd name="connsiteY3" fmla="*/ 1814832 h 1814832"/>
              <a:gd name="connsiteX4" fmla="*/ 0 w 832701"/>
              <a:gd name="connsiteY4" fmla="*/ 0 h 1814832"/>
              <a:gd name="connsiteX0" fmla="*/ 0 w 832701"/>
              <a:gd name="connsiteY0" fmla="*/ 0 h 1830707"/>
              <a:gd name="connsiteX1" fmla="*/ 658076 w 832701"/>
              <a:gd name="connsiteY1" fmla="*/ 0 h 1830707"/>
              <a:gd name="connsiteX2" fmla="*/ 832701 w 832701"/>
              <a:gd name="connsiteY2" fmla="*/ 1459232 h 1830707"/>
              <a:gd name="connsiteX3" fmla="*/ 333375 w 832701"/>
              <a:gd name="connsiteY3" fmla="*/ 1830707 h 1830707"/>
              <a:gd name="connsiteX4" fmla="*/ 0 w 832701"/>
              <a:gd name="connsiteY4" fmla="*/ 0 h 1830707"/>
              <a:gd name="connsiteX0" fmla="*/ 0 w 949383"/>
              <a:gd name="connsiteY0" fmla="*/ 0 h 1830707"/>
              <a:gd name="connsiteX1" fmla="*/ 658076 w 949383"/>
              <a:gd name="connsiteY1" fmla="*/ 0 h 1830707"/>
              <a:gd name="connsiteX2" fmla="*/ 949383 w 949383"/>
              <a:gd name="connsiteY2" fmla="*/ 1361601 h 1830707"/>
              <a:gd name="connsiteX3" fmla="*/ 333375 w 949383"/>
              <a:gd name="connsiteY3" fmla="*/ 1830707 h 1830707"/>
              <a:gd name="connsiteX4" fmla="*/ 0 w 949383"/>
              <a:gd name="connsiteY4" fmla="*/ 0 h 18307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9383" h="1830707">
                <a:moveTo>
                  <a:pt x="0" y="0"/>
                </a:moveTo>
                <a:lnTo>
                  <a:pt x="658076" y="0"/>
                </a:lnTo>
                <a:lnTo>
                  <a:pt x="949383" y="1361601"/>
                </a:lnTo>
                <a:lnTo>
                  <a:pt x="333375" y="1830707"/>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solidFill>
                <a:schemeClr val="bg1"/>
              </a:solidFill>
            </a:endParaRPr>
          </a:p>
        </p:txBody>
      </p:sp>
      <p:cxnSp>
        <p:nvCxnSpPr>
          <p:cNvPr id="124" name="Straight Arrow Connector 123">
            <a:extLst>
              <a:ext uri="{FF2B5EF4-FFF2-40B4-BE49-F238E27FC236}">
                <a16:creationId xmlns:a16="http://schemas.microsoft.com/office/drawing/2014/main" id="{21462356-04AF-4D7A-A146-231EED1F52AA}"/>
              </a:ext>
            </a:extLst>
          </p:cNvPr>
          <p:cNvCxnSpPr>
            <a:cxnSpLocks/>
          </p:cNvCxnSpPr>
          <p:nvPr/>
        </p:nvCxnSpPr>
        <p:spPr>
          <a:xfrm rot="4860000" flipV="1">
            <a:off x="2342398" y="158930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0" name="Oval 119">
            <a:extLst>
              <a:ext uri="{FF2B5EF4-FFF2-40B4-BE49-F238E27FC236}">
                <a16:creationId xmlns:a16="http://schemas.microsoft.com/office/drawing/2014/main" id="{24D8D6EB-429F-4F83-A03D-CB6219EAEEAF}"/>
              </a:ext>
            </a:extLst>
          </p:cNvPr>
          <p:cNvSpPr/>
          <p:nvPr/>
        </p:nvSpPr>
        <p:spPr>
          <a:xfrm>
            <a:off x="2878465" y="58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U</a:t>
            </a:r>
            <a:endParaRPr lang="en-US" dirty="0">
              <a:solidFill>
                <a:schemeClr val="accent6"/>
              </a:solidFill>
            </a:endParaRPr>
          </a:p>
        </p:txBody>
      </p:sp>
      <p:sp>
        <p:nvSpPr>
          <p:cNvPr id="308" name="Oval 307">
            <a:extLst>
              <a:ext uri="{FF2B5EF4-FFF2-40B4-BE49-F238E27FC236}">
                <a16:creationId xmlns:a16="http://schemas.microsoft.com/office/drawing/2014/main" id="{8F2DCE16-B03E-4878-9628-6458FA06E654}"/>
              </a:ext>
            </a:extLst>
          </p:cNvPr>
          <p:cNvSpPr/>
          <p:nvPr/>
        </p:nvSpPr>
        <p:spPr>
          <a:xfrm>
            <a:off x="2226010" y="58755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Q</a:t>
            </a:r>
            <a:endParaRPr lang="en-US" dirty="0">
              <a:solidFill>
                <a:schemeClr val="accent6"/>
              </a:solidFill>
            </a:endParaRPr>
          </a:p>
        </p:txBody>
      </p:sp>
      <p:cxnSp>
        <p:nvCxnSpPr>
          <p:cNvPr id="125" name="Straight Arrow Connector 124">
            <a:extLst>
              <a:ext uri="{FF2B5EF4-FFF2-40B4-BE49-F238E27FC236}">
                <a16:creationId xmlns:a16="http://schemas.microsoft.com/office/drawing/2014/main" id="{7D53D871-5EE3-4AAA-A583-1CBA76CD1AC1}"/>
              </a:ext>
            </a:extLst>
          </p:cNvPr>
          <p:cNvCxnSpPr>
            <a:cxnSpLocks/>
          </p:cNvCxnSpPr>
          <p:nvPr/>
        </p:nvCxnSpPr>
        <p:spPr>
          <a:xfrm rot="15480000" flipV="1">
            <a:off x="2861238" y="142988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6" name="Straight Arrow Connector 125">
            <a:extLst>
              <a:ext uri="{FF2B5EF4-FFF2-40B4-BE49-F238E27FC236}">
                <a16:creationId xmlns:a16="http://schemas.microsoft.com/office/drawing/2014/main" id="{0645B774-23D8-4005-A05B-FD1044FEE987}"/>
              </a:ext>
            </a:extLst>
          </p:cNvPr>
          <p:cNvCxnSpPr>
            <a:cxnSpLocks/>
          </p:cNvCxnSpPr>
          <p:nvPr/>
        </p:nvCxnSpPr>
        <p:spPr>
          <a:xfrm flipH="1">
            <a:off x="2634185" y="820689"/>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128" name="Group 127">
            <a:extLst>
              <a:ext uri="{FF2B5EF4-FFF2-40B4-BE49-F238E27FC236}">
                <a16:creationId xmlns:a16="http://schemas.microsoft.com/office/drawing/2014/main" id="{0F3EF7AA-6FDB-4389-B4A7-1B092F6C7C3F}"/>
              </a:ext>
            </a:extLst>
          </p:cNvPr>
          <p:cNvGrpSpPr/>
          <p:nvPr/>
        </p:nvGrpSpPr>
        <p:grpSpPr>
          <a:xfrm>
            <a:off x="7517721" y="4695252"/>
            <a:ext cx="2977526" cy="1342058"/>
            <a:chOff x="9063622" y="4495872"/>
            <a:chExt cx="2977526" cy="1342058"/>
          </a:xfrm>
        </p:grpSpPr>
        <p:grpSp>
          <p:nvGrpSpPr>
            <p:cNvPr id="129" name="Group 128">
              <a:extLst>
                <a:ext uri="{FF2B5EF4-FFF2-40B4-BE49-F238E27FC236}">
                  <a16:creationId xmlns:a16="http://schemas.microsoft.com/office/drawing/2014/main" id="{6271B160-5500-4EDF-B13E-7BE98E38B950}"/>
                </a:ext>
              </a:extLst>
            </p:cNvPr>
            <p:cNvGrpSpPr/>
            <p:nvPr/>
          </p:nvGrpSpPr>
          <p:grpSpPr>
            <a:xfrm>
              <a:off x="9063622" y="4495872"/>
              <a:ext cx="1951540" cy="369332"/>
              <a:chOff x="5793989" y="4428721"/>
              <a:chExt cx="1951540" cy="369332"/>
            </a:xfrm>
          </p:grpSpPr>
          <p:sp>
            <p:nvSpPr>
              <p:cNvPr id="136" name="Oval 135">
                <a:extLst>
                  <a:ext uri="{FF2B5EF4-FFF2-40B4-BE49-F238E27FC236}">
                    <a16:creationId xmlns:a16="http://schemas.microsoft.com/office/drawing/2014/main" id="{96D570CB-9AD5-46E7-A1D8-FF90ED354312}"/>
                  </a:ext>
                </a:extLst>
              </p:cNvPr>
              <p:cNvSpPr/>
              <p:nvPr/>
            </p:nvSpPr>
            <p:spPr>
              <a:xfrm>
                <a:off x="5793989" y="447891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X</a:t>
                </a:r>
                <a:endParaRPr lang="en-US" dirty="0"/>
              </a:p>
            </p:txBody>
          </p:sp>
          <p:sp>
            <p:nvSpPr>
              <p:cNvPr id="137" name="TextBox 136">
                <a:extLst>
                  <a:ext uri="{FF2B5EF4-FFF2-40B4-BE49-F238E27FC236}">
                    <a16:creationId xmlns:a16="http://schemas.microsoft.com/office/drawing/2014/main" id="{6884A116-07A5-4487-B11C-D503B3CD996B}"/>
                  </a:ext>
                </a:extLst>
              </p:cNvPr>
              <p:cNvSpPr txBox="1"/>
              <p:nvPr/>
            </p:nvSpPr>
            <p:spPr>
              <a:xfrm>
                <a:off x="6060452" y="4428721"/>
                <a:ext cx="1685077" cy="369332"/>
              </a:xfrm>
              <a:prstGeom prst="rect">
                <a:avLst/>
              </a:prstGeom>
              <a:noFill/>
            </p:spPr>
            <p:txBody>
              <a:bodyPr wrap="none" rtlCol="0">
                <a:spAutoFit/>
              </a:bodyPr>
              <a:lstStyle/>
              <a:p>
                <a:r>
                  <a:rPr lang="en-US" dirty="0"/>
                  <a:t>Regular vertex</a:t>
                </a:r>
              </a:p>
            </p:txBody>
          </p:sp>
        </p:grpSp>
        <p:grpSp>
          <p:nvGrpSpPr>
            <p:cNvPr id="130" name="Group 129">
              <a:extLst>
                <a:ext uri="{FF2B5EF4-FFF2-40B4-BE49-F238E27FC236}">
                  <a16:creationId xmlns:a16="http://schemas.microsoft.com/office/drawing/2014/main" id="{22BD9A63-4B0E-42AA-8911-64A002869876}"/>
                </a:ext>
              </a:extLst>
            </p:cNvPr>
            <p:cNvGrpSpPr/>
            <p:nvPr/>
          </p:nvGrpSpPr>
          <p:grpSpPr>
            <a:xfrm>
              <a:off x="9063622" y="4959034"/>
              <a:ext cx="2977526" cy="369332"/>
              <a:chOff x="5793989" y="4891883"/>
              <a:chExt cx="2977526" cy="369332"/>
            </a:xfrm>
          </p:grpSpPr>
          <p:sp>
            <p:nvSpPr>
              <p:cNvPr id="134" name="Oval 133">
                <a:extLst>
                  <a:ext uri="{FF2B5EF4-FFF2-40B4-BE49-F238E27FC236}">
                    <a16:creationId xmlns:a16="http://schemas.microsoft.com/office/drawing/2014/main" id="{817B9C89-5ECC-4077-AD52-216CBA748887}"/>
                  </a:ext>
                </a:extLst>
              </p:cNvPr>
              <p:cNvSpPr/>
              <p:nvPr/>
            </p:nvSpPr>
            <p:spPr>
              <a:xfrm>
                <a:off x="5793989" y="4942079"/>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sp>
            <p:nvSpPr>
              <p:cNvPr id="135" name="TextBox 134">
                <a:extLst>
                  <a:ext uri="{FF2B5EF4-FFF2-40B4-BE49-F238E27FC236}">
                    <a16:creationId xmlns:a16="http://schemas.microsoft.com/office/drawing/2014/main" id="{C4B5BD52-DD86-4E0D-8EF2-B7F3212A5D63}"/>
                  </a:ext>
                </a:extLst>
              </p:cNvPr>
              <p:cNvSpPr txBox="1"/>
              <p:nvPr/>
            </p:nvSpPr>
            <p:spPr>
              <a:xfrm>
                <a:off x="6060452" y="4891883"/>
                <a:ext cx="2711063" cy="369332"/>
              </a:xfrm>
              <a:prstGeom prst="rect">
                <a:avLst/>
              </a:prstGeom>
              <a:noFill/>
            </p:spPr>
            <p:txBody>
              <a:bodyPr wrap="none" rtlCol="0">
                <a:spAutoFit/>
              </a:bodyPr>
              <a:lstStyle/>
              <a:p>
                <a:r>
                  <a:rPr lang="en-US" dirty="0"/>
                  <a:t>Interface Element Vertex</a:t>
                </a:r>
              </a:p>
            </p:txBody>
          </p:sp>
        </p:grpSp>
        <p:grpSp>
          <p:nvGrpSpPr>
            <p:cNvPr id="131" name="Group 130">
              <a:extLst>
                <a:ext uri="{FF2B5EF4-FFF2-40B4-BE49-F238E27FC236}">
                  <a16:creationId xmlns:a16="http://schemas.microsoft.com/office/drawing/2014/main" id="{45F7203A-AB4C-46B0-B45A-7F8290805208}"/>
                </a:ext>
              </a:extLst>
            </p:cNvPr>
            <p:cNvGrpSpPr/>
            <p:nvPr/>
          </p:nvGrpSpPr>
          <p:grpSpPr>
            <a:xfrm>
              <a:off x="9063622" y="5468598"/>
              <a:ext cx="1951540" cy="369332"/>
              <a:chOff x="5793989" y="5411274"/>
              <a:chExt cx="1951540" cy="369332"/>
            </a:xfrm>
          </p:grpSpPr>
          <p:sp>
            <p:nvSpPr>
              <p:cNvPr id="132" name="Oval 131">
                <a:extLst>
                  <a:ext uri="{FF2B5EF4-FFF2-40B4-BE49-F238E27FC236}">
                    <a16:creationId xmlns:a16="http://schemas.microsoft.com/office/drawing/2014/main" id="{317466B4-104B-4EDB-BFB1-7CA5FC26121E}"/>
                  </a:ext>
                </a:extLst>
              </p:cNvPr>
              <p:cNvSpPr/>
              <p:nvPr/>
            </p:nvSpPr>
            <p:spPr>
              <a:xfrm>
                <a:off x="5793989" y="5461470"/>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sp>
            <p:nvSpPr>
              <p:cNvPr id="133" name="TextBox 132">
                <a:extLst>
                  <a:ext uri="{FF2B5EF4-FFF2-40B4-BE49-F238E27FC236}">
                    <a16:creationId xmlns:a16="http://schemas.microsoft.com/office/drawing/2014/main" id="{F193CB36-8669-495E-9824-7C013274B110}"/>
                  </a:ext>
                </a:extLst>
              </p:cNvPr>
              <p:cNvSpPr txBox="1"/>
              <p:nvPr/>
            </p:nvSpPr>
            <p:spPr>
              <a:xfrm>
                <a:off x="6060452" y="5411274"/>
                <a:ext cx="1685077" cy="369332"/>
              </a:xfrm>
              <a:prstGeom prst="rect">
                <a:avLst/>
              </a:prstGeom>
              <a:noFill/>
            </p:spPr>
            <p:txBody>
              <a:bodyPr wrap="none" rtlCol="0">
                <a:spAutoFit/>
              </a:bodyPr>
              <a:lstStyle/>
              <a:p>
                <a:r>
                  <a:rPr lang="en-US" dirty="0"/>
                  <a:t>Collapse Edge</a:t>
                </a:r>
              </a:p>
            </p:txBody>
          </p:sp>
        </p:grpSp>
      </p:grpSp>
      <p:sp>
        <p:nvSpPr>
          <p:cNvPr id="3" name="Freeform: Shape 2">
            <a:extLst>
              <a:ext uri="{FF2B5EF4-FFF2-40B4-BE49-F238E27FC236}">
                <a16:creationId xmlns:a16="http://schemas.microsoft.com/office/drawing/2014/main" id="{F0CF0035-77BE-41F8-96B9-F0A019030BC3}"/>
              </a:ext>
            </a:extLst>
          </p:cNvPr>
          <p:cNvSpPr/>
          <p:nvPr/>
        </p:nvSpPr>
        <p:spPr>
          <a:xfrm>
            <a:off x="2730500" y="2108200"/>
            <a:ext cx="2332038" cy="715167"/>
          </a:xfrm>
          <a:custGeom>
            <a:avLst/>
            <a:gdLst>
              <a:gd name="connsiteX0" fmla="*/ 501650 w 2317750"/>
              <a:gd name="connsiteY0" fmla="*/ 0 h 368300"/>
              <a:gd name="connsiteX1" fmla="*/ 2317750 w 2317750"/>
              <a:gd name="connsiteY1" fmla="*/ 365125 h 368300"/>
              <a:gd name="connsiteX2" fmla="*/ 0 w 2317750"/>
              <a:gd name="connsiteY2" fmla="*/ 368300 h 368300"/>
              <a:gd name="connsiteX3" fmla="*/ 501650 w 2317750"/>
              <a:gd name="connsiteY3" fmla="*/ 0 h 368300"/>
              <a:gd name="connsiteX0" fmla="*/ 501650 w 2317750"/>
              <a:gd name="connsiteY0" fmla="*/ 0 h 368300"/>
              <a:gd name="connsiteX1" fmla="*/ 2317750 w 2317750"/>
              <a:gd name="connsiteY1" fmla="*/ 365125 h 368300"/>
              <a:gd name="connsiteX2" fmla="*/ 0 w 2317750"/>
              <a:gd name="connsiteY2" fmla="*/ 368300 h 368300"/>
              <a:gd name="connsiteX3" fmla="*/ 501650 w 2317750"/>
              <a:gd name="connsiteY3" fmla="*/ 0 h 368300"/>
              <a:gd name="connsiteX0" fmla="*/ 501650 w 2317750"/>
              <a:gd name="connsiteY0" fmla="*/ 0 h 375444"/>
              <a:gd name="connsiteX1" fmla="*/ 2317750 w 2317750"/>
              <a:gd name="connsiteY1" fmla="*/ 365125 h 375444"/>
              <a:gd name="connsiteX2" fmla="*/ 0 w 2317750"/>
              <a:gd name="connsiteY2" fmla="*/ 375444 h 375444"/>
              <a:gd name="connsiteX3" fmla="*/ 501650 w 2317750"/>
              <a:gd name="connsiteY3" fmla="*/ 0 h 375444"/>
              <a:gd name="connsiteX0" fmla="*/ 501650 w 2332038"/>
              <a:gd name="connsiteY0" fmla="*/ 0 h 375444"/>
              <a:gd name="connsiteX1" fmla="*/ 2332038 w 2332038"/>
              <a:gd name="connsiteY1" fmla="*/ 374650 h 375444"/>
              <a:gd name="connsiteX2" fmla="*/ 0 w 2332038"/>
              <a:gd name="connsiteY2" fmla="*/ 375444 h 375444"/>
              <a:gd name="connsiteX3" fmla="*/ 501650 w 2332038"/>
              <a:gd name="connsiteY3" fmla="*/ 0 h 375444"/>
              <a:gd name="connsiteX0" fmla="*/ 623094 w 2332038"/>
              <a:gd name="connsiteY0" fmla="*/ 0 h 470694"/>
              <a:gd name="connsiteX1" fmla="*/ 2332038 w 2332038"/>
              <a:gd name="connsiteY1" fmla="*/ 469900 h 470694"/>
              <a:gd name="connsiteX2" fmla="*/ 0 w 2332038"/>
              <a:gd name="connsiteY2" fmla="*/ 470694 h 470694"/>
              <a:gd name="connsiteX3" fmla="*/ 623094 w 2332038"/>
              <a:gd name="connsiteY3" fmla="*/ 0 h 470694"/>
              <a:gd name="connsiteX0" fmla="*/ 623094 w 2322513"/>
              <a:gd name="connsiteY0" fmla="*/ 0 h 703262"/>
              <a:gd name="connsiteX1" fmla="*/ 2322513 w 2322513"/>
              <a:gd name="connsiteY1" fmla="*/ 703262 h 703262"/>
              <a:gd name="connsiteX2" fmla="*/ 0 w 2322513"/>
              <a:gd name="connsiteY2" fmla="*/ 470694 h 703262"/>
              <a:gd name="connsiteX3" fmla="*/ 623094 w 2322513"/>
              <a:gd name="connsiteY3" fmla="*/ 0 h 703262"/>
              <a:gd name="connsiteX0" fmla="*/ 623094 w 2322513"/>
              <a:gd name="connsiteY0" fmla="*/ 0 h 691355"/>
              <a:gd name="connsiteX1" fmla="*/ 2322513 w 2322513"/>
              <a:gd name="connsiteY1" fmla="*/ 691355 h 691355"/>
              <a:gd name="connsiteX2" fmla="*/ 0 w 2322513"/>
              <a:gd name="connsiteY2" fmla="*/ 470694 h 691355"/>
              <a:gd name="connsiteX3" fmla="*/ 623094 w 2322513"/>
              <a:gd name="connsiteY3" fmla="*/ 0 h 691355"/>
              <a:gd name="connsiteX0" fmla="*/ 623094 w 2324894"/>
              <a:gd name="connsiteY0" fmla="*/ 0 h 693736"/>
              <a:gd name="connsiteX1" fmla="*/ 2324894 w 2324894"/>
              <a:gd name="connsiteY1" fmla="*/ 693736 h 693736"/>
              <a:gd name="connsiteX2" fmla="*/ 0 w 2324894"/>
              <a:gd name="connsiteY2" fmla="*/ 470694 h 693736"/>
              <a:gd name="connsiteX3" fmla="*/ 623094 w 2324894"/>
              <a:gd name="connsiteY3" fmla="*/ 0 h 693736"/>
              <a:gd name="connsiteX0" fmla="*/ 623094 w 2332038"/>
              <a:gd name="connsiteY0" fmla="*/ 0 h 693736"/>
              <a:gd name="connsiteX1" fmla="*/ 2332038 w 2332038"/>
              <a:gd name="connsiteY1" fmla="*/ 206375 h 693736"/>
              <a:gd name="connsiteX2" fmla="*/ 2324894 w 2332038"/>
              <a:gd name="connsiteY2" fmla="*/ 693736 h 693736"/>
              <a:gd name="connsiteX3" fmla="*/ 0 w 2332038"/>
              <a:gd name="connsiteY3" fmla="*/ 470694 h 693736"/>
              <a:gd name="connsiteX4" fmla="*/ 623094 w 2332038"/>
              <a:gd name="connsiteY4" fmla="*/ 0 h 693736"/>
              <a:gd name="connsiteX0" fmla="*/ 623094 w 2332038"/>
              <a:gd name="connsiteY0" fmla="*/ 0 h 693736"/>
              <a:gd name="connsiteX1" fmla="*/ 2332038 w 2332038"/>
              <a:gd name="connsiteY1" fmla="*/ 206375 h 693736"/>
              <a:gd name="connsiteX2" fmla="*/ 2324894 w 2332038"/>
              <a:gd name="connsiteY2" fmla="*/ 693736 h 693736"/>
              <a:gd name="connsiteX3" fmla="*/ 0 w 2332038"/>
              <a:gd name="connsiteY3" fmla="*/ 470694 h 693736"/>
              <a:gd name="connsiteX4" fmla="*/ 623094 w 2332038"/>
              <a:gd name="connsiteY4" fmla="*/ 0 h 693736"/>
              <a:gd name="connsiteX0" fmla="*/ 623094 w 2332038"/>
              <a:gd name="connsiteY0" fmla="*/ 0 h 693736"/>
              <a:gd name="connsiteX1" fmla="*/ 2332038 w 2332038"/>
              <a:gd name="connsiteY1" fmla="*/ 206375 h 693736"/>
              <a:gd name="connsiteX2" fmla="*/ 2324894 w 2332038"/>
              <a:gd name="connsiteY2" fmla="*/ 693736 h 693736"/>
              <a:gd name="connsiteX3" fmla="*/ 0 w 2332038"/>
              <a:gd name="connsiteY3" fmla="*/ 470694 h 693736"/>
              <a:gd name="connsiteX4" fmla="*/ 623094 w 2332038"/>
              <a:gd name="connsiteY4" fmla="*/ 0 h 693736"/>
              <a:gd name="connsiteX0" fmla="*/ 623094 w 2332038"/>
              <a:gd name="connsiteY0" fmla="*/ 0 h 693736"/>
              <a:gd name="connsiteX1" fmla="*/ 2332038 w 2332038"/>
              <a:gd name="connsiteY1" fmla="*/ 206375 h 693736"/>
              <a:gd name="connsiteX2" fmla="*/ 2324894 w 2332038"/>
              <a:gd name="connsiteY2" fmla="*/ 693736 h 693736"/>
              <a:gd name="connsiteX3" fmla="*/ 0 w 2332038"/>
              <a:gd name="connsiteY3" fmla="*/ 470694 h 693736"/>
              <a:gd name="connsiteX4" fmla="*/ 623094 w 2332038"/>
              <a:gd name="connsiteY4" fmla="*/ 0 h 693736"/>
              <a:gd name="connsiteX0" fmla="*/ 623094 w 2332038"/>
              <a:gd name="connsiteY0" fmla="*/ 0 h 693736"/>
              <a:gd name="connsiteX1" fmla="*/ 2332038 w 2332038"/>
              <a:gd name="connsiteY1" fmla="*/ 206375 h 693736"/>
              <a:gd name="connsiteX2" fmla="*/ 2324894 w 2332038"/>
              <a:gd name="connsiteY2" fmla="*/ 693736 h 693736"/>
              <a:gd name="connsiteX3" fmla="*/ 0 w 2332038"/>
              <a:gd name="connsiteY3" fmla="*/ 470694 h 693736"/>
              <a:gd name="connsiteX4" fmla="*/ 623094 w 2332038"/>
              <a:gd name="connsiteY4" fmla="*/ 0 h 693736"/>
              <a:gd name="connsiteX0" fmla="*/ 623094 w 2332038"/>
              <a:gd name="connsiteY0" fmla="*/ 0 h 715167"/>
              <a:gd name="connsiteX1" fmla="*/ 2332038 w 2332038"/>
              <a:gd name="connsiteY1" fmla="*/ 206375 h 715167"/>
              <a:gd name="connsiteX2" fmla="*/ 2091531 w 2332038"/>
              <a:gd name="connsiteY2" fmla="*/ 715167 h 715167"/>
              <a:gd name="connsiteX3" fmla="*/ 0 w 2332038"/>
              <a:gd name="connsiteY3" fmla="*/ 470694 h 715167"/>
              <a:gd name="connsiteX4" fmla="*/ 623094 w 2332038"/>
              <a:gd name="connsiteY4" fmla="*/ 0 h 7151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2038" h="715167">
                <a:moveTo>
                  <a:pt x="623094" y="0"/>
                </a:moveTo>
                <a:lnTo>
                  <a:pt x="2332038" y="206375"/>
                </a:lnTo>
                <a:lnTo>
                  <a:pt x="2091531" y="715167"/>
                </a:lnTo>
                <a:lnTo>
                  <a:pt x="0" y="470694"/>
                </a:lnTo>
                <a:lnTo>
                  <a:pt x="623094"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27" name="Oval 126">
            <a:extLst>
              <a:ext uri="{FF2B5EF4-FFF2-40B4-BE49-F238E27FC236}">
                <a16:creationId xmlns:a16="http://schemas.microsoft.com/office/drawing/2014/main" id="{67A1B56D-8F01-4230-8937-D9F688EC4F8B}"/>
              </a:ext>
            </a:extLst>
          </p:cNvPr>
          <p:cNvSpPr/>
          <p:nvPr/>
        </p:nvSpPr>
        <p:spPr>
          <a:xfrm>
            <a:off x="3175381" y="190956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V</a:t>
            </a:r>
            <a:endParaRPr lang="en-US" dirty="0">
              <a:solidFill>
                <a:schemeClr val="accent6"/>
              </a:solidFill>
            </a:endParaRPr>
          </a:p>
        </p:txBody>
      </p:sp>
      <p:cxnSp>
        <p:nvCxnSpPr>
          <p:cNvPr id="138" name="Straight Arrow Connector 137">
            <a:extLst>
              <a:ext uri="{FF2B5EF4-FFF2-40B4-BE49-F238E27FC236}">
                <a16:creationId xmlns:a16="http://schemas.microsoft.com/office/drawing/2014/main" id="{B0769048-E83B-42C0-A540-3F580847A228}"/>
              </a:ext>
            </a:extLst>
          </p:cNvPr>
          <p:cNvCxnSpPr>
            <a:cxnSpLocks/>
          </p:cNvCxnSpPr>
          <p:nvPr/>
        </p:nvCxnSpPr>
        <p:spPr>
          <a:xfrm rot="8760000" flipH="1">
            <a:off x="2930220" y="2278845"/>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9" name="Straight Arrow Connector 138">
            <a:extLst>
              <a:ext uri="{FF2B5EF4-FFF2-40B4-BE49-F238E27FC236}">
                <a16:creationId xmlns:a16="http://schemas.microsoft.com/office/drawing/2014/main" id="{BE00E4BA-EB50-438A-98F1-02A743DF3D3A}"/>
              </a:ext>
            </a:extLst>
          </p:cNvPr>
          <p:cNvCxnSpPr>
            <a:cxnSpLocks/>
          </p:cNvCxnSpPr>
          <p:nvPr/>
        </p:nvCxnSpPr>
        <p:spPr>
          <a:xfrm rot="4680000" flipV="1">
            <a:off x="2977066" y="1418390"/>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0" name="Straight Arrow Connector 139">
            <a:extLst>
              <a:ext uri="{FF2B5EF4-FFF2-40B4-BE49-F238E27FC236}">
                <a16:creationId xmlns:a16="http://schemas.microsoft.com/office/drawing/2014/main" id="{161CE13B-8C2B-41ED-8D35-D7E01DC65B2D}"/>
              </a:ext>
            </a:extLst>
          </p:cNvPr>
          <p:cNvCxnSpPr>
            <a:cxnSpLocks/>
          </p:cNvCxnSpPr>
          <p:nvPr/>
        </p:nvCxnSpPr>
        <p:spPr>
          <a:xfrm rot="19560000" flipH="1">
            <a:off x="2983900" y="2392292"/>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1" name="Straight Arrow Connector 140">
            <a:extLst>
              <a:ext uri="{FF2B5EF4-FFF2-40B4-BE49-F238E27FC236}">
                <a16:creationId xmlns:a16="http://schemas.microsoft.com/office/drawing/2014/main" id="{EF6769F9-44E9-4FB3-9F44-FA166E264CD9}"/>
              </a:ext>
            </a:extLst>
          </p:cNvPr>
          <p:cNvCxnSpPr>
            <a:cxnSpLocks/>
          </p:cNvCxnSpPr>
          <p:nvPr/>
        </p:nvCxnSpPr>
        <p:spPr>
          <a:xfrm rot="420000" flipV="1">
            <a:off x="3717229" y="2620465"/>
            <a:ext cx="37490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2" name="Straight Arrow Connector 141">
            <a:extLst>
              <a:ext uri="{FF2B5EF4-FFF2-40B4-BE49-F238E27FC236}">
                <a16:creationId xmlns:a16="http://schemas.microsoft.com/office/drawing/2014/main" id="{14DF4CC4-22E4-4D7C-96E1-2A073067C3D3}"/>
              </a:ext>
            </a:extLst>
          </p:cNvPr>
          <p:cNvCxnSpPr>
            <a:cxnSpLocks noChangeAspect="1"/>
          </p:cNvCxnSpPr>
          <p:nvPr/>
        </p:nvCxnSpPr>
        <p:spPr>
          <a:xfrm rot="-240000" flipH="1" flipV="1">
            <a:off x="3929083" y="2236191"/>
            <a:ext cx="377822" cy="731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3" name="Straight Arrow Connector 142">
            <a:extLst>
              <a:ext uri="{FF2B5EF4-FFF2-40B4-BE49-F238E27FC236}">
                <a16:creationId xmlns:a16="http://schemas.microsoft.com/office/drawing/2014/main" id="{7250F51B-E421-441D-B373-EC408E4513EB}"/>
              </a:ext>
            </a:extLst>
          </p:cNvPr>
          <p:cNvCxnSpPr>
            <a:cxnSpLocks noChangeAspect="1"/>
          </p:cNvCxnSpPr>
          <p:nvPr/>
        </p:nvCxnSpPr>
        <p:spPr>
          <a:xfrm rot="10620000" flipH="1" flipV="1">
            <a:off x="3978920" y="2109291"/>
            <a:ext cx="377822" cy="731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1" name="Straight Arrow Connector 150">
            <a:extLst>
              <a:ext uri="{FF2B5EF4-FFF2-40B4-BE49-F238E27FC236}">
                <a16:creationId xmlns:a16="http://schemas.microsoft.com/office/drawing/2014/main" id="{79E8AE7E-35A0-4DFE-9404-3AB15284ACD9}"/>
              </a:ext>
            </a:extLst>
          </p:cNvPr>
          <p:cNvCxnSpPr>
            <a:cxnSpLocks/>
          </p:cNvCxnSpPr>
          <p:nvPr/>
        </p:nvCxnSpPr>
        <p:spPr>
          <a:xfrm rot="5400000" flipV="1">
            <a:off x="7253802" y="3612041"/>
            <a:ext cx="3657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2" name="Straight Arrow Connector 151">
            <a:extLst>
              <a:ext uri="{FF2B5EF4-FFF2-40B4-BE49-F238E27FC236}">
                <a16:creationId xmlns:a16="http://schemas.microsoft.com/office/drawing/2014/main" id="{5E68CBEB-1C24-4919-B012-A4F7D5A32FCF}"/>
              </a:ext>
            </a:extLst>
          </p:cNvPr>
          <p:cNvCxnSpPr>
            <a:cxnSpLocks/>
          </p:cNvCxnSpPr>
          <p:nvPr/>
        </p:nvCxnSpPr>
        <p:spPr>
          <a:xfrm rot="10800000" flipH="1">
            <a:off x="7545184" y="4315205"/>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3" name="Rectangle 152">
            <a:extLst>
              <a:ext uri="{FF2B5EF4-FFF2-40B4-BE49-F238E27FC236}">
                <a16:creationId xmlns:a16="http://schemas.microsoft.com/office/drawing/2014/main" id="{1B78A846-ABD4-4D74-88BA-2B27948217DA}"/>
              </a:ext>
            </a:extLst>
          </p:cNvPr>
          <p:cNvSpPr/>
          <p:nvPr/>
        </p:nvSpPr>
        <p:spPr>
          <a:xfrm>
            <a:off x="7380780" y="2581397"/>
            <a:ext cx="490198" cy="1828412"/>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69" name="Rectangle 168">
            <a:extLst>
              <a:ext uri="{FF2B5EF4-FFF2-40B4-BE49-F238E27FC236}">
                <a16:creationId xmlns:a16="http://schemas.microsoft.com/office/drawing/2014/main" id="{93F820B5-4DE1-4CBB-8378-FD472BC84F30}"/>
              </a:ext>
            </a:extLst>
          </p:cNvPr>
          <p:cNvSpPr/>
          <p:nvPr/>
        </p:nvSpPr>
        <p:spPr>
          <a:xfrm>
            <a:off x="7384176" y="746473"/>
            <a:ext cx="490198" cy="1828412"/>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00" name="Oval 299">
            <a:extLst>
              <a:ext uri="{FF2B5EF4-FFF2-40B4-BE49-F238E27FC236}">
                <a16:creationId xmlns:a16="http://schemas.microsoft.com/office/drawing/2014/main" id="{F1D59075-0218-4F2D-8875-3BBF8730CCB5}"/>
              </a:ext>
            </a:extLst>
          </p:cNvPr>
          <p:cNvSpPr/>
          <p:nvPr/>
        </p:nvSpPr>
        <p:spPr>
          <a:xfrm>
            <a:off x="7212108" y="4229006"/>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H</a:t>
            </a:r>
            <a:endParaRPr lang="en-US" dirty="0">
              <a:solidFill>
                <a:schemeClr val="accent6"/>
              </a:solidFill>
            </a:endParaRPr>
          </a:p>
        </p:txBody>
      </p:sp>
      <p:sp>
        <p:nvSpPr>
          <p:cNvPr id="150" name="Oval 149">
            <a:extLst>
              <a:ext uri="{FF2B5EF4-FFF2-40B4-BE49-F238E27FC236}">
                <a16:creationId xmlns:a16="http://schemas.microsoft.com/office/drawing/2014/main" id="{06764432-83D0-4EB5-83B6-52D8364AAAA7}"/>
              </a:ext>
            </a:extLst>
          </p:cNvPr>
          <p:cNvSpPr/>
          <p:nvPr/>
        </p:nvSpPr>
        <p:spPr>
          <a:xfrm>
            <a:off x="7697946" y="423583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W</a:t>
            </a:r>
            <a:endParaRPr lang="en-US" dirty="0">
              <a:solidFill>
                <a:schemeClr val="accent6"/>
              </a:solidFill>
            </a:endParaRPr>
          </a:p>
        </p:txBody>
      </p:sp>
      <p:sp>
        <p:nvSpPr>
          <p:cNvPr id="310" name="Oval 309">
            <a:extLst>
              <a:ext uri="{FF2B5EF4-FFF2-40B4-BE49-F238E27FC236}">
                <a16:creationId xmlns:a16="http://schemas.microsoft.com/office/drawing/2014/main" id="{C3D66646-F891-415E-9B93-C259E4A46E28}"/>
              </a:ext>
            </a:extLst>
          </p:cNvPr>
          <p:cNvSpPr/>
          <p:nvPr/>
        </p:nvSpPr>
        <p:spPr>
          <a:xfrm>
            <a:off x="7211823" y="5759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S</a:t>
            </a:r>
            <a:endParaRPr lang="en-US" dirty="0">
              <a:solidFill>
                <a:schemeClr val="accent6"/>
              </a:solidFill>
            </a:endParaRPr>
          </a:p>
        </p:txBody>
      </p:sp>
      <p:sp>
        <p:nvSpPr>
          <p:cNvPr id="171" name="Oval 170">
            <a:extLst>
              <a:ext uri="{FF2B5EF4-FFF2-40B4-BE49-F238E27FC236}">
                <a16:creationId xmlns:a16="http://schemas.microsoft.com/office/drawing/2014/main" id="{29D7F294-9E84-483C-BE9D-AED562153462}"/>
              </a:ext>
            </a:extLst>
          </p:cNvPr>
          <p:cNvSpPr/>
          <p:nvPr/>
        </p:nvSpPr>
        <p:spPr>
          <a:xfrm>
            <a:off x="7697858" y="569575"/>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Z</a:t>
            </a:r>
            <a:endParaRPr lang="en-US" dirty="0">
              <a:solidFill>
                <a:schemeClr val="accent6"/>
              </a:solidFill>
            </a:endParaRPr>
          </a:p>
        </p:txBody>
      </p:sp>
      <p:cxnSp>
        <p:nvCxnSpPr>
          <p:cNvPr id="172" name="Straight Arrow Connector 171">
            <a:extLst>
              <a:ext uri="{FF2B5EF4-FFF2-40B4-BE49-F238E27FC236}">
                <a16:creationId xmlns:a16="http://schemas.microsoft.com/office/drawing/2014/main" id="{0B0F1EA2-BED1-42E9-9C51-6D2934CE2589}"/>
              </a:ext>
            </a:extLst>
          </p:cNvPr>
          <p:cNvCxnSpPr>
            <a:cxnSpLocks/>
          </p:cNvCxnSpPr>
          <p:nvPr/>
        </p:nvCxnSpPr>
        <p:spPr>
          <a:xfrm rot="16200000" flipV="1">
            <a:off x="7527739" y="347873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3" name="Straight Arrow Connector 172">
            <a:extLst>
              <a:ext uri="{FF2B5EF4-FFF2-40B4-BE49-F238E27FC236}">
                <a16:creationId xmlns:a16="http://schemas.microsoft.com/office/drawing/2014/main" id="{E1C3EE26-505E-41A7-8B8F-C806FC94E906}"/>
              </a:ext>
            </a:extLst>
          </p:cNvPr>
          <p:cNvCxnSpPr>
            <a:cxnSpLocks/>
          </p:cNvCxnSpPr>
          <p:nvPr/>
        </p:nvCxnSpPr>
        <p:spPr>
          <a:xfrm rot="5400000" flipV="1">
            <a:off x="7154166" y="3478738"/>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4" name="Straight Arrow Connector 173">
            <a:extLst>
              <a:ext uri="{FF2B5EF4-FFF2-40B4-BE49-F238E27FC236}">
                <a16:creationId xmlns:a16="http://schemas.microsoft.com/office/drawing/2014/main" id="{9271D7CE-ED87-494F-9039-8999C4F24C64}"/>
              </a:ext>
            </a:extLst>
          </p:cNvPr>
          <p:cNvCxnSpPr>
            <a:cxnSpLocks/>
          </p:cNvCxnSpPr>
          <p:nvPr/>
        </p:nvCxnSpPr>
        <p:spPr>
          <a:xfrm rot="5400000" flipV="1">
            <a:off x="7653528" y="348927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5" name="Straight Arrow Connector 174">
            <a:extLst>
              <a:ext uri="{FF2B5EF4-FFF2-40B4-BE49-F238E27FC236}">
                <a16:creationId xmlns:a16="http://schemas.microsoft.com/office/drawing/2014/main" id="{20E4EE21-555F-48A5-B1E6-8DEF8FCABC1A}"/>
              </a:ext>
            </a:extLst>
          </p:cNvPr>
          <p:cNvCxnSpPr>
            <a:cxnSpLocks/>
          </p:cNvCxnSpPr>
          <p:nvPr/>
        </p:nvCxnSpPr>
        <p:spPr>
          <a:xfrm rot="16200000" flipV="1">
            <a:off x="7530158" y="1594347"/>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 name="Straight Arrow Connector 175">
            <a:extLst>
              <a:ext uri="{FF2B5EF4-FFF2-40B4-BE49-F238E27FC236}">
                <a16:creationId xmlns:a16="http://schemas.microsoft.com/office/drawing/2014/main" id="{537BAEEB-F52B-4152-B9D9-2EFD0A8928D0}"/>
              </a:ext>
            </a:extLst>
          </p:cNvPr>
          <p:cNvCxnSpPr>
            <a:cxnSpLocks/>
          </p:cNvCxnSpPr>
          <p:nvPr/>
        </p:nvCxnSpPr>
        <p:spPr>
          <a:xfrm rot="5400000" flipV="1">
            <a:off x="7156585" y="159434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7" name="Straight Arrow Connector 176">
            <a:extLst>
              <a:ext uri="{FF2B5EF4-FFF2-40B4-BE49-F238E27FC236}">
                <a16:creationId xmlns:a16="http://schemas.microsoft.com/office/drawing/2014/main" id="{5F663778-7005-4547-9F11-AC15179A8EB5}"/>
              </a:ext>
            </a:extLst>
          </p:cNvPr>
          <p:cNvCxnSpPr>
            <a:cxnSpLocks/>
          </p:cNvCxnSpPr>
          <p:nvPr/>
        </p:nvCxnSpPr>
        <p:spPr>
          <a:xfrm rot="10800000" flipH="1">
            <a:off x="7546328" y="4258686"/>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8" name="Straight Arrow Connector 177">
            <a:extLst>
              <a:ext uri="{FF2B5EF4-FFF2-40B4-BE49-F238E27FC236}">
                <a16:creationId xmlns:a16="http://schemas.microsoft.com/office/drawing/2014/main" id="{474332AC-2EEB-43FA-9F53-14010D3A81E0}"/>
              </a:ext>
            </a:extLst>
          </p:cNvPr>
          <p:cNvCxnSpPr>
            <a:cxnSpLocks/>
          </p:cNvCxnSpPr>
          <p:nvPr/>
        </p:nvCxnSpPr>
        <p:spPr>
          <a:xfrm rot="12780000" flipH="1">
            <a:off x="7587216" y="2365620"/>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9" name="Straight Arrow Connector 178">
            <a:extLst>
              <a:ext uri="{FF2B5EF4-FFF2-40B4-BE49-F238E27FC236}">
                <a16:creationId xmlns:a16="http://schemas.microsoft.com/office/drawing/2014/main" id="{E7367B9F-E168-49C1-9675-2B4E1CC3992F}"/>
              </a:ext>
            </a:extLst>
          </p:cNvPr>
          <p:cNvCxnSpPr>
            <a:cxnSpLocks/>
          </p:cNvCxnSpPr>
          <p:nvPr/>
        </p:nvCxnSpPr>
        <p:spPr>
          <a:xfrm rot="-1860000" flipH="1">
            <a:off x="7587216" y="2761017"/>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0" name="Straight Arrow Connector 179">
            <a:extLst>
              <a:ext uri="{FF2B5EF4-FFF2-40B4-BE49-F238E27FC236}">
                <a16:creationId xmlns:a16="http://schemas.microsoft.com/office/drawing/2014/main" id="{3BA14B83-9842-4001-8ED7-F320653B715B}"/>
              </a:ext>
            </a:extLst>
          </p:cNvPr>
          <p:cNvCxnSpPr>
            <a:cxnSpLocks/>
          </p:cNvCxnSpPr>
          <p:nvPr/>
        </p:nvCxnSpPr>
        <p:spPr>
          <a:xfrm flipH="1">
            <a:off x="7522398" y="910384"/>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4" name="Rectangle 153">
            <a:extLst>
              <a:ext uri="{FF2B5EF4-FFF2-40B4-BE49-F238E27FC236}">
                <a16:creationId xmlns:a16="http://schemas.microsoft.com/office/drawing/2014/main" id="{E73AB59D-2D08-4560-9076-01A3BA41AFCB}"/>
              </a:ext>
            </a:extLst>
          </p:cNvPr>
          <p:cNvSpPr/>
          <p:nvPr/>
        </p:nvSpPr>
        <p:spPr>
          <a:xfrm rot="5400000">
            <a:off x="5964783" y="1409000"/>
            <a:ext cx="506870" cy="2325120"/>
          </a:xfrm>
          <a:custGeom>
            <a:avLst/>
            <a:gdLst>
              <a:gd name="connsiteX0" fmla="*/ 0 w 490198"/>
              <a:gd name="connsiteY0" fmla="*/ 0 h 2325120"/>
              <a:gd name="connsiteX1" fmla="*/ 490198 w 490198"/>
              <a:gd name="connsiteY1" fmla="*/ 0 h 2325120"/>
              <a:gd name="connsiteX2" fmla="*/ 490198 w 490198"/>
              <a:gd name="connsiteY2" fmla="*/ 2325120 h 2325120"/>
              <a:gd name="connsiteX3" fmla="*/ 0 w 490198"/>
              <a:gd name="connsiteY3" fmla="*/ 2325120 h 2325120"/>
              <a:gd name="connsiteX4" fmla="*/ 0 w 490198"/>
              <a:gd name="connsiteY4" fmla="*/ 0 h 2325120"/>
              <a:gd name="connsiteX0" fmla="*/ 0 w 497342"/>
              <a:gd name="connsiteY0" fmla="*/ 0 h 2325120"/>
              <a:gd name="connsiteX1" fmla="*/ 490198 w 497342"/>
              <a:gd name="connsiteY1" fmla="*/ 0 h 2325120"/>
              <a:gd name="connsiteX2" fmla="*/ 497342 w 497342"/>
              <a:gd name="connsiteY2" fmla="*/ 2079851 h 2325120"/>
              <a:gd name="connsiteX3" fmla="*/ 0 w 497342"/>
              <a:gd name="connsiteY3" fmla="*/ 2325120 h 2325120"/>
              <a:gd name="connsiteX4" fmla="*/ 0 w 497342"/>
              <a:gd name="connsiteY4" fmla="*/ 0 h 2325120"/>
              <a:gd name="connsiteX0" fmla="*/ 0 w 504485"/>
              <a:gd name="connsiteY0" fmla="*/ 0 h 2325120"/>
              <a:gd name="connsiteX1" fmla="*/ 490198 w 504485"/>
              <a:gd name="connsiteY1" fmla="*/ 0 h 2325120"/>
              <a:gd name="connsiteX2" fmla="*/ 504485 w 504485"/>
              <a:gd name="connsiteY2" fmla="*/ 2060801 h 2325120"/>
              <a:gd name="connsiteX3" fmla="*/ 0 w 504485"/>
              <a:gd name="connsiteY3" fmla="*/ 2325120 h 2325120"/>
              <a:gd name="connsiteX4" fmla="*/ 0 w 504485"/>
              <a:gd name="connsiteY4" fmla="*/ 0 h 2325120"/>
              <a:gd name="connsiteX0" fmla="*/ 0 w 506870"/>
              <a:gd name="connsiteY0" fmla="*/ 0 h 2325120"/>
              <a:gd name="connsiteX1" fmla="*/ 490198 w 506870"/>
              <a:gd name="connsiteY1" fmla="*/ 0 h 2325120"/>
              <a:gd name="connsiteX2" fmla="*/ 506870 w 506870"/>
              <a:gd name="connsiteY2" fmla="*/ 2060801 h 2325120"/>
              <a:gd name="connsiteX3" fmla="*/ 0 w 506870"/>
              <a:gd name="connsiteY3" fmla="*/ 2325120 h 2325120"/>
              <a:gd name="connsiteX4" fmla="*/ 0 w 506870"/>
              <a:gd name="connsiteY4" fmla="*/ 0 h 2325120"/>
              <a:gd name="connsiteX0" fmla="*/ 0 w 506870"/>
              <a:gd name="connsiteY0" fmla="*/ 0 h 2325120"/>
              <a:gd name="connsiteX1" fmla="*/ 490198 w 506870"/>
              <a:gd name="connsiteY1" fmla="*/ 0 h 2325120"/>
              <a:gd name="connsiteX2" fmla="*/ 506870 w 506870"/>
              <a:gd name="connsiteY2" fmla="*/ 2067945 h 2325120"/>
              <a:gd name="connsiteX3" fmla="*/ 0 w 506870"/>
              <a:gd name="connsiteY3" fmla="*/ 2325120 h 2325120"/>
              <a:gd name="connsiteX4" fmla="*/ 0 w 506870"/>
              <a:gd name="connsiteY4" fmla="*/ 0 h 232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6870" h="2325120">
                <a:moveTo>
                  <a:pt x="0" y="0"/>
                </a:moveTo>
                <a:lnTo>
                  <a:pt x="490198" y="0"/>
                </a:lnTo>
                <a:cubicBezTo>
                  <a:pt x="492579" y="693284"/>
                  <a:pt x="504489" y="1374661"/>
                  <a:pt x="506870" y="2067945"/>
                </a:cubicBezTo>
                <a:lnTo>
                  <a:pt x="0" y="2325120"/>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4" name="Isosceles Triangle 3">
            <a:extLst>
              <a:ext uri="{FF2B5EF4-FFF2-40B4-BE49-F238E27FC236}">
                <a16:creationId xmlns:a16="http://schemas.microsoft.com/office/drawing/2014/main" id="{69B2BCC7-ED5C-4A07-BC26-90D6CEC87F88}"/>
              </a:ext>
            </a:extLst>
          </p:cNvPr>
          <p:cNvSpPr/>
          <p:nvPr/>
        </p:nvSpPr>
        <p:spPr>
          <a:xfrm rot="5400000">
            <a:off x="7367820" y="2333425"/>
            <a:ext cx="506881" cy="466695"/>
          </a:xfrm>
          <a:prstGeom prst="triangle">
            <a:avLst/>
          </a:prstGeom>
          <a:pattFill prst="smConfetti">
            <a:fgClr>
              <a:schemeClr val="tx1"/>
            </a:fgClr>
            <a:bgClr>
              <a:schemeClr val="bg1"/>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Oval 169">
            <a:extLst>
              <a:ext uri="{FF2B5EF4-FFF2-40B4-BE49-F238E27FC236}">
                <a16:creationId xmlns:a16="http://schemas.microsoft.com/office/drawing/2014/main" id="{E7F3F1E6-7842-4DBF-93BE-E2D74FE936CD}"/>
              </a:ext>
            </a:extLst>
          </p:cNvPr>
          <p:cNvSpPr/>
          <p:nvPr/>
        </p:nvSpPr>
        <p:spPr>
          <a:xfrm>
            <a:off x="7709617" y="2392005"/>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1</a:t>
            </a:r>
            <a:endParaRPr lang="en-US" dirty="0">
              <a:solidFill>
                <a:schemeClr val="accent6"/>
              </a:solidFill>
            </a:endParaRPr>
          </a:p>
        </p:txBody>
      </p:sp>
      <p:sp>
        <p:nvSpPr>
          <p:cNvPr id="305" name="Oval 304">
            <a:extLst>
              <a:ext uri="{FF2B5EF4-FFF2-40B4-BE49-F238E27FC236}">
                <a16:creationId xmlns:a16="http://schemas.microsoft.com/office/drawing/2014/main" id="{4A8BBCCD-B5BF-48DD-8126-A474AB04C35A}"/>
              </a:ext>
            </a:extLst>
          </p:cNvPr>
          <p:cNvSpPr/>
          <p:nvPr/>
        </p:nvSpPr>
        <p:spPr>
          <a:xfrm>
            <a:off x="7207597" y="2631069"/>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M</a:t>
            </a:r>
            <a:endParaRPr lang="en-US" dirty="0">
              <a:solidFill>
                <a:schemeClr val="accent6"/>
              </a:solidFill>
            </a:endParaRPr>
          </a:p>
        </p:txBody>
      </p:sp>
      <p:sp>
        <p:nvSpPr>
          <p:cNvPr id="155" name="Oval 154">
            <a:extLst>
              <a:ext uri="{FF2B5EF4-FFF2-40B4-BE49-F238E27FC236}">
                <a16:creationId xmlns:a16="http://schemas.microsoft.com/office/drawing/2014/main" id="{91E354EA-BEB1-4527-8D24-B5BEA9BC2590}"/>
              </a:ext>
            </a:extLst>
          </p:cNvPr>
          <p:cNvSpPr/>
          <p:nvPr/>
        </p:nvSpPr>
        <p:spPr>
          <a:xfrm>
            <a:off x="7211823" y="213939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2</a:t>
            </a:r>
            <a:endParaRPr lang="en-US" dirty="0">
              <a:solidFill>
                <a:schemeClr val="accent6"/>
              </a:solidFill>
            </a:endParaRPr>
          </a:p>
        </p:txBody>
      </p:sp>
      <p:cxnSp>
        <p:nvCxnSpPr>
          <p:cNvPr id="157" name="Straight Arrow Connector 156">
            <a:extLst>
              <a:ext uri="{FF2B5EF4-FFF2-40B4-BE49-F238E27FC236}">
                <a16:creationId xmlns:a16="http://schemas.microsoft.com/office/drawing/2014/main" id="{FBB07E9D-B23C-432E-8977-BA2CA612D97B}"/>
              </a:ext>
            </a:extLst>
          </p:cNvPr>
          <p:cNvCxnSpPr>
            <a:cxnSpLocks/>
          </p:cNvCxnSpPr>
          <p:nvPr/>
        </p:nvCxnSpPr>
        <p:spPr>
          <a:xfrm rot="10800000" flipV="1">
            <a:off x="5914425" y="2375207"/>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8" name="Straight Arrow Connector 157">
            <a:extLst>
              <a:ext uri="{FF2B5EF4-FFF2-40B4-BE49-F238E27FC236}">
                <a16:creationId xmlns:a16="http://schemas.microsoft.com/office/drawing/2014/main" id="{04781B4D-BCFF-4606-B7EF-5CDB042EABCB}"/>
              </a:ext>
            </a:extLst>
          </p:cNvPr>
          <p:cNvCxnSpPr>
            <a:cxnSpLocks/>
          </p:cNvCxnSpPr>
          <p:nvPr/>
        </p:nvCxnSpPr>
        <p:spPr>
          <a:xfrm flipV="1">
            <a:off x="5935702" y="273838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9" name="Straight Arrow Connector 158">
            <a:extLst>
              <a:ext uri="{FF2B5EF4-FFF2-40B4-BE49-F238E27FC236}">
                <a16:creationId xmlns:a16="http://schemas.microsoft.com/office/drawing/2014/main" id="{1E953FCC-3041-492F-9C06-126D3DA61B3B}"/>
              </a:ext>
            </a:extLst>
          </p:cNvPr>
          <p:cNvCxnSpPr>
            <a:cxnSpLocks/>
          </p:cNvCxnSpPr>
          <p:nvPr/>
        </p:nvCxnSpPr>
        <p:spPr>
          <a:xfrm rot="6840000" flipH="1">
            <a:off x="4757416" y="2523018"/>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0" name="Straight Arrow Connector 159">
            <a:extLst>
              <a:ext uri="{FF2B5EF4-FFF2-40B4-BE49-F238E27FC236}">
                <a16:creationId xmlns:a16="http://schemas.microsoft.com/office/drawing/2014/main" id="{2E766E14-07EA-47B1-BB78-5FC389FA1863}"/>
              </a:ext>
            </a:extLst>
          </p:cNvPr>
          <p:cNvCxnSpPr>
            <a:cxnSpLocks/>
          </p:cNvCxnSpPr>
          <p:nvPr/>
        </p:nvCxnSpPr>
        <p:spPr>
          <a:xfrm rot="14580000" flipH="1">
            <a:off x="5191977" y="2532748"/>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1" name="Straight Arrow Connector 160">
            <a:extLst>
              <a:ext uri="{FF2B5EF4-FFF2-40B4-BE49-F238E27FC236}">
                <a16:creationId xmlns:a16="http://schemas.microsoft.com/office/drawing/2014/main" id="{6541D93B-95C7-49CB-8424-3ED580106190}"/>
              </a:ext>
            </a:extLst>
          </p:cNvPr>
          <p:cNvCxnSpPr>
            <a:cxnSpLocks/>
          </p:cNvCxnSpPr>
          <p:nvPr/>
        </p:nvCxnSpPr>
        <p:spPr>
          <a:xfrm rot="5340000" flipH="1">
            <a:off x="7170025" y="2550130"/>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2" name="Rectangle 161">
            <a:extLst>
              <a:ext uri="{FF2B5EF4-FFF2-40B4-BE49-F238E27FC236}">
                <a16:creationId xmlns:a16="http://schemas.microsoft.com/office/drawing/2014/main" id="{2FCCD8A7-8E62-4911-BBD5-942E62C09888}"/>
              </a:ext>
            </a:extLst>
          </p:cNvPr>
          <p:cNvSpPr/>
          <p:nvPr/>
        </p:nvSpPr>
        <p:spPr>
          <a:xfrm>
            <a:off x="4820576" y="4412041"/>
            <a:ext cx="490198" cy="1828412"/>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45" name="Oval 144">
            <a:extLst>
              <a:ext uri="{FF2B5EF4-FFF2-40B4-BE49-F238E27FC236}">
                <a16:creationId xmlns:a16="http://schemas.microsoft.com/office/drawing/2014/main" id="{3166C6E9-B363-4853-87E4-3408682BDA67}"/>
              </a:ext>
            </a:extLst>
          </p:cNvPr>
          <p:cNvSpPr/>
          <p:nvPr/>
        </p:nvSpPr>
        <p:spPr>
          <a:xfrm>
            <a:off x="4642581" y="6068898"/>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sp>
        <p:nvSpPr>
          <p:cNvPr id="295" name="Oval 294">
            <a:extLst>
              <a:ext uri="{FF2B5EF4-FFF2-40B4-BE49-F238E27FC236}">
                <a16:creationId xmlns:a16="http://schemas.microsoft.com/office/drawing/2014/main" id="{E997ED73-D3C0-41B5-A7D6-45EBCAE17432}"/>
              </a:ext>
            </a:extLst>
          </p:cNvPr>
          <p:cNvSpPr/>
          <p:nvPr/>
        </p:nvSpPr>
        <p:spPr>
          <a:xfrm>
            <a:off x="5134882" y="606439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C</a:t>
            </a:r>
            <a:endParaRPr lang="en-US" dirty="0">
              <a:solidFill>
                <a:schemeClr val="accent6"/>
              </a:solidFill>
            </a:endParaRPr>
          </a:p>
        </p:txBody>
      </p:sp>
      <p:sp>
        <p:nvSpPr>
          <p:cNvPr id="163" name="Rectangle 162">
            <a:extLst>
              <a:ext uri="{FF2B5EF4-FFF2-40B4-BE49-F238E27FC236}">
                <a16:creationId xmlns:a16="http://schemas.microsoft.com/office/drawing/2014/main" id="{F9034E10-D9AB-4135-A284-2CD4E75DCAD4}"/>
              </a:ext>
            </a:extLst>
          </p:cNvPr>
          <p:cNvSpPr/>
          <p:nvPr/>
        </p:nvSpPr>
        <p:spPr>
          <a:xfrm>
            <a:off x="4818888" y="2824734"/>
            <a:ext cx="490198" cy="1587094"/>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299" name="Oval 298">
            <a:extLst>
              <a:ext uri="{FF2B5EF4-FFF2-40B4-BE49-F238E27FC236}">
                <a16:creationId xmlns:a16="http://schemas.microsoft.com/office/drawing/2014/main" id="{6490FEBE-9AB0-4AD8-AE43-8E33920E4F89}"/>
              </a:ext>
            </a:extLst>
          </p:cNvPr>
          <p:cNvSpPr/>
          <p:nvPr/>
        </p:nvSpPr>
        <p:spPr>
          <a:xfrm>
            <a:off x="4645778" y="4236405"/>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G</a:t>
            </a:r>
            <a:endParaRPr lang="en-US" dirty="0">
              <a:solidFill>
                <a:schemeClr val="accent6"/>
              </a:solidFill>
            </a:endParaRPr>
          </a:p>
        </p:txBody>
      </p:sp>
      <p:sp>
        <p:nvSpPr>
          <p:cNvPr id="164" name="Oval 163">
            <a:extLst>
              <a:ext uri="{FF2B5EF4-FFF2-40B4-BE49-F238E27FC236}">
                <a16:creationId xmlns:a16="http://schemas.microsoft.com/office/drawing/2014/main" id="{6351AE8E-D9AA-4395-8F19-E59C647E3787}"/>
              </a:ext>
            </a:extLst>
          </p:cNvPr>
          <p:cNvSpPr/>
          <p:nvPr/>
        </p:nvSpPr>
        <p:spPr>
          <a:xfrm>
            <a:off x="5137904" y="423274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4</a:t>
            </a:r>
            <a:endParaRPr lang="en-US" dirty="0">
              <a:solidFill>
                <a:schemeClr val="accent6"/>
              </a:solidFill>
            </a:endParaRPr>
          </a:p>
        </p:txBody>
      </p:sp>
      <p:cxnSp>
        <p:nvCxnSpPr>
          <p:cNvPr id="146" name="Straight Arrow Connector 145">
            <a:extLst>
              <a:ext uri="{FF2B5EF4-FFF2-40B4-BE49-F238E27FC236}">
                <a16:creationId xmlns:a16="http://schemas.microsoft.com/office/drawing/2014/main" id="{920B0B40-82B8-4B06-822B-19E9D990A3D0}"/>
              </a:ext>
            </a:extLst>
          </p:cNvPr>
          <p:cNvCxnSpPr>
            <a:cxnSpLocks/>
          </p:cNvCxnSpPr>
          <p:nvPr/>
        </p:nvCxnSpPr>
        <p:spPr>
          <a:xfrm rot="10800000" flipH="1">
            <a:off x="4980749" y="6099434"/>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5" name="Straight Arrow Connector 164">
            <a:extLst>
              <a:ext uri="{FF2B5EF4-FFF2-40B4-BE49-F238E27FC236}">
                <a16:creationId xmlns:a16="http://schemas.microsoft.com/office/drawing/2014/main" id="{90244CC6-B651-4058-BF85-2BF3824ECC8D}"/>
              </a:ext>
            </a:extLst>
          </p:cNvPr>
          <p:cNvCxnSpPr>
            <a:cxnSpLocks/>
          </p:cNvCxnSpPr>
          <p:nvPr/>
        </p:nvCxnSpPr>
        <p:spPr>
          <a:xfrm flipH="1">
            <a:off x="4993449" y="4556384"/>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6" name="Straight Arrow Connector 165">
            <a:extLst>
              <a:ext uri="{FF2B5EF4-FFF2-40B4-BE49-F238E27FC236}">
                <a16:creationId xmlns:a16="http://schemas.microsoft.com/office/drawing/2014/main" id="{9FCBCFBD-CB77-46B7-A2B2-FC85D00DA5A4}"/>
              </a:ext>
            </a:extLst>
          </p:cNvPr>
          <p:cNvCxnSpPr>
            <a:cxnSpLocks/>
          </p:cNvCxnSpPr>
          <p:nvPr/>
        </p:nvCxnSpPr>
        <p:spPr>
          <a:xfrm rot="5400000" flipV="1">
            <a:off x="4600340" y="5275674"/>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7" name="Straight Arrow Connector 166">
            <a:extLst>
              <a:ext uri="{FF2B5EF4-FFF2-40B4-BE49-F238E27FC236}">
                <a16:creationId xmlns:a16="http://schemas.microsoft.com/office/drawing/2014/main" id="{71474199-EC44-4EE7-A416-7D1A57EC9E78}"/>
              </a:ext>
            </a:extLst>
          </p:cNvPr>
          <p:cNvCxnSpPr>
            <a:cxnSpLocks/>
          </p:cNvCxnSpPr>
          <p:nvPr/>
        </p:nvCxnSpPr>
        <p:spPr>
          <a:xfrm rot="16200000" flipV="1">
            <a:off x="4486877" y="5264163"/>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8" name="Straight Arrow Connector 167">
            <a:extLst>
              <a:ext uri="{FF2B5EF4-FFF2-40B4-BE49-F238E27FC236}">
                <a16:creationId xmlns:a16="http://schemas.microsoft.com/office/drawing/2014/main" id="{BEAD1892-4A4E-4640-984B-AF60D5BB0DCB}"/>
              </a:ext>
            </a:extLst>
          </p:cNvPr>
          <p:cNvCxnSpPr>
            <a:cxnSpLocks/>
          </p:cNvCxnSpPr>
          <p:nvPr/>
        </p:nvCxnSpPr>
        <p:spPr>
          <a:xfrm rot="16200000" flipV="1">
            <a:off x="4975007" y="5264163"/>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1" name="Straight Arrow Connector 180">
            <a:extLst>
              <a:ext uri="{FF2B5EF4-FFF2-40B4-BE49-F238E27FC236}">
                <a16:creationId xmlns:a16="http://schemas.microsoft.com/office/drawing/2014/main" id="{1808B85A-EC74-40D0-9FC5-FB3E0C67E47C}"/>
              </a:ext>
            </a:extLst>
          </p:cNvPr>
          <p:cNvCxnSpPr>
            <a:cxnSpLocks/>
          </p:cNvCxnSpPr>
          <p:nvPr/>
        </p:nvCxnSpPr>
        <p:spPr>
          <a:xfrm rot="5400000" flipV="1">
            <a:off x="5079765" y="5293114"/>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2" name="Isosceles Triangle 181">
            <a:extLst>
              <a:ext uri="{FF2B5EF4-FFF2-40B4-BE49-F238E27FC236}">
                <a16:creationId xmlns:a16="http://schemas.microsoft.com/office/drawing/2014/main" id="{BE89D873-85EF-4774-82F1-C8206A193B02}"/>
              </a:ext>
            </a:extLst>
          </p:cNvPr>
          <p:cNvSpPr/>
          <p:nvPr/>
        </p:nvSpPr>
        <p:spPr>
          <a:xfrm>
            <a:off x="4823004" y="2306666"/>
            <a:ext cx="485449" cy="521463"/>
          </a:xfrm>
          <a:custGeom>
            <a:avLst/>
            <a:gdLst>
              <a:gd name="connsiteX0" fmla="*/ 0 w 506881"/>
              <a:gd name="connsiteY0" fmla="*/ 466695 h 466695"/>
              <a:gd name="connsiteX1" fmla="*/ 253441 w 506881"/>
              <a:gd name="connsiteY1" fmla="*/ 0 h 466695"/>
              <a:gd name="connsiteX2" fmla="*/ 506881 w 506881"/>
              <a:gd name="connsiteY2" fmla="*/ 466695 h 466695"/>
              <a:gd name="connsiteX3" fmla="*/ 0 w 506881"/>
              <a:gd name="connsiteY3" fmla="*/ 466695 h 466695"/>
              <a:gd name="connsiteX0" fmla="*/ 0 w 506881"/>
              <a:gd name="connsiteY0" fmla="*/ 516701 h 516701"/>
              <a:gd name="connsiteX1" fmla="*/ 239153 w 506881"/>
              <a:gd name="connsiteY1" fmla="*/ 0 h 516701"/>
              <a:gd name="connsiteX2" fmla="*/ 506881 w 506881"/>
              <a:gd name="connsiteY2" fmla="*/ 516701 h 516701"/>
              <a:gd name="connsiteX3" fmla="*/ 0 w 506881"/>
              <a:gd name="connsiteY3" fmla="*/ 516701 h 516701"/>
              <a:gd name="connsiteX0" fmla="*/ 0 w 492593"/>
              <a:gd name="connsiteY0" fmla="*/ 516701 h 516701"/>
              <a:gd name="connsiteX1" fmla="*/ 239153 w 492593"/>
              <a:gd name="connsiteY1" fmla="*/ 0 h 516701"/>
              <a:gd name="connsiteX2" fmla="*/ 492593 w 492593"/>
              <a:gd name="connsiteY2" fmla="*/ 514320 h 516701"/>
              <a:gd name="connsiteX3" fmla="*/ 0 w 492593"/>
              <a:gd name="connsiteY3" fmla="*/ 516701 h 516701"/>
              <a:gd name="connsiteX0" fmla="*/ 0 w 485449"/>
              <a:gd name="connsiteY0" fmla="*/ 521463 h 521463"/>
              <a:gd name="connsiteX1" fmla="*/ 232009 w 485449"/>
              <a:gd name="connsiteY1" fmla="*/ 0 h 521463"/>
              <a:gd name="connsiteX2" fmla="*/ 485449 w 485449"/>
              <a:gd name="connsiteY2" fmla="*/ 514320 h 521463"/>
              <a:gd name="connsiteX3" fmla="*/ 0 w 485449"/>
              <a:gd name="connsiteY3" fmla="*/ 521463 h 521463"/>
            </a:gdLst>
            <a:ahLst/>
            <a:cxnLst>
              <a:cxn ang="0">
                <a:pos x="connsiteX0" y="connsiteY0"/>
              </a:cxn>
              <a:cxn ang="0">
                <a:pos x="connsiteX1" y="connsiteY1"/>
              </a:cxn>
              <a:cxn ang="0">
                <a:pos x="connsiteX2" y="connsiteY2"/>
              </a:cxn>
              <a:cxn ang="0">
                <a:pos x="connsiteX3" y="connsiteY3"/>
              </a:cxn>
            </a:cxnLst>
            <a:rect l="l" t="t" r="r" b="b"/>
            <a:pathLst>
              <a:path w="485449" h="521463">
                <a:moveTo>
                  <a:pt x="0" y="521463"/>
                </a:moveTo>
                <a:lnTo>
                  <a:pt x="232009" y="0"/>
                </a:lnTo>
                <a:lnTo>
                  <a:pt x="485449" y="514320"/>
                </a:lnTo>
                <a:lnTo>
                  <a:pt x="0" y="521463"/>
                </a:lnTo>
                <a:close/>
              </a:path>
            </a:pathLst>
          </a:custGeom>
          <a:pattFill prst="smConfetti">
            <a:fgClr>
              <a:schemeClr val="tx1"/>
            </a:fgClr>
            <a:bgClr>
              <a:schemeClr val="bg1"/>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Oval 155">
            <a:extLst>
              <a:ext uri="{FF2B5EF4-FFF2-40B4-BE49-F238E27FC236}">
                <a16:creationId xmlns:a16="http://schemas.microsoft.com/office/drawing/2014/main" id="{DF138E19-5963-4C00-86F5-DBA655EADEF0}"/>
              </a:ext>
            </a:extLst>
          </p:cNvPr>
          <p:cNvSpPr/>
          <p:nvPr/>
        </p:nvSpPr>
        <p:spPr>
          <a:xfrm>
            <a:off x="4881303" y="213345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3</a:t>
            </a:r>
            <a:endParaRPr lang="en-US" dirty="0">
              <a:solidFill>
                <a:schemeClr val="accent6"/>
              </a:solidFill>
            </a:endParaRPr>
          </a:p>
        </p:txBody>
      </p:sp>
      <p:sp>
        <p:nvSpPr>
          <p:cNvPr id="304" name="Oval 303">
            <a:extLst>
              <a:ext uri="{FF2B5EF4-FFF2-40B4-BE49-F238E27FC236}">
                <a16:creationId xmlns:a16="http://schemas.microsoft.com/office/drawing/2014/main" id="{873F9854-E082-4082-9F1D-E8B100BDAC05}"/>
              </a:ext>
            </a:extLst>
          </p:cNvPr>
          <p:cNvSpPr/>
          <p:nvPr/>
        </p:nvSpPr>
        <p:spPr>
          <a:xfrm>
            <a:off x="4633448" y="263780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L</a:t>
            </a:r>
            <a:endParaRPr lang="en-US" dirty="0">
              <a:solidFill>
                <a:schemeClr val="accent6"/>
              </a:solidFill>
            </a:endParaRPr>
          </a:p>
        </p:txBody>
      </p:sp>
      <p:sp>
        <p:nvSpPr>
          <p:cNvPr id="183" name="Oval 182">
            <a:extLst>
              <a:ext uri="{FF2B5EF4-FFF2-40B4-BE49-F238E27FC236}">
                <a16:creationId xmlns:a16="http://schemas.microsoft.com/office/drawing/2014/main" id="{3FFC500E-4C58-4DC7-A5E4-BC38B53F398D}"/>
              </a:ext>
            </a:extLst>
          </p:cNvPr>
          <p:cNvSpPr/>
          <p:nvPr/>
        </p:nvSpPr>
        <p:spPr>
          <a:xfrm>
            <a:off x="5166084" y="2658429"/>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5</a:t>
            </a:r>
            <a:endParaRPr lang="en-US" dirty="0">
              <a:solidFill>
                <a:schemeClr val="accent6"/>
              </a:solidFill>
            </a:endParaRPr>
          </a:p>
        </p:txBody>
      </p:sp>
      <p:cxnSp>
        <p:nvCxnSpPr>
          <p:cNvPr id="184" name="Straight Arrow Connector 183">
            <a:extLst>
              <a:ext uri="{FF2B5EF4-FFF2-40B4-BE49-F238E27FC236}">
                <a16:creationId xmlns:a16="http://schemas.microsoft.com/office/drawing/2014/main" id="{A032ACEC-B5E0-4F50-ADAD-CC32A7736D68}"/>
              </a:ext>
            </a:extLst>
          </p:cNvPr>
          <p:cNvCxnSpPr>
            <a:cxnSpLocks/>
          </p:cNvCxnSpPr>
          <p:nvPr/>
        </p:nvCxnSpPr>
        <p:spPr>
          <a:xfrm flipH="1">
            <a:off x="4993449" y="2924434"/>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5" name="Straight Arrow Connector 184">
            <a:extLst>
              <a:ext uri="{FF2B5EF4-FFF2-40B4-BE49-F238E27FC236}">
                <a16:creationId xmlns:a16="http://schemas.microsoft.com/office/drawing/2014/main" id="{6EB64C34-67AF-4563-87BA-096E44AB41DC}"/>
              </a:ext>
            </a:extLst>
          </p:cNvPr>
          <p:cNvCxnSpPr>
            <a:cxnSpLocks/>
          </p:cNvCxnSpPr>
          <p:nvPr/>
        </p:nvCxnSpPr>
        <p:spPr>
          <a:xfrm rot="10800000" flipH="1">
            <a:off x="4980749" y="4270916"/>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6" name="Straight Arrow Connector 185">
            <a:extLst>
              <a:ext uri="{FF2B5EF4-FFF2-40B4-BE49-F238E27FC236}">
                <a16:creationId xmlns:a16="http://schemas.microsoft.com/office/drawing/2014/main" id="{686A32AA-A2B2-42E9-A19C-A6510F1E26C3}"/>
              </a:ext>
            </a:extLst>
          </p:cNvPr>
          <p:cNvCxnSpPr>
            <a:cxnSpLocks/>
          </p:cNvCxnSpPr>
          <p:nvPr/>
        </p:nvCxnSpPr>
        <p:spPr>
          <a:xfrm rot="16200000" flipV="1">
            <a:off x="4976802" y="364901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7" name="Straight Arrow Connector 186">
            <a:extLst>
              <a:ext uri="{FF2B5EF4-FFF2-40B4-BE49-F238E27FC236}">
                <a16:creationId xmlns:a16="http://schemas.microsoft.com/office/drawing/2014/main" id="{FFC5E7CD-AC2B-4566-B67E-700874A24D27}"/>
              </a:ext>
            </a:extLst>
          </p:cNvPr>
          <p:cNvCxnSpPr>
            <a:cxnSpLocks/>
          </p:cNvCxnSpPr>
          <p:nvPr/>
        </p:nvCxnSpPr>
        <p:spPr>
          <a:xfrm rot="5400000" flipV="1">
            <a:off x="5081560" y="3677970"/>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8" name="Straight Arrow Connector 187">
            <a:extLst>
              <a:ext uri="{FF2B5EF4-FFF2-40B4-BE49-F238E27FC236}">
                <a16:creationId xmlns:a16="http://schemas.microsoft.com/office/drawing/2014/main" id="{8EB10A8C-A182-4862-908D-09E41AAD347F}"/>
              </a:ext>
            </a:extLst>
          </p:cNvPr>
          <p:cNvCxnSpPr>
            <a:cxnSpLocks/>
          </p:cNvCxnSpPr>
          <p:nvPr/>
        </p:nvCxnSpPr>
        <p:spPr>
          <a:xfrm rot="5400000" flipV="1">
            <a:off x="4598787" y="3649018"/>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9" name="Straight Arrow Connector 188">
            <a:extLst>
              <a:ext uri="{FF2B5EF4-FFF2-40B4-BE49-F238E27FC236}">
                <a16:creationId xmlns:a16="http://schemas.microsoft.com/office/drawing/2014/main" id="{81B8BE63-6DD7-4E1B-B798-065BDF5B447C}"/>
              </a:ext>
            </a:extLst>
          </p:cNvPr>
          <p:cNvCxnSpPr>
            <a:cxnSpLocks/>
          </p:cNvCxnSpPr>
          <p:nvPr/>
        </p:nvCxnSpPr>
        <p:spPr>
          <a:xfrm rot="16200000" flipV="1">
            <a:off x="4485324" y="3637507"/>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0" name="Straight Connector 189">
            <a:extLst>
              <a:ext uri="{FF2B5EF4-FFF2-40B4-BE49-F238E27FC236}">
                <a16:creationId xmlns:a16="http://schemas.microsoft.com/office/drawing/2014/main" id="{E71A086A-1407-4E57-8A5E-2212E57BF4F7}"/>
              </a:ext>
            </a:extLst>
          </p:cNvPr>
          <p:cNvCxnSpPr>
            <a:cxnSpLocks/>
          </p:cNvCxnSpPr>
          <p:nvPr/>
        </p:nvCxnSpPr>
        <p:spPr>
          <a:xfrm>
            <a:off x="2730699" y="2622130"/>
            <a:ext cx="1" cy="1816520"/>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sp>
        <p:nvSpPr>
          <p:cNvPr id="298" name="Oval 297">
            <a:extLst>
              <a:ext uri="{FF2B5EF4-FFF2-40B4-BE49-F238E27FC236}">
                <a16:creationId xmlns:a16="http://schemas.microsoft.com/office/drawing/2014/main" id="{BDD707F5-0BE8-471A-B269-DAB47FAED13A}"/>
              </a:ext>
            </a:extLst>
          </p:cNvPr>
          <p:cNvSpPr/>
          <p:nvPr/>
        </p:nvSpPr>
        <p:spPr>
          <a:xfrm>
            <a:off x="2550974" y="4235870"/>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F</a:t>
            </a:r>
            <a:endParaRPr lang="en-US" dirty="0"/>
          </a:p>
        </p:txBody>
      </p:sp>
      <p:sp>
        <p:nvSpPr>
          <p:cNvPr id="303" name="Oval 302">
            <a:extLst>
              <a:ext uri="{FF2B5EF4-FFF2-40B4-BE49-F238E27FC236}">
                <a16:creationId xmlns:a16="http://schemas.microsoft.com/office/drawing/2014/main" id="{15FA5F7E-26C9-47B3-BC05-D68924780B80}"/>
              </a:ext>
            </a:extLst>
          </p:cNvPr>
          <p:cNvSpPr/>
          <p:nvPr/>
        </p:nvSpPr>
        <p:spPr>
          <a:xfrm>
            <a:off x="2518830" y="240170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K</a:t>
            </a:r>
            <a:endParaRPr lang="en-US" dirty="0">
              <a:solidFill>
                <a:schemeClr val="accent6"/>
              </a:solidFill>
            </a:endParaRPr>
          </a:p>
        </p:txBody>
      </p:sp>
    </p:spTree>
    <p:extLst>
      <p:ext uri="{BB962C8B-B14F-4D97-AF65-F5344CB8AC3E}">
        <p14:creationId xmlns:p14="http://schemas.microsoft.com/office/powerpoint/2010/main" val="2352536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2" name="Group 251">
            <a:extLst>
              <a:ext uri="{FF2B5EF4-FFF2-40B4-BE49-F238E27FC236}">
                <a16:creationId xmlns:a16="http://schemas.microsoft.com/office/drawing/2014/main" id="{3FD7EEEF-3529-4A48-AD2B-C975FF0DD39E}"/>
              </a:ext>
            </a:extLst>
          </p:cNvPr>
          <p:cNvGrpSpPr/>
          <p:nvPr/>
        </p:nvGrpSpPr>
        <p:grpSpPr>
          <a:xfrm>
            <a:off x="418305" y="747240"/>
            <a:ext cx="2325597" cy="1832347"/>
            <a:chOff x="318136" y="1316090"/>
            <a:chExt cx="1776224" cy="1399494"/>
          </a:xfrm>
        </p:grpSpPr>
        <p:sp>
          <p:nvSpPr>
            <p:cNvPr id="265" name="Rectangle 264">
              <a:extLst>
                <a:ext uri="{FF2B5EF4-FFF2-40B4-BE49-F238E27FC236}">
                  <a16:creationId xmlns:a16="http://schemas.microsoft.com/office/drawing/2014/main" id="{5D9919B7-BDC0-4F4F-B243-ADB954D1BC7D}"/>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67" name="Straight Arrow Connector 266">
              <a:extLst>
                <a:ext uri="{FF2B5EF4-FFF2-40B4-BE49-F238E27FC236}">
                  <a16:creationId xmlns:a16="http://schemas.microsoft.com/office/drawing/2014/main" id="{062326DE-29F4-4128-8063-0B1520C23852}"/>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8" name="Straight Arrow Connector 267">
              <a:extLst>
                <a:ext uri="{FF2B5EF4-FFF2-40B4-BE49-F238E27FC236}">
                  <a16:creationId xmlns:a16="http://schemas.microsoft.com/office/drawing/2014/main" id="{EBD747DF-6F21-4AD4-803D-624B37980DDB}"/>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9" name="Straight Arrow Connector 268">
              <a:extLst>
                <a:ext uri="{FF2B5EF4-FFF2-40B4-BE49-F238E27FC236}">
                  <a16:creationId xmlns:a16="http://schemas.microsoft.com/office/drawing/2014/main" id="{7E3F25D0-7679-44D0-B9E9-9851092A28DE}"/>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6" name="Straight Arrow Connector 265">
              <a:extLst>
                <a:ext uri="{FF2B5EF4-FFF2-40B4-BE49-F238E27FC236}">
                  <a16:creationId xmlns:a16="http://schemas.microsoft.com/office/drawing/2014/main" id="{C973AEEC-459D-49BB-8F29-03C6381E56F4}"/>
                </a:ext>
              </a:extLst>
            </p:cNvPr>
            <p:cNvCxnSpPr>
              <a:cxnSpLocks/>
            </p:cNvCxnSpPr>
            <p:nvPr/>
          </p:nvCxnSpPr>
          <p:spPr>
            <a:xfrm rot="15660000" flipV="1">
              <a:off x="1688764"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53" name="Group 252">
            <a:extLst>
              <a:ext uri="{FF2B5EF4-FFF2-40B4-BE49-F238E27FC236}">
                <a16:creationId xmlns:a16="http://schemas.microsoft.com/office/drawing/2014/main" id="{2374E498-73CE-47F1-8271-78A7F34DEAC2}"/>
              </a:ext>
            </a:extLst>
          </p:cNvPr>
          <p:cNvGrpSpPr/>
          <p:nvPr/>
        </p:nvGrpSpPr>
        <p:grpSpPr>
          <a:xfrm>
            <a:off x="417944" y="2579587"/>
            <a:ext cx="2325597" cy="1832347"/>
            <a:chOff x="318136" y="1316090"/>
            <a:chExt cx="1776224" cy="1399494"/>
          </a:xfrm>
        </p:grpSpPr>
        <p:sp>
          <p:nvSpPr>
            <p:cNvPr id="260" name="Rectangle 259">
              <a:extLst>
                <a:ext uri="{FF2B5EF4-FFF2-40B4-BE49-F238E27FC236}">
                  <a16:creationId xmlns:a16="http://schemas.microsoft.com/office/drawing/2014/main" id="{29514B38-0EFA-4A78-8535-F699CE69EA4D}"/>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61" name="Straight Arrow Connector 260">
              <a:extLst>
                <a:ext uri="{FF2B5EF4-FFF2-40B4-BE49-F238E27FC236}">
                  <a16:creationId xmlns:a16="http://schemas.microsoft.com/office/drawing/2014/main" id="{AA6842D4-9767-4970-A599-1150CFA35DE7}"/>
                </a:ext>
              </a:extLst>
            </p:cNvPr>
            <p:cNvCxnSpPr>
              <a:cxnSpLocks/>
            </p:cNvCxnSpPr>
            <p:nvPr/>
          </p:nvCxnSpPr>
          <p:spPr>
            <a:xfrm rot="16200000" flipV="1">
              <a:off x="1817079" y="193922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2" name="Straight Arrow Connector 261">
              <a:extLst>
                <a:ext uri="{FF2B5EF4-FFF2-40B4-BE49-F238E27FC236}">
                  <a16:creationId xmlns:a16="http://schemas.microsoft.com/office/drawing/2014/main" id="{59B9B561-5039-439D-82F6-0D8FF3951E7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3" name="Straight Arrow Connector 262">
              <a:extLst>
                <a:ext uri="{FF2B5EF4-FFF2-40B4-BE49-F238E27FC236}">
                  <a16:creationId xmlns:a16="http://schemas.microsoft.com/office/drawing/2014/main" id="{12A0B741-8CE6-49B3-94E9-822F86E57B44}"/>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4" name="Straight Arrow Connector 263">
              <a:extLst>
                <a:ext uri="{FF2B5EF4-FFF2-40B4-BE49-F238E27FC236}">
                  <a16:creationId xmlns:a16="http://schemas.microsoft.com/office/drawing/2014/main" id="{A61BABD6-ABBA-4CDA-8C92-04AE4F0F25F1}"/>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54" name="Group 253">
            <a:extLst>
              <a:ext uri="{FF2B5EF4-FFF2-40B4-BE49-F238E27FC236}">
                <a16:creationId xmlns:a16="http://schemas.microsoft.com/office/drawing/2014/main" id="{168685E4-FB57-4593-90FE-4BAE72C0E41B}"/>
              </a:ext>
            </a:extLst>
          </p:cNvPr>
          <p:cNvGrpSpPr/>
          <p:nvPr/>
        </p:nvGrpSpPr>
        <p:grpSpPr>
          <a:xfrm>
            <a:off x="417944" y="4411934"/>
            <a:ext cx="2325597" cy="1832347"/>
            <a:chOff x="318136" y="1316090"/>
            <a:chExt cx="1776224" cy="1399494"/>
          </a:xfrm>
        </p:grpSpPr>
        <p:sp>
          <p:nvSpPr>
            <p:cNvPr id="255" name="Rectangle 254">
              <a:extLst>
                <a:ext uri="{FF2B5EF4-FFF2-40B4-BE49-F238E27FC236}">
                  <a16:creationId xmlns:a16="http://schemas.microsoft.com/office/drawing/2014/main" id="{C96C5F7A-8062-4C64-A47C-3C0EA1F4A9A1}"/>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56" name="Straight Arrow Connector 255">
              <a:extLst>
                <a:ext uri="{FF2B5EF4-FFF2-40B4-BE49-F238E27FC236}">
                  <a16:creationId xmlns:a16="http://schemas.microsoft.com/office/drawing/2014/main" id="{D8AF5737-5F69-498D-8244-E2D92D7822AF}"/>
                </a:ext>
              </a:extLst>
            </p:cNvPr>
            <p:cNvCxnSpPr>
              <a:cxnSpLocks/>
            </p:cNvCxnSpPr>
            <p:nvPr/>
          </p:nvCxnSpPr>
          <p:spPr>
            <a:xfrm rot="16200000" flipV="1">
              <a:off x="1806122" y="19669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7" name="Straight Arrow Connector 256">
              <a:extLst>
                <a:ext uri="{FF2B5EF4-FFF2-40B4-BE49-F238E27FC236}">
                  <a16:creationId xmlns:a16="http://schemas.microsoft.com/office/drawing/2014/main" id="{5C960DAB-7576-41DE-91BF-93767C394DE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8" name="Straight Arrow Connector 257">
              <a:extLst>
                <a:ext uri="{FF2B5EF4-FFF2-40B4-BE49-F238E27FC236}">
                  <a16:creationId xmlns:a16="http://schemas.microsoft.com/office/drawing/2014/main" id="{7EEEDC97-ACA7-4FAC-A842-F4841C135DD6}"/>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9" name="Straight Arrow Connector 258">
              <a:extLst>
                <a:ext uri="{FF2B5EF4-FFF2-40B4-BE49-F238E27FC236}">
                  <a16:creationId xmlns:a16="http://schemas.microsoft.com/office/drawing/2014/main" id="{962A0292-9F9F-435D-99E1-7D79EC4F2272}"/>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 name="Título 1">
            <a:extLst>
              <a:ext uri="{FF2B5EF4-FFF2-40B4-BE49-F238E27FC236}">
                <a16:creationId xmlns:a16="http://schemas.microsoft.com/office/drawing/2014/main" id="{D5503A07-0117-4081-A30C-D1624E0122FE}"/>
              </a:ext>
            </a:extLst>
          </p:cNvPr>
          <p:cNvSpPr>
            <a:spLocks noGrp="1"/>
          </p:cNvSpPr>
          <p:nvPr>
            <p:ph type="title"/>
          </p:nvPr>
        </p:nvSpPr>
        <p:spPr/>
        <p:txBody>
          <a:bodyPr/>
          <a:lstStyle/>
          <a:p>
            <a:r>
              <a:rPr lang="en-US" dirty="0"/>
              <a:t>Mesh Example – Edge 8</a:t>
            </a:r>
          </a:p>
        </p:txBody>
      </p:sp>
      <p:grpSp>
        <p:nvGrpSpPr>
          <p:cNvPr id="234" name="Group 233">
            <a:extLst>
              <a:ext uri="{FF2B5EF4-FFF2-40B4-BE49-F238E27FC236}">
                <a16:creationId xmlns:a16="http://schemas.microsoft.com/office/drawing/2014/main" id="{F7373373-5128-40BF-BC7C-67477999153F}"/>
              </a:ext>
            </a:extLst>
          </p:cNvPr>
          <p:cNvGrpSpPr/>
          <p:nvPr/>
        </p:nvGrpSpPr>
        <p:grpSpPr>
          <a:xfrm>
            <a:off x="2731060" y="747240"/>
            <a:ext cx="2325597" cy="1832347"/>
            <a:chOff x="318136" y="1316090"/>
            <a:chExt cx="1776224" cy="1399494"/>
          </a:xfrm>
        </p:grpSpPr>
        <p:sp>
          <p:nvSpPr>
            <p:cNvPr id="247" name="Rectangle 246">
              <a:extLst>
                <a:ext uri="{FF2B5EF4-FFF2-40B4-BE49-F238E27FC236}">
                  <a16:creationId xmlns:a16="http://schemas.microsoft.com/office/drawing/2014/main" id="{D45BF7AA-566D-466E-A2CE-54C10DF71D1A}"/>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48" name="Straight Arrow Connector 247">
              <a:extLst>
                <a:ext uri="{FF2B5EF4-FFF2-40B4-BE49-F238E27FC236}">
                  <a16:creationId xmlns:a16="http://schemas.microsoft.com/office/drawing/2014/main" id="{A44ED70F-1AE5-40BA-934F-F803D3CDE5F3}"/>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9" name="Straight Arrow Connector 248">
              <a:extLst>
                <a:ext uri="{FF2B5EF4-FFF2-40B4-BE49-F238E27FC236}">
                  <a16:creationId xmlns:a16="http://schemas.microsoft.com/office/drawing/2014/main" id="{7B762EFC-714F-4236-8963-00B77C457FF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0" name="Straight Arrow Connector 249">
              <a:extLst>
                <a:ext uri="{FF2B5EF4-FFF2-40B4-BE49-F238E27FC236}">
                  <a16:creationId xmlns:a16="http://schemas.microsoft.com/office/drawing/2014/main" id="{DBCEC684-5407-43F1-B0B6-BA7F5753A16A}"/>
                </a:ext>
              </a:extLst>
            </p:cNvPr>
            <p:cNvCxnSpPr>
              <a:cxnSpLocks/>
            </p:cNvCxnSpPr>
            <p:nvPr/>
          </p:nvCxnSpPr>
          <p:spPr>
            <a:xfrm rot="6000000" flipV="1">
              <a:off x="304380" y="196308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1" name="Straight Arrow Connector 250">
              <a:extLst>
                <a:ext uri="{FF2B5EF4-FFF2-40B4-BE49-F238E27FC236}">
                  <a16:creationId xmlns:a16="http://schemas.microsoft.com/office/drawing/2014/main" id="{BFE955E4-AC4D-4FA9-8DD0-7631C5985B45}"/>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35" name="Group 234">
            <a:extLst>
              <a:ext uri="{FF2B5EF4-FFF2-40B4-BE49-F238E27FC236}">
                <a16:creationId xmlns:a16="http://schemas.microsoft.com/office/drawing/2014/main" id="{60BDC115-0567-4C94-8188-43F0FA243DB4}"/>
              </a:ext>
            </a:extLst>
          </p:cNvPr>
          <p:cNvGrpSpPr/>
          <p:nvPr/>
        </p:nvGrpSpPr>
        <p:grpSpPr>
          <a:xfrm>
            <a:off x="2730699" y="2579587"/>
            <a:ext cx="2325597" cy="1832347"/>
            <a:chOff x="318136" y="1316090"/>
            <a:chExt cx="1776224" cy="1399494"/>
          </a:xfrm>
        </p:grpSpPr>
        <p:sp>
          <p:nvSpPr>
            <p:cNvPr id="242" name="Rectangle 241">
              <a:extLst>
                <a:ext uri="{FF2B5EF4-FFF2-40B4-BE49-F238E27FC236}">
                  <a16:creationId xmlns:a16="http://schemas.microsoft.com/office/drawing/2014/main" id="{A55BD290-DD98-4A88-AECD-679E6CEBC6C5}"/>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44" name="Straight Arrow Connector 243">
              <a:extLst>
                <a:ext uri="{FF2B5EF4-FFF2-40B4-BE49-F238E27FC236}">
                  <a16:creationId xmlns:a16="http://schemas.microsoft.com/office/drawing/2014/main" id="{4B582994-9247-430E-AA5B-3124734F530C}"/>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6" name="Straight Arrow Connector 245">
              <a:extLst>
                <a:ext uri="{FF2B5EF4-FFF2-40B4-BE49-F238E27FC236}">
                  <a16:creationId xmlns:a16="http://schemas.microsoft.com/office/drawing/2014/main" id="{3D4822F1-FD86-4865-9FEE-D31F7D8893EC}"/>
                </a:ext>
              </a:extLst>
            </p:cNvPr>
            <p:cNvCxnSpPr>
              <a:cxnSpLocks/>
            </p:cNvCxnSpPr>
            <p:nvPr/>
          </p:nvCxnSpPr>
          <p:spPr>
            <a:xfrm rot="10800000" flipV="1">
              <a:off x="974623" y="1362644"/>
              <a:ext cx="2863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5" name="Straight Arrow Connector 244">
              <a:extLst>
                <a:ext uri="{FF2B5EF4-FFF2-40B4-BE49-F238E27FC236}">
                  <a16:creationId xmlns:a16="http://schemas.microsoft.com/office/drawing/2014/main" id="{902A780F-47D6-4181-9248-1E030BC97FAB}"/>
                </a:ext>
              </a:extLst>
            </p:cNvPr>
            <p:cNvCxnSpPr>
              <a:cxnSpLocks/>
            </p:cNvCxnSpPr>
            <p:nvPr/>
          </p:nvCxnSpPr>
          <p:spPr>
            <a:xfrm rot="6420000" flipV="1">
              <a:off x="499935" y="1907509"/>
              <a:ext cx="27935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36" name="Group 235">
            <a:extLst>
              <a:ext uri="{FF2B5EF4-FFF2-40B4-BE49-F238E27FC236}">
                <a16:creationId xmlns:a16="http://schemas.microsoft.com/office/drawing/2014/main" id="{F0D814B7-1684-4AAB-8FD8-B5C2394F4DE9}"/>
              </a:ext>
            </a:extLst>
          </p:cNvPr>
          <p:cNvGrpSpPr/>
          <p:nvPr/>
        </p:nvGrpSpPr>
        <p:grpSpPr>
          <a:xfrm>
            <a:off x="2730699" y="4411934"/>
            <a:ext cx="2325597" cy="1832347"/>
            <a:chOff x="318136" y="1316090"/>
            <a:chExt cx="1776224" cy="1399494"/>
          </a:xfrm>
        </p:grpSpPr>
        <p:sp>
          <p:nvSpPr>
            <p:cNvPr id="237" name="Rectangle 236">
              <a:extLst>
                <a:ext uri="{FF2B5EF4-FFF2-40B4-BE49-F238E27FC236}">
                  <a16:creationId xmlns:a16="http://schemas.microsoft.com/office/drawing/2014/main" id="{A460903A-ADBE-4AE8-9634-74421E1E4421}"/>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39" name="Straight Arrow Connector 238">
              <a:extLst>
                <a:ext uri="{FF2B5EF4-FFF2-40B4-BE49-F238E27FC236}">
                  <a16:creationId xmlns:a16="http://schemas.microsoft.com/office/drawing/2014/main" id="{65198430-3E18-406C-8B8C-777D03F28335}"/>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0" name="Straight Arrow Connector 239">
              <a:extLst>
                <a:ext uri="{FF2B5EF4-FFF2-40B4-BE49-F238E27FC236}">
                  <a16:creationId xmlns:a16="http://schemas.microsoft.com/office/drawing/2014/main" id="{46E2307C-2A7F-45FA-87E7-07959D55C615}"/>
                </a:ext>
              </a:extLst>
            </p:cNvPr>
            <p:cNvCxnSpPr>
              <a:cxnSpLocks/>
            </p:cNvCxnSpPr>
            <p:nvPr/>
          </p:nvCxnSpPr>
          <p:spPr>
            <a:xfrm rot="5400000" flipV="1">
              <a:off x="1747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1" name="Straight Arrow Connector 240">
              <a:extLst>
                <a:ext uri="{FF2B5EF4-FFF2-40B4-BE49-F238E27FC236}">
                  <a16:creationId xmlns:a16="http://schemas.microsoft.com/office/drawing/2014/main" id="{D96B0CD2-81A0-48F7-809D-5ADB6F2EB233}"/>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2" name="Group 201">
            <a:extLst>
              <a:ext uri="{FF2B5EF4-FFF2-40B4-BE49-F238E27FC236}">
                <a16:creationId xmlns:a16="http://schemas.microsoft.com/office/drawing/2014/main" id="{1FED2BCD-D4E8-455B-9353-9E7E8A0EA52D}"/>
              </a:ext>
            </a:extLst>
          </p:cNvPr>
          <p:cNvGrpSpPr/>
          <p:nvPr/>
        </p:nvGrpSpPr>
        <p:grpSpPr>
          <a:xfrm>
            <a:off x="5056295" y="747240"/>
            <a:ext cx="2325596" cy="1832347"/>
            <a:chOff x="318136" y="1316090"/>
            <a:chExt cx="1776224" cy="1399494"/>
          </a:xfrm>
        </p:grpSpPr>
        <p:sp>
          <p:nvSpPr>
            <p:cNvPr id="229" name="Rectangle 228">
              <a:extLst>
                <a:ext uri="{FF2B5EF4-FFF2-40B4-BE49-F238E27FC236}">
                  <a16:creationId xmlns:a16="http://schemas.microsoft.com/office/drawing/2014/main" id="{8062F188-9BE3-40CF-BAFD-CAFFAA11E452}"/>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30" name="Straight Arrow Connector 229">
              <a:extLst>
                <a:ext uri="{FF2B5EF4-FFF2-40B4-BE49-F238E27FC236}">
                  <a16:creationId xmlns:a16="http://schemas.microsoft.com/office/drawing/2014/main" id="{AECCFD08-25A0-4B03-BDFA-20BA8FF313FC}"/>
                </a:ext>
              </a:extLst>
            </p:cNvPr>
            <p:cNvCxnSpPr>
              <a:cxnSpLocks/>
            </p:cNvCxnSpPr>
            <p:nvPr/>
          </p:nvCxnSpPr>
          <p:spPr>
            <a:xfrm rot="16200000" flipV="1">
              <a:off x="1820678"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1" name="Straight Arrow Connector 230">
              <a:extLst>
                <a:ext uri="{FF2B5EF4-FFF2-40B4-BE49-F238E27FC236}">
                  <a16:creationId xmlns:a16="http://schemas.microsoft.com/office/drawing/2014/main" id="{0DA57120-F429-4DEB-938E-5891BD3AB37A}"/>
                </a:ext>
              </a:extLst>
            </p:cNvPr>
            <p:cNvCxnSpPr>
              <a:cxnSpLocks/>
            </p:cNvCxnSpPr>
            <p:nvPr/>
          </p:nvCxnSpPr>
          <p:spPr>
            <a:xfrm flipV="1">
              <a:off x="990195" y="246878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2" name="Straight Arrow Connector 231">
              <a:extLst>
                <a:ext uri="{FF2B5EF4-FFF2-40B4-BE49-F238E27FC236}">
                  <a16:creationId xmlns:a16="http://schemas.microsoft.com/office/drawing/2014/main" id="{B009FEAE-5938-441C-8B45-BB35D02B5936}"/>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3" name="Straight Arrow Connector 232">
              <a:extLst>
                <a:ext uri="{FF2B5EF4-FFF2-40B4-BE49-F238E27FC236}">
                  <a16:creationId xmlns:a16="http://schemas.microsoft.com/office/drawing/2014/main" id="{6C37DEE2-659F-4F10-B9B0-3D74816AB67D}"/>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3" name="Group 202">
            <a:extLst>
              <a:ext uri="{FF2B5EF4-FFF2-40B4-BE49-F238E27FC236}">
                <a16:creationId xmlns:a16="http://schemas.microsoft.com/office/drawing/2014/main" id="{BFB941BD-1D2C-46FE-8DEF-5C3E07E24822}"/>
              </a:ext>
            </a:extLst>
          </p:cNvPr>
          <p:cNvGrpSpPr/>
          <p:nvPr/>
        </p:nvGrpSpPr>
        <p:grpSpPr>
          <a:xfrm>
            <a:off x="5055934" y="2579587"/>
            <a:ext cx="2325596" cy="1832347"/>
            <a:chOff x="318136" y="1316090"/>
            <a:chExt cx="1776224" cy="1399494"/>
          </a:xfrm>
        </p:grpSpPr>
        <p:sp>
          <p:nvSpPr>
            <p:cNvPr id="224" name="Rectangle 223">
              <a:extLst>
                <a:ext uri="{FF2B5EF4-FFF2-40B4-BE49-F238E27FC236}">
                  <a16:creationId xmlns:a16="http://schemas.microsoft.com/office/drawing/2014/main" id="{623EBB0C-A58E-4601-B1A7-48655AB8B6F6}"/>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25" name="Straight Arrow Connector 224">
              <a:extLst>
                <a:ext uri="{FF2B5EF4-FFF2-40B4-BE49-F238E27FC236}">
                  <a16:creationId xmlns:a16="http://schemas.microsoft.com/office/drawing/2014/main" id="{AF7D7B31-F9B6-4A27-ADBE-BBC2C64079F8}"/>
                </a:ext>
              </a:extLst>
            </p:cNvPr>
            <p:cNvCxnSpPr>
              <a:cxnSpLocks/>
            </p:cNvCxnSpPr>
            <p:nvPr/>
          </p:nvCxnSpPr>
          <p:spPr>
            <a:xfrm rot="16200000" flipV="1">
              <a:off x="1820667" y="201088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6" name="Straight Arrow Connector 225">
              <a:extLst>
                <a:ext uri="{FF2B5EF4-FFF2-40B4-BE49-F238E27FC236}">
                  <a16:creationId xmlns:a16="http://schemas.microsoft.com/office/drawing/2014/main" id="{1BC8CB39-5C2E-4BD9-AEF5-84CAECEDD1FB}"/>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8" name="Straight Arrow Connector 227">
              <a:extLst>
                <a:ext uri="{FF2B5EF4-FFF2-40B4-BE49-F238E27FC236}">
                  <a16:creationId xmlns:a16="http://schemas.microsoft.com/office/drawing/2014/main" id="{54F98CCC-B28F-4ED5-A2B4-D2E5C46355CB}"/>
                </a:ext>
              </a:extLst>
            </p:cNvPr>
            <p:cNvCxnSpPr>
              <a:cxnSpLocks/>
            </p:cNvCxnSpPr>
            <p:nvPr/>
          </p:nvCxnSpPr>
          <p:spPr>
            <a:xfrm rot="10800000" flipV="1">
              <a:off x="990195" y="153769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4" name="Group 203">
            <a:extLst>
              <a:ext uri="{FF2B5EF4-FFF2-40B4-BE49-F238E27FC236}">
                <a16:creationId xmlns:a16="http://schemas.microsoft.com/office/drawing/2014/main" id="{55506D04-7782-418C-AC99-5FB405335414}"/>
              </a:ext>
            </a:extLst>
          </p:cNvPr>
          <p:cNvGrpSpPr/>
          <p:nvPr/>
        </p:nvGrpSpPr>
        <p:grpSpPr>
          <a:xfrm>
            <a:off x="5055934" y="4411934"/>
            <a:ext cx="2325596" cy="1832347"/>
            <a:chOff x="318136" y="1316090"/>
            <a:chExt cx="1776224" cy="1399494"/>
          </a:xfrm>
        </p:grpSpPr>
        <p:sp>
          <p:nvSpPr>
            <p:cNvPr id="219" name="Rectangle 218">
              <a:extLst>
                <a:ext uri="{FF2B5EF4-FFF2-40B4-BE49-F238E27FC236}">
                  <a16:creationId xmlns:a16="http://schemas.microsoft.com/office/drawing/2014/main" id="{056883D2-AE14-41D7-92E9-A43358CF3C34}"/>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20" name="Straight Arrow Connector 219">
              <a:extLst>
                <a:ext uri="{FF2B5EF4-FFF2-40B4-BE49-F238E27FC236}">
                  <a16:creationId xmlns:a16="http://schemas.microsoft.com/office/drawing/2014/main" id="{6668B10C-D061-47E8-9076-42FCD480CD97}"/>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1" name="Straight Arrow Connector 220">
              <a:extLst>
                <a:ext uri="{FF2B5EF4-FFF2-40B4-BE49-F238E27FC236}">
                  <a16:creationId xmlns:a16="http://schemas.microsoft.com/office/drawing/2014/main" id="{B01960BF-C5CF-421D-81DC-3B08440D9FB7}"/>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3" name="Straight Arrow Connector 222">
              <a:extLst>
                <a:ext uri="{FF2B5EF4-FFF2-40B4-BE49-F238E27FC236}">
                  <a16:creationId xmlns:a16="http://schemas.microsoft.com/office/drawing/2014/main" id="{97B2D6FA-CFFD-4FE9-B230-5E2A3FEBD5B2}"/>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5" name="Group 204">
            <a:extLst>
              <a:ext uri="{FF2B5EF4-FFF2-40B4-BE49-F238E27FC236}">
                <a16:creationId xmlns:a16="http://schemas.microsoft.com/office/drawing/2014/main" id="{113A97E4-1B9B-4884-BB1D-1A0CAF96BA58}"/>
              </a:ext>
            </a:extLst>
          </p:cNvPr>
          <p:cNvGrpSpPr/>
          <p:nvPr/>
        </p:nvGrpSpPr>
        <p:grpSpPr>
          <a:xfrm>
            <a:off x="7868859" y="743306"/>
            <a:ext cx="1841693" cy="1836281"/>
            <a:chOff x="321580" y="1316090"/>
            <a:chExt cx="1776224" cy="1399494"/>
          </a:xfrm>
        </p:grpSpPr>
        <p:sp>
          <p:nvSpPr>
            <p:cNvPr id="214" name="Rectangle 213">
              <a:extLst>
                <a:ext uri="{FF2B5EF4-FFF2-40B4-BE49-F238E27FC236}">
                  <a16:creationId xmlns:a16="http://schemas.microsoft.com/office/drawing/2014/main" id="{C0C77131-5AB4-4F13-A30C-6BB1B3200A48}"/>
                </a:ext>
              </a:extLst>
            </p:cNvPr>
            <p:cNvSpPr/>
            <p:nvPr/>
          </p:nvSpPr>
          <p:spPr>
            <a:xfrm rot="5400000">
              <a:off x="509945"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15" name="Straight Arrow Connector 214">
              <a:extLst>
                <a:ext uri="{FF2B5EF4-FFF2-40B4-BE49-F238E27FC236}">
                  <a16:creationId xmlns:a16="http://schemas.microsoft.com/office/drawing/2014/main" id="{8E281038-E96E-491B-8204-4E19E55989E1}"/>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6" name="Straight Arrow Connector 215">
              <a:extLst>
                <a:ext uri="{FF2B5EF4-FFF2-40B4-BE49-F238E27FC236}">
                  <a16:creationId xmlns:a16="http://schemas.microsoft.com/office/drawing/2014/main" id="{4E45AA5B-C60D-49E6-86C4-E1401994E18D}"/>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7" name="Straight Arrow Connector 216">
              <a:extLst>
                <a:ext uri="{FF2B5EF4-FFF2-40B4-BE49-F238E27FC236}">
                  <a16:creationId xmlns:a16="http://schemas.microsoft.com/office/drawing/2014/main" id="{A2F57384-A8EC-4598-ADAD-F96D9D69CFE2}"/>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8" name="Straight Arrow Connector 217">
              <a:extLst>
                <a:ext uri="{FF2B5EF4-FFF2-40B4-BE49-F238E27FC236}">
                  <a16:creationId xmlns:a16="http://schemas.microsoft.com/office/drawing/2014/main" id="{8D6230D9-0781-4424-97B2-69236B2BCB80}"/>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6" name="Group 205">
            <a:extLst>
              <a:ext uri="{FF2B5EF4-FFF2-40B4-BE49-F238E27FC236}">
                <a16:creationId xmlns:a16="http://schemas.microsoft.com/office/drawing/2014/main" id="{AD6B3106-B749-467C-B87B-D650AEA914DF}"/>
              </a:ext>
            </a:extLst>
          </p:cNvPr>
          <p:cNvGrpSpPr/>
          <p:nvPr/>
        </p:nvGrpSpPr>
        <p:grpSpPr>
          <a:xfrm>
            <a:off x="7868859" y="2575653"/>
            <a:ext cx="1841695" cy="1836281"/>
            <a:chOff x="321856" y="1316090"/>
            <a:chExt cx="1776224" cy="1399494"/>
          </a:xfrm>
        </p:grpSpPr>
        <p:sp>
          <p:nvSpPr>
            <p:cNvPr id="207" name="Rectangle 206">
              <a:extLst>
                <a:ext uri="{FF2B5EF4-FFF2-40B4-BE49-F238E27FC236}">
                  <a16:creationId xmlns:a16="http://schemas.microsoft.com/office/drawing/2014/main" id="{1678FADC-7F3B-49A6-98C4-4D3548E84F43}"/>
                </a:ext>
              </a:extLst>
            </p:cNvPr>
            <p:cNvSpPr/>
            <p:nvPr/>
          </p:nvSpPr>
          <p:spPr>
            <a:xfrm rot="5400000">
              <a:off x="51022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08" name="Straight Arrow Connector 207">
              <a:extLst>
                <a:ext uri="{FF2B5EF4-FFF2-40B4-BE49-F238E27FC236}">
                  <a16:creationId xmlns:a16="http://schemas.microsoft.com/office/drawing/2014/main" id="{A3E4A723-5F98-4CEF-A925-7E3485761F07}"/>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9" name="Straight Arrow Connector 208">
              <a:extLst>
                <a:ext uri="{FF2B5EF4-FFF2-40B4-BE49-F238E27FC236}">
                  <a16:creationId xmlns:a16="http://schemas.microsoft.com/office/drawing/2014/main" id="{8AA12322-40C1-47F9-B7BE-3EF5FE9A6E1E}"/>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1" name="Straight Arrow Connector 210">
              <a:extLst>
                <a:ext uri="{FF2B5EF4-FFF2-40B4-BE49-F238E27FC236}">
                  <a16:creationId xmlns:a16="http://schemas.microsoft.com/office/drawing/2014/main" id="{AADCD4C8-FCC5-46BF-BF1A-B6D6AC5E7A25}"/>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2" name="Straight Arrow Connector 211">
              <a:extLst>
                <a:ext uri="{FF2B5EF4-FFF2-40B4-BE49-F238E27FC236}">
                  <a16:creationId xmlns:a16="http://schemas.microsoft.com/office/drawing/2014/main" id="{27243F2A-86A6-4D95-92FB-ACB943D6E06E}"/>
                </a:ext>
              </a:extLst>
            </p:cNvPr>
            <p:cNvCxnSpPr>
              <a:cxnSpLocks/>
            </p:cNvCxnSpPr>
            <p:nvPr/>
          </p:nvCxnSpPr>
          <p:spPr>
            <a:xfrm rot="13380000" flipV="1">
              <a:off x="905204" y="201839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3" name="Straight Arrow Connector 212">
              <a:extLst>
                <a:ext uri="{FF2B5EF4-FFF2-40B4-BE49-F238E27FC236}">
                  <a16:creationId xmlns:a16="http://schemas.microsoft.com/office/drawing/2014/main" id="{FAD53B5E-A0E7-4F09-898F-0218D9DD5014}"/>
                </a:ext>
              </a:extLst>
            </p:cNvPr>
            <p:cNvCxnSpPr>
              <a:cxnSpLocks/>
            </p:cNvCxnSpPr>
            <p:nvPr/>
          </p:nvCxnSpPr>
          <p:spPr>
            <a:xfrm rot="2520000" flipV="1">
              <a:off x="987275" y="19408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cxnSp>
        <p:nvCxnSpPr>
          <p:cNvPr id="270" name="Straight Connector 269">
            <a:extLst>
              <a:ext uri="{FF2B5EF4-FFF2-40B4-BE49-F238E27FC236}">
                <a16:creationId xmlns:a16="http://schemas.microsoft.com/office/drawing/2014/main" id="{4334DD71-E463-478A-ABA7-9A5AFA94D68C}"/>
              </a:ext>
            </a:extLst>
          </p:cNvPr>
          <p:cNvCxnSpPr>
            <a:cxnSpLocks/>
          </p:cNvCxnSpPr>
          <p:nvPr/>
        </p:nvCxnSpPr>
        <p:spPr>
          <a:xfrm>
            <a:off x="7863987" y="2575652"/>
            <a:ext cx="1842057" cy="1836282"/>
          </a:xfrm>
          <a:prstGeom prst="line">
            <a:avLst/>
          </a:prstGeom>
          <a:ln w="19050"/>
        </p:spPr>
        <p:style>
          <a:lnRef idx="1">
            <a:schemeClr val="dk1"/>
          </a:lnRef>
          <a:fillRef idx="0">
            <a:schemeClr val="dk1"/>
          </a:fillRef>
          <a:effectRef idx="0">
            <a:schemeClr val="dk1"/>
          </a:effectRef>
          <a:fontRef idx="minor">
            <a:schemeClr val="tx1"/>
          </a:fontRef>
        </p:style>
      </p:cxnSp>
      <p:cxnSp>
        <p:nvCxnSpPr>
          <p:cNvPr id="271" name="Straight Connector 270">
            <a:extLst>
              <a:ext uri="{FF2B5EF4-FFF2-40B4-BE49-F238E27FC236}">
                <a16:creationId xmlns:a16="http://schemas.microsoft.com/office/drawing/2014/main" id="{FF2FCAAA-7996-4B03-8DD5-8487CFC4BDF1}"/>
              </a:ext>
            </a:extLst>
          </p:cNvPr>
          <p:cNvCxnSpPr>
            <a:cxnSpLocks/>
          </p:cNvCxnSpPr>
          <p:nvPr/>
        </p:nvCxnSpPr>
        <p:spPr>
          <a:xfrm flipH="1">
            <a:off x="7865830" y="747240"/>
            <a:ext cx="1839852" cy="1827645"/>
          </a:xfrm>
          <a:prstGeom prst="line">
            <a:avLst/>
          </a:prstGeom>
          <a:ln w="19050"/>
        </p:spPr>
        <p:style>
          <a:lnRef idx="1">
            <a:schemeClr val="dk1"/>
          </a:lnRef>
          <a:fillRef idx="0">
            <a:schemeClr val="dk1"/>
          </a:fillRef>
          <a:effectRef idx="0">
            <a:schemeClr val="dk1"/>
          </a:effectRef>
          <a:fontRef idx="minor">
            <a:schemeClr val="tx1"/>
          </a:fontRef>
        </p:style>
      </p:cxnSp>
      <p:cxnSp>
        <p:nvCxnSpPr>
          <p:cNvPr id="272" name="Straight Connector 271">
            <a:extLst>
              <a:ext uri="{FF2B5EF4-FFF2-40B4-BE49-F238E27FC236}">
                <a16:creationId xmlns:a16="http://schemas.microsoft.com/office/drawing/2014/main" id="{45518EAD-433B-4D30-86D2-970AA7C8987B}"/>
              </a:ext>
            </a:extLst>
          </p:cNvPr>
          <p:cNvCxnSpPr>
            <a:cxnSpLocks/>
          </p:cNvCxnSpPr>
          <p:nvPr/>
        </p:nvCxnSpPr>
        <p:spPr>
          <a:xfrm>
            <a:off x="417944" y="2579587"/>
            <a:ext cx="928773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3074EE5F-DA69-449F-A09A-8107C8B3EFCA}"/>
              </a:ext>
            </a:extLst>
          </p:cNvPr>
          <p:cNvCxnSpPr>
            <a:cxnSpLocks/>
          </p:cNvCxnSpPr>
          <p:nvPr/>
        </p:nvCxnSpPr>
        <p:spPr>
          <a:xfrm flipH="1">
            <a:off x="7859477" y="747240"/>
            <a:ext cx="1846206" cy="1834156"/>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cxnSp>
        <p:nvCxnSpPr>
          <p:cNvPr id="276" name="Straight Connector 275">
            <a:extLst>
              <a:ext uri="{FF2B5EF4-FFF2-40B4-BE49-F238E27FC236}">
                <a16:creationId xmlns:a16="http://schemas.microsoft.com/office/drawing/2014/main" id="{E1E30BB6-810A-49DF-80A7-7D3519084021}"/>
              </a:ext>
            </a:extLst>
          </p:cNvPr>
          <p:cNvCxnSpPr>
            <a:cxnSpLocks/>
          </p:cNvCxnSpPr>
          <p:nvPr/>
        </p:nvCxnSpPr>
        <p:spPr>
          <a:xfrm>
            <a:off x="7863987" y="2575653"/>
            <a:ext cx="1841695" cy="183628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86" name="TextBox 285">
            <a:extLst>
              <a:ext uri="{FF2B5EF4-FFF2-40B4-BE49-F238E27FC236}">
                <a16:creationId xmlns:a16="http://schemas.microsoft.com/office/drawing/2014/main" id="{0BE3AE39-106D-4A43-B3D1-FDC608F90FF7}"/>
              </a:ext>
            </a:extLst>
          </p:cNvPr>
          <p:cNvSpPr txBox="1"/>
          <p:nvPr/>
        </p:nvSpPr>
        <p:spPr>
          <a:xfrm>
            <a:off x="2091500" y="2240703"/>
            <a:ext cx="394995" cy="483564"/>
          </a:xfrm>
          <a:prstGeom prst="rect">
            <a:avLst/>
          </a:prstGeom>
          <a:noFill/>
        </p:spPr>
        <p:txBody>
          <a:bodyPr wrap="none" rtlCol="0">
            <a:spAutoFit/>
          </a:bodyPr>
          <a:lstStyle/>
          <a:p>
            <a:r>
              <a:rPr lang="en-US" dirty="0">
                <a:solidFill>
                  <a:srgbClr val="FF0000"/>
                </a:solidFill>
              </a:rPr>
              <a:t>9</a:t>
            </a:r>
          </a:p>
        </p:txBody>
      </p:sp>
      <p:sp>
        <p:nvSpPr>
          <p:cNvPr id="287" name="TextBox 286">
            <a:extLst>
              <a:ext uri="{FF2B5EF4-FFF2-40B4-BE49-F238E27FC236}">
                <a16:creationId xmlns:a16="http://schemas.microsoft.com/office/drawing/2014/main" id="{2335C42D-1307-43A0-9C41-D2DCA3DD9390}"/>
              </a:ext>
            </a:extLst>
          </p:cNvPr>
          <p:cNvSpPr txBox="1"/>
          <p:nvPr/>
        </p:nvSpPr>
        <p:spPr>
          <a:xfrm>
            <a:off x="9089051" y="2235825"/>
            <a:ext cx="548206" cy="483564"/>
          </a:xfrm>
          <a:prstGeom prst="rect">
            <a:avLst/>
          </a:prstGeom>
          <a:noFill/>
        </p:spPr>
        <p:txBody>
          <a:bodyPr wrap="none" rtlCol="0">
            <a:spAutoFit/>
          </a:bodyPr>
          <a:lstStyle/>
          <a:p>
            <a:r>
              <a:rPr lang="en-US" dirty="0">
                <a:solidFill>
                  <a:srgbClr val="FF0000"/>
                </a:solidFill>
              </a:rPr>
              <a:t>10</a:t>
            </a:r>
          </a:p>
        </p:txBody>
      </p:sp>
      <p:sp>
        <p:nvSpPr>
          <p:cNvPr id="288" name="TextBox 287">
            <a:extLst>
              <a:ext uri="{FF2B5EF4-FFF2-40B4-BE49-F238E27FC236}">
                <a16:creationId xmlns:a16="http://schemas.microsoft.com/office/drawing/2014/main" id="{B0127BF5-9E71-434E-BFEA-92B1F11F419B}"/>
              </a:ext>
            </a:extLst>
          </p:cNvPr>
          <p:cNvSpPr txBox="1"/>
          <p:nvPr/>
        </p:nvSpPr>
        <p:spPr>
          <a:xfrm>
            <a:off x="9163832" y="3696535"/>
            <a:ext cx="548206" cy="483564"/>
          </a:xfrm>
          <a:prstGeom prst="rect">
            <a:avLst/>
          </a:prstGeom>
          <a:noFill/>
        </p:spPr>
        <p:txBody>
          <a:bodyPr wrap="none" rtlCol="0">
            <a:spAutoFit/>
          </a:bodyPr>
          <a:lstStyle/>
          <a:p>
            <a:r>
              <a:rPr lang="en-US" dirty="0">
                <a:solidFill>
                  <a:srgbClr val="FF0000"/>
                </a:solidFill>
              </a:rPr>
              <a:t>11</a:t>
            </a:r>
          </a:p>
        </p:txBody>
      </p:sp>
      <p:sp>
        <p:nvSpPr>
          <p:cNvPr id="289" name="TextBox 288">
            <a:extLst>
              <a:ext uri="{FF2B5EF4-FFF2-40B4-BE49-F238E27FC236}">
                <a16:creationId xmlns:a16="http://schemas.microsoft.com/office/drawing/2014/main" id="{24581527-E833-4F7A-B3EE-3288FAB5F615}"/>
              </a:ext>
            </a:extLst>
          </p:cNvPr>
          <p:cNvSpPr txBox="1"/>
          <p:nvPr/>
        </p:nvSpPr>
        <p:spPr>
          <a:xfrm>
            <a:off x="8981827" y="791025"/>
            <a:ext cx="548206" cy="483564"/>
          </a:xfrm>
          <a:prstGeom prst="rect">
            <a:avLst/>
          </a:prstGeom>
          <a:noFill/>
        </p:spPr>
        <p:txBody>
          <a:bodyPr wrap="none" rtlCol="0">
            <a:spAutoFit/>
          </a:bodyPr>
          <a:lstStyle/>
          <a:p>
            <a:r>
              <a:rPr lang="en-US" dirty="0">
                <a:solidFill>
                  <a:srgbClr val="FF0000"/>
                </a:solidFill>
              </a:rPr>
              <a:t>12</a:t>
            </a:r>
          </a:p>
        </p:txBody>
      </p:sp>
      <p:cxnSp>
        <p:nvCxnSpPr>
          <p:cNvPr id="290" name="Straight Arrow Connector 289">
            <a:extLst>
              <a:ext uri="{FF2B5EF4-FFF2-40B4-BE49-F238E27FC236}">
                <a16:creationId xmlns:a16="http://schemas.microsoft.com/office/drawing/2014/main" id="{55C17A50-C856-4DEA-A8D4-C1B4076FDFD0}"/>
              </a:ext>
            </a:extLst>
          </p:cNvPr>
          <p:cNvCxnSpPr>
            <a:cxnSpLocks/>
          </p:cNvCxnSpPr>
          <p:nvPr/>
        </p:nvCxnSpPr>
        <p:spPr>
          <a:xfrm rot="8100000" flipV="1">
            <a:off x="8400464" y="184713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1" name="Straight Arrow Connector 290">
            <a:extLst>
              <a:ext uri="{FF2B5EF4-FFF2-40B4-BE49-F238E27FC236}">
                <a16:creationId xmlns:a16="http://schemas.microsoft.com/office/drawing/2014/main" id="{C66BA0EC-7817-4849-B3EA-67F8BC789B5F}"/>
              </a:ext>
            </a:extLst>
          </p:cNvPr>
          <p:cNvCxnSpPr>
            <a:cxnSpLocks/>
          </p:cNvCxnSpPr>
          <p:nvPr/>
        </p:nvCxnSpPr>
        <p:spPr>
          <a:xfrm rot="18900000" flipV="1">
            <a:off x="8307329" y="1720558"/>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3" name="Oval 292">
            <a:extLst>
              <a:ext uri="{FF2B5EF4-FFF2-40B4-BE49-F238E27FC236}">
                <a16:creationId xmlns:a16="http://schemas.microsoft.com/office/drawing/2014/main" id="{0D654E35-13F6-4427-8485-0D92293A1AB4}"/>
              </a:ext>
            </a:extLst>
          </p:cNvPr>
          <p:cNvSpPr/>
          <p:nvPr/>
        </p:nvSpPr>
        <p:spPr>
          <a:xfrm>
            <a:off x="229402" y="605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294" name="Oval 293">
            <a:extLst>
              <a:ext uri="{FF2B5EF4-FFF2-40B4-BE49-F238E27FC236}">
                <a16:creationId xmlns:a16="http://schemas.microsoft.com/office/drawing/2014/main" id="{607B11A5-EAE0-49A3-AADF-8535D706D5E2}"/>
              </a:ext>
            </a:extLst>
          </p:cNvPr>
          <p:cNvSpPr/>
          <p:nvPr/>
        </p:nvSpPr>
        <p:spPr>
          <a:xfrm>
            <a:off x="2565414" y="606741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296" name="Oval 295">
            <a:extLst>
              <a:ext uri="{FF2B5EF4-FFF2-40B4-BE49-F238E27FC236}">
                <a16:creationId xmlns:a16="http://schemas.microsoft.com/office/drawing/2014/main" id="{E97EB18D-FAEC-405D-BFD1-C5F02588E5A4}"/>
              </a:ext>
            </a:extLst>
          </p:cNvPr>
          <p:cNvSpPr/>
          <p:nvPr/>
        </p:nvSpPr>
        <p:spPr>
          <a:xfrm>
            <a:off x="7205470" y="605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297" name="Oval 296">
            <a:extLst>
              <a:ext uri="{FF2B5EF4-FFF2-40B4-BE49-F238E27FC236}">
                <a16:creationId xmlns:a16="http://schemas.microsoft.com/office/drawing/2014/main" id="{70D668ED-BDF2-4917-86BC-B9E90DF3DFD0}"/>
              </a:ext>
            </a:extLst>
          </p:cNvPr>
          <p:cNvSpPr/>
          <p:nvPr/>
        </p:nvSpPr>
        <p:spPr>
          <a:xfrm>
            <a:off x="227183" y="4235873"/>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sp>
        <p:nvSpPr>
          <p:cNvPr id="301" name="Oval 300">
            <a:extLst>
              <a:ext uri="{FF2B5EF4-FFF2-40B4-BE49-F238E27FC236}">
                <a16:creationId xmlns:a16="http://schemas.microsoft.com/office/drawing/2014/main" id="{BD03B9AE-6261-492E-8508-FA9AE486F270}"/>
              </a:ext>
            </a:extLst>
          </p:cNvPr>
          <p:cNvSpPr/>
          <p:nvPr/>
        </p:nvSpPr>
        <p:spPr>
          <a:xfrm>
            <a:off x="9535977" y="4233748"/>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I</a:t>
            </a:r>
            <a:endParaRPr lang="en-US" dirty="0"/>
          </a:p>
        </p:txBody>
      </p:sp>
      <p:sp>
        <p:nvSpPr>
          <p:cNvPr id="302" name="Oval 301">
            <a:extLst>
              <a:ext uri="{FF2B5EF4-FFF2-40B4-BE49-F238E27FC236}">
                <a16:creationId xmlns:a16="http://schemas.microsoft.com/office/drawing/2014/main" id="{8219E6CA-0701-46C4-9495-F0DAC3BE6D5C}"/>
              </a:ext>
            </a:extLst>
          </p:cNvPr>
          <p:cNvSpPr/>
          <p:nvPr/>
        </p:nvSpPr>
        <p:spPr>
          <a:xfrm>
            <a:off x="227183" y="2410794"/>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J</a:t>
            </a:r>
            <a:endParaRPr lang="en-US" dirty="0"/>
          </a:p>
        </p:txBody>
      </p:sp>
      <p:sp>
        <p:nvSpPr>
          <p:cNvPr id="306" name="Oval 305">
            <a:extLst>
              <a:ext uri="{FF2B5EF4-FFF2-40B4-BE49-F238E27FC236}">
                <a16:creationId xmlns:a16="http://schemas.microsoft.com/office/drawing/2014/main" id="{91BE7614-ABEE-4C51-A742-71FFD52B95A5}"/>
              </a:ext>
            </a:extLst>
          </p:cNvPr>
          <p:cNvSpPr/>
          <p:nvPr/>
        </p:nvSpPr>
        <p:spPr>
          <a:xfrm>
            <a:off x="9533403" y="2409704"/>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N</a:t>
            </a:r>
            <a:endParaRPr lang="en-US" dirty="0"/>
          </a:p>
        </p:txBody>
      </p:sp>
      <p:sp>
        <p:nvSpPr>
          <p:cNvPr id="307" name="Oval 306">
            <a:extLst>
              <a:ext uri="{FF2B5EF4-FFF2-40B4-BE49-F238E27FC236}">
                <a16:creationId xmlns:a16="http://schemas.microsoft.com/office/drawing/2014/main" id="{263F7E91-7613-4A0A-BF02-B5093EA16EE5}"/>
              </a:ext>
            </a:extLst>
          </p:cNvPr>
          <p:cNvSpPr/>
          <p:nvPr/>
        </p:nvSpPr>
        <p:spPr>
          <a:xfrm>
            <a:off x="227183" y="577930"/>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P</a:t>
            </a:r>
            <a:endParaRPr lang="en-US" dirty="0"/>
          </a:p>
        </p:txBody>
      </p:sp>
      <p:sp>
        <p:nvSpPr>
          <p:cNvPr id="309" name="Oval 308">
            <a:extLst>
              <a:ext uri="{FF2B5EF4-FFF2-40B4-BE49-F238E27FC236}">
                <a16:creationId xmlns:a16="http://schemas.microsoft.com/office/drawing/2014/main" id="{8EFD28D6-F8A2-4A21-97B7-E16C35904818}"/>
              </a:ext>
            </a:extLst>
          </p:cNvPr>
          <p:cNvSpPr/>
          <p:nvPr/>
        </p:nvSpPr>
        <p:spPr>
          <a:xfrm>
            <a:off x="4883176" y="572998"/>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R</a:t>
            </a:r>
            <a:endParaRPr lang="en-US" dirty="0"/>
          </a:p>
        </p:txBody>
      </p:sp>
      <p:sp>
        <p:nvSpPr>
          <p:cNvPr id="311" name="Oval 310">
            <a:extLst>
              <a:ext uri="{FF2B5EF4-FFF2-40B4-BE49-F238E27FC236}">
                <a16:creationId xmlns:a16="http://schemas.microsoft.com/office/drawing/2014/main" id="{8E53C076-C635-4633-8B12-F48E65DBEDD5}"/>
              </a:ext>
            </a:extLst>
          </p:cNvPr>
          <p:cNvSpPr/>
          <p:nvPr/>
        </p:nvSpPr>
        <p:spPr>
          <a:xfrm>
            <a:off x="9545597" y="57497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T</a:t>
            </a:r>
            <a:endParaRPr lang="en-US" dirty="0"/>
          </a:p>
        </p:txBody>
      </p:sp>
      <p:sp>
        <p:nvSpPr>
          <p:cNvPr id="121" name="TextBox 120">
            <a:extLst>
              <a:ext uri="{FF2B5EF4-FFF2-40B4-BE49-F238E27FC236}">
                <a16:creationId xmlns:a16="http://schemas.microsoft.com/office/drawing/2014/main" id="{F38C266C-0EEA-4DE5-9318-4D834978FAE0}"/>
              </a:ext>
            </a:extLst>
          </p:cNvPr>
          <p:cNvSpPr txBox="1"/>
          <p:nvPr/>
        </p:nvSpPr>
        <p:spPr>
          <a:xfrm>
            <a:off x="10156652" y="1683206"/>
            <a:ext cx="4378498" cy="923330"/>
          </a:xfrm>
          <a:prstGeom prst="rect">
            <a:avLst/>
          </a:prstGeom>
          <a:ln w="19050">
            <a:solidFill>
              <a:schemeClr val="tx1"/>
            </a:solidFill>
          </a:ln>
        </p:spPr>
        <p:style>
          <a:lnRef idx="1">
            <a:schemeClr val="accent1"/>
          </a:lnRef>
          <a:fillRef idx="3">
            <a:schemeClr val="accent1"/>
          </a:fillRef>
          <a:effectRef idx="2">
            <a:schemeClr val="accent1"/>
          </a:effectRef>
          <a:fontRef idx="minor">
            <a:schemeClr val="lt1"/>
          </a:fontRef>
        </p:style>
        <p:txBody>
          <a:bodyPr wrap="square">
            <a:spAutoFit/>
          </a:bodyPr>
          <a:lstStyle/>
          <a:p>
            <a:pPr algn="just"/>
            <a:r>
              <a:rPr lang="en-US" dirty="0">
                <a:latin typeface="Consolas" panose="020B0609020204030204" pitchFamily="49" charset="0"/>
              </a:rPr>
              <a:t>Edge 9:</a:t>
            </a:r>
          </a:p>
          <a:p>
            <a:pPr algn="just"/>
            <a:r>
              <a:rPr lang="en-US" dirty="0">
                <a:latin typeface="Consolas" panose="020B0609020204030204" pitchFamily="49" charset="0"/>
              </a:rPr>
              <a:t>K: Hole</a:t>
            </a:r>
          </a:p>
          <a:p>
            <a:pPr algn="just"/>
            <a:r>
              <a:rPr lang="en-US" dirty="0">
                <a:latin typeface="Consolas" panose="020B0609020204030204" pitchFamily="49" charset="0"/>
              </a:rPr>
              <a:t>J: Canonical and Border.</a:t>
            </a:r>
          </a:p>
        </p:txBody>
      </p:sp>
      <p:sp>
        <p:nvSpPr>
          <p:cNvPr id="117" name="Rectangle 116">
            <a:extLst>
              <a:ext uri="{FF2B5EF4-FFF2-40B4-BE49-F238E27FC236}">
                <a16:creationId xmlns:a16="http://schemas.microsoft.com/office/drawing/2014/main" id="{BB24C0C0-E59E-4211-B5CB-E3E0B2566CC5}"/>
              </a:ext>
            </a:extLst>
          </p:cNvPr>
          <p:cNvSpPr/>
          <p:nvPr/>
        </p:nvSpPr>
        <p:spPr>
          <a:xfrm>
            <a:off x="2399392" y="744946"/>
            <a:ext cx="949383" cy="1830707"/>
          </a:xfrm>
          <a:custGeom>
            <a:avLst/>
            <a:gdLst>
              <a:gd name="connsiteX0" fmla="*/ 0 w 115151"/>
              <a:gd name="connsiteY0" fmla="*/ 0 h 1833882"/>
              <a:gd name="connsiteX1" fmla="*/ 115151 w 115151"/>
              <a:gd name="connsiteY1" fmla="*/ 0 h 1833882"/>
              <a:gd name="connsiteX2" fmla="*/ 115151 w 115151"/>
              <a:gd name="connsiteY2" fmla="*/ 1833882 h 1833882"/>
              <a:gd name="connsiteX3" fmla="*/ 0 w 115151"/>
              <a:gd name="connsiteY3" fmla="*/ 1833882 h 1833882"/>
              <a:gd name="connsiteX4" fmla="*/ 0 w 115151"/>
              <a:gd name="connsiteY4" fmla="*/ 0 h 1833882"/>
              <a:gd name="connsiteX0" fmla="*/ 0 w 251676"/>
              <a:gd name="connsiteY0" fmla="*/ 0 h 1833882"/>
              <a:gd name="connsiteX1" fmla="*/ 251676 w 251676"/>
              <a:gd name="connsiteY1" fmla="*/ 0 h 1833882"/>
              <a:gd name="connsiteX2" fmla="*/ 115151 w 251676"/>
              <a:gd name="connsiteY2" fmla="*/ 1833882 h 1833882"/>
              <a:gd name="connsiteX3" fmla="*/ 0 w 251676"/>
              <a:gd name="connsiteY3" fmla="*/ 1833882 h 1833882"/>
              <a:gd name="connsiteX4" fmla="*/ 0 w 251676"/>
              <a:gd name="connsiteY4" fmla="*/ 0 h 1833882"/>
              <a:gd name="connsiteX0" fmla="*/ 0 w 442176"/>
              <a:gd name="connsiteY0" fmla="*/ 0 h 1833882"/>
              <a:gd name="connsiteX1" fmla="*/ 442176 w 442176"/>
              <a:gd name="connsiteY1" fmla="*/ 0 h 1833882"/>
              <a:gd name="connsiteX2" fmla="*/ 305651 w 442176"/>
              <a:gd name="connsiteY2" fmla="*/ 1833882 h 1833882"/>
              <a:gd name="connsiteX3" fmla="*/ 190500 w 442176"/>
              <a:gd name="connsiteY3" fmla="*/ 1833882 h 1833882"/>
              <a:gd name="connsiteX4" fmla="*/ 0 w 442176"/>
              <a:gd name="connsiteY4" fmla="*/ 0 h 1833882"/>
              <a:gd name="connsiteX0" fmla="*/ 0 w 527901"/>
              <a:gd name="connsiteY0" fmla="*/ 0 h 1837057"/>
              <a:gd name="connsiteX1" fmla="*/ 527901 w 527901"/>
              <a:gd name="connsiteY1" fmla="*/ 3175 h 1837057"/>
              <a:gd name="connsiteX2" fmla="*/ 391376 w 527901"/>
              <a:gd name="connsiteY2" fmla="*/ 1837057 h 1837057"/>
              <a:gd name="connsiteX3" fmla="*/ 276225 w 527901"/>
              <a:gd name="connsiteY3" fmla="*/ 1837057 h 1837057"/>
              <a:gd name="connsiteX4" fmla="*/ 0 w 527901"/>
              <a:gd name="connsiteY4" fmla="*/ 0 h 1837057"/>
              <a:gd name="connsiteX0" fmla="*/ 0 w 645376"/>
              <a:gd name="connsiteY0" fmla="*/ 3175 h 1840232"/>
              <a:gd name="connsiteX1" fmla="*/ 645376 w 645376"/>
              <a:gd name="connsiteY1" fmla="*/ 0 h 1840232"/>
              <a:gd name="connsiteX2" fmla="*/ 391376 w 645376"/>
              <a:gd name="connsiteY2" fmla="*/ 1840232 h 1840232"/>
              <a:gd name="connsiteX3" fmla="*/ 276225 w 645376"/>
              <a:gd name="connsiteY3" fmla="*/ 1840232 h 1840232"/>
              <a:gd name="connsiteX4" fmla="*/ 0 w 645376"/>
              <a:gd name="connsiteY4" fmla="*/ 3175 h 1840232"/>
              <a:gd name="connsiteX0" fmla="*/ 0 w 654901"/>
              <a:gd name="connsiteY0" fmla="*/ 0 h 1837057"/>
              <a:gd name="connsiteX1" fmla="*/ 654901 w 654901"/>
              <a:gd name="connsiteY1" fmla="*/ 3175 h 1837057"/>
              <a:gd name="connsiteX2" fmla="*/ 391376 w 654901"/>
              <a:gd name="connsiteY2" fmla="*/ 1837057 h 1837057"/>
              <a:gd name="connsiteX3" fmla="*/ 276225 w 654901"/>
              <a:gd name="connsiteY3" fmla="*/ 1837057 h 1837057"/>
              <a:gd name="connsiteX4" fmla="*/ 0 w 654901"/>
              <a:gd name="connsiteY4" fmla="*/ 0 h 1837057"/>
              <a:gd name="connsiteX0" fmla="*/ 0 w 658076"/>
              <a:gd name="connsiteY0" fmla="*/ 0 h 1833882"/>
              <a:gd name="connsiteX1" fmla="*/ 658076 w 658076"/>
              <a:gd name="connsiteY1" fmla="*/ 0 h 1833882"/>
              <a:gd name="connsiteX2" fmla="*/ 394551 w 658076"/>
              <a:gd name="connsiteY2" fmla="*/ 1833882 h 1833882"/>
              <a:gd name="connsiteX3" fmla="*/ 279400 w 658076"/>
              <a:gd name="connsiteY3" fmla="*/ 1833882 h 1833882"/>
              <a:gd name="connsiteX4" fmla="*/ 0 w 658076"/>
              <a:gd name="connsiteY4" fmla="*/ 0 h 1833882"/>
              <a:gd name="connsiteX0" fmla="*/ 0 w 832701"/>
              <a:gd name="connsiteY0" fmla="*/ 0 h 1833882"/>
              <a:gd name="connsiteX1" fmla="*/ 658076 w 832701"/>
              <a:gd name="connsiteY1" fmla="*/ 0 h 1833882"/>
              <a:gd name="connsiteX2" fmla="*/ 832701 w 832701"/>
              <a:gd name="connsiteY2" fmla="*/ 1459232 h 1833882"/>
              <a:gd name="connsiteX3" fmla="*/ 279400 w 832701"/>
              <a:gd name="connsiteY3" fmla="*/ 1833882 h 1833882"/>
              <a:gd name="connsiteX4" fmla="*/ 0 w 832701"/>
              <a:gd name="connsiteY4" fmla="*/ 0 h 1833882"/>
              <a:gd name="connsiteX0" fmla="*/ 0 w 832701"/>
              <a:gd name="connsiteY0" fmla="*/ 0 h 1814832"/>
              <a:gd name="connsiteX1" fmla="*/ 658076 w 832701"/>
              <a:gd name="connsiteY1" fmla="*/ 0 h 1814832"/>
              <a:gd name="connsiteX2" fmla="*/ 832701 w 832701"/>
              <a:gd name="connsiteY2" fmla="*/ 1459232 h 1814832"/>
              <a:gd name="connsiteX3" fmla="*/ 317500 w 832701"/>
              <a:gd name="connsiteY3" fmla="*/ 1814832 h 1814832"/>
              <a:gd name="connsiteX4" fmla="*/ 0 w 832701"/>
              <a:gd name="connsiteY4" fmla="*/ 0 h 1814832"/>
              <a:gd name="connsiteX0" fmla="*/ 0 w 832701"/>
              <a:gd name="connsiteY0" fmla="*/ 0 h 1830707"/>
              <a:gd name="connsiteX1" fmla="*/ 658076 w 832701"/>
              <a:gd name="connsiteY1" fmla="*/ 0 h 1830707"/>
              <a:gd name="connsiteX2" fmla="*/ 832701 w 832701"/>
              <a:gd name="connsiteY2" fmla="*/ 1459232 h 1830707"/>
              <a:gd name="connsiteX3" fmla="*/ 333375 w 832701"/>
              <a:gd name="connsiteY3" fmla="*/ 1830707 h 1830707"/>
              <a:gd name="connsiteX4" fmla="*/ 0 w 832701"/>
              <a:gd name="connsiteY4" fmla="*/ 0 h 1830707"/>
              <a:gd name="connsiteX0" fmla="*/ 0 w 949383"/>
              <a:gd name="connsiteY0" fmla="*/ 0 h 1830707"/>
              <a:gd name="connsiteX1" fmla="*/ 658076 w 949383"/>
              <a:gd name="connsiteY1" fmla="*/ 0 h 1830707"/>
              <a:gd name="connsiteX2" fmla="*/ 949383 w 949383"/>
              <a:gd name="connsiteY2" fmla="*/ 1361601 h 1830707"/>
              <a:gd name="connsiteX3" fmla="*/ 333375 w 949383"/>
              <a:gd name="connsiteY3" fmla="*/ 1830707 h 1830707"/>
              <a:gd name="connsiteX4" fmla="*/ 0 w 949383"/>
              <a:gd name="connsiteY4" fmla="*/ 0 h 18307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9383" h="1830707">
                <a:moveTo>
                  <a:pt x="0" y="0"/>
                </a:moveTo>
                <a:lnTo>
                  <a:pt x="658076" y="0"/>
                </a:lnTo>
                <a:lnTo>
                  <a:pt x="949383" y="1361601"/>
                </a:lnTo>
                <a:lnTo>
                  <a:pt x="333375" y="1830707"/>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solidFill>
                <a:schemeClr val="bg1"/>
              </a:solidFill>
            </a:endParaRPr>
          </a:p>
        </p:txBody>
      </p:sp>
      <p:cxnSp>
        <p:nvCxnSpPr>
          <p:cNvPr id="124" name="Straight Arrow Connector 123">
            <a:extLst>
              <a:ext uri="{FF2B5EF4-FFF2-40B4-BE49-F238E27FC236}">
                <a16:creationId xmlns:a16="http://schemas.microsoft.com/office/drawing/2014/main" id="{21462356-04AF-4D7A-A146-231EED1F52AA}"/>
              </a:ext>
            </a:extLst>
          </p:cNvPr>
          <p:cNvCxnSpPr>
            <a:cxnSpLocks/>
          </p:cNvCxnSpPr>
          <p:nvPr/>
        </p:nvCxnSpPr>
        <p:spPr>
          <a:xfrm rot="4860000" flipV="1">
            <a:off x="2342398" y="158930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0" name="Oval 119">
            <a:extLst>
              <a:ext uri="{FF2B5EF4-FFF2-40B4-BE49-F238E27FC236}">
                <a16:creationId xmlns:a16="http://schemas.microsoft.com/office/drawing/2014/main" id="{24D8D6EB-429F-4F83-A03D-CB6219EAEEAF}"/>
              </a:ext>
            </a:extLst>
          </p:cNvPr>
          <p:cNvSpPr/>
          <p:nvPr/>
        </p:nvSpPr>
        <p:spPr>
          <a:xfrm>
            <a:off x="2878465" y="58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U</a:t>
            </a:r>
            <a:endParaRPr lang="en-US" dirty="0">
              <a:solidFill>
                <a:schemeClr val="accent6"/>
              </a:solidFill>
            </a:endParaRPr>
          </a:p>
        </p:txBody>
      </p:sp>
      <p:sp>
        <p:nvSpPr>
          <p:cNvPr id="308" name="Oval 307">
            <a:extLst>
              <a:ext uri="{FF2B5EF4-FFF2-40B4-BE49-F238E27FC236}">
                <a16:creationId xmlns:a16="http://schemas.microsoft.com/office/drawing/2014/main" id="{8F2DCE16-B03E-4878-9628-6458FA06E654}"/>
              </a:ext>
            </a:extLst>
          </p:cNvPr>
          <p:cNvSpPr/>
          <p:nvPr/>
        </p:nvSpPr>
        <p:spPr>
          <a:xfrm>
            <a:off x="2226010" y="58755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Q</a:t>
            </a:r>
            <a:endParaRPr lang="en-US" dirty="0">
              <a:solidFill>
                <a:schemeClr val="accent6"/>
              </a:solidFill>
            </a:endParaRPr>
          </a:p>
        </p:txBody>
      </p:sp>
      <p:cxnSp>
        <p:nvCxnSpPr>
          <p:cNvPr id="125" name="Straight Arrow Connector 124">
            <a:extLst>
              <a:ext uri="{FF2B5EF4-FFF2-40B4-BE49-F238E27FC236}">
                <a16:creationId xmlns:a16="http://schemas.microsoft.com/office/drawing/2014/main" id="{7D53D871-5EE3-4AAA-A583-1CBA76CD1AC1}"/>
              </a:ext>
            </a:extLst>
          </p:cNvPr>
          <p:cNvCxnSpPr>
            <a:cxnSpLocks/>
          </p:cNvCxnSpPr>
          <p:nvPr/>
        </p:nvCxnSpPr>
        <p:spPr>
          <a:xfrm rot="15480000" flipV="1">
            <a:off x="2861238" y="142988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6" name="Straight Arrow Connector 125">
            <a:extLst>
              <a:ext uri="{FF2B5EF4-FFF2-40B4-BE49-F238E27FC236}">
                <a16:creationId xmlns:a16="http://schemas.microsoft.com/office/drawing/2014/main" id="{0645B774-23D8-4005-A05B-FD1044FEE987}"/>
              </a:ext>
            </a:extLst>
          </p:cNvPr>
          <p:cNvCxnSpPr>
            <a:cxnSpLocks/>
          </p:cNvCxnSpPr>
          <p:nvPr/>
        </p:nvCxnSpPr>
        <p:spPr>
          <a:xfrm flipH="1">
            <a:off x="2634185" y="820689"/>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128" name="Group 127">
            <a:extLst>
              <a:ext uri="{FF2B5EF4-FFF2-40B4-BE49-F238E27FC236}">
                <a16:creationId xmlns:a16="http://schemas.microsoft.com/office/drawing/2014/main" id="{0F3EF7AA-6FDB-4389-B4A7-1B092F6C7C3F}"/>
              </a:ext>
            </a:extLst>
          </p:cNvPr>
          <p:cNvGrpSpPr/>
          <p:nvPr/>
        </p:nvGrpSpPr>
        <p:grpSpPr>
          <a:xfrm>
            <a:off x="7517721" y="4695252"/>
            <a:ext cx="2977526" cy="1342058"/>
            <a:chOff x="9063622" y="4495872"/>
            <a:chExt cx="2977526" cy="1342058"/>
          </a:xfrm>
        </p:grpSpPr>
        <p:grpSp>
          <p:nvGrpSpPr>
            <p:cNvPr id="129" name="Group 128">
              <a:extLst>
                <a:ext uri="{FF2B5EF4-FFF2-40B4-BE49-F238E27FC236}">
                  <a16:creationId xmlns:a16="http://schemas.microsoft.com/office/drawing/2014/main" id="{6271B160-5500-4EDF-B13E-7BE98E38B950}"/>
                </a:ext>
              </a:extLst>
            </p:cNvPr>
            <p:cNvGrpSpPr/>
            <p:nvPr/>
          </p:nvGrpSpPr>
          <p:grpSpPr>
            <a:xfrm>
              <a:off x="9063622" y="4495872"/>
              <a:ext cx="1951540" cy="369332"/>
              <a:chOff x="5793989" y="4428721"/>
              <a:chExt cx="1951540" cy="369332"/>
            </a:xfrm>
          </p:grpSpPr>
          <p:sp>
            <p:nvSpPr>
              <p:cNvPr id="136" name="Oval 135">
                <a:extLst>
                  <a:ext uri="{FF2B5EF4-FFF2-40B4-BE49-F238E27FC236}">
                    <a16:creationId xmlns:a16="http://schemas.microsoft.com/office/drawing/2014/main" id="{96D570CB-9AD5-46E7-A1D8-FF90ED354312}"/>
                  </a:ext>
                </a:extLst>
              </p:cNvPr>
              <p:cNvSpPr/>
              <p:nvPr/>
            </p:nvSpPr>
            <p:spPr>
              <a:xfrm>
                <a:off x="5793989" y="447891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X</a:t>
                </a:r>
                <a:endParaRPr lang="en-US" dirty="0"/>
              </a:p>
            </p:txBody>
          </p:sp>
          <p:sp>
            <p:nvSpPr>
              <p:cNvPr id="137" name="TextBox 136">
                <a:extLst>
                  <a:ext uri="{FF2B5EF4-FFF2-40B4-BE49-F238E27FC236}">
                    <a16:creationId xmlns:a16="http://schemas.microsoft.com/office/drawing/2014/main" id="{6884A116-07A5-4487-B11C-D503B3CD996B}"/>
                  </a:ext>
                </a:extLst>
              </p:cNvPr>
              <p:cNvSpPr txBox="1"/>
              <p:nvPr/>
            </p:nvSpPr>
            <p:spPr>
              <a:xfrm>
                <a:off x="6060452" y="4428721"/>
                <a:ext cx="1685077" cy="369332"/>
              </a:xfrm>
              <a:prstGeom prst="rect">
                <a:avLst/>
              </a:prstGeom>
              <a:noFill/>
            </p:spPr>
            <p:txBody>
              <a:bodyPr wrap="none" rtlCol="0">
                <a:spAutoFit/>
              </a:bodyPr>
              <a:lstStyle/>
              <a:p>
                <a:r>
                  <a:rPr lang="en-US" dirty="0"/>
                  <a:t>Regular vertex</a:t>
                </a:r>
              </a:p>
            </p:txBody>
          </p:sp>
        </p:grpSp>
        <p:grpSp>
          <p:nvGrpSpPr>
            <p:cNvPr id="130" name="Group 129">
              <a:extLst>
                <a:ext uri="{FF2B5EF4-FFF2-40B4-BE49-F238E27FC236}">
                  <a16:creationId xmlns:a16="http://schemas.microsoft.com/office/drawing/2014/main" id="{22BD9A63-4B0E-42AA-8911-64A002869876}"/>
                </a:ext>
              </a:extLst>
            </p:cNvPr>
            <p:cNvGrpSpPr/>
            <p:nvPr/>
          </p:nvGrpSpPr>
          <p:grpSpPr>
            <a:xfrm>
              <a:off x="9063622" y="4959034"/>
              <a:ext cx="2977526" cy="369332"/>
              <a:chOff x="5793989" y="4891883"/>
              <a:chExt cx="2977526" cy="369332"/>
            </a:xfrm>
          </p:grpSpPr>
          <p:sp>
            <p:nvSpPr>
              <p:cNvPr id="134" name="Oval 133">
                <a:extLst>
                  <a:ext uri="{FF2B5EF4-FFF2-40B4-BE49-F238E27FC236}">
                    <a16:creationId xmlns:a16="http://schemas.microsoft.com/office/drawing/2014/main" id="{817B9C89-5ECC-4077-AD52-216CBA748887}"/>
                  </a:ext>
                </a:extLst>
              </p:cNvPr>
              <p:cNvSpPr/>
              <p:nvPr/>
            </p:nvSpPr>
            <p:spPr>
              <a:xfrm>
                <a:off x="5793989" y="4942079"/>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sp>
            <p:nvSpPr>
              <p:cNvPr id="135" name="TextBox 134">
                <a:extLst>
                  <a:ext uri="{FF2B5EF4-FFF2-40B4-BE49-F238E27FC236}">
                    <a16:creationId xmlns:a16="http://schemas.microsoft.com/office/drawing/2014/main" id="{C4B5BD52-DD86-4E0D-8EF2-B7F3212A5D63}"/>
                  </a:ext>
                </a:extLst>
              </p:cNvPr>
              <p:cNvSpPr txBox="1"/>
              <p:nvPr/>
            </p:nvSpPr>
            <p:spPr>
              <a:xfrm>
                <a:off x="6060452" y="4891883"/>
                <a:ext cx="2711063" cy="369332"/>
              </a:xfrm>
              <a:prstGeom prst="rect">
                <a:avLst/>
              </a:prstGeom>
              <a:noFill/>
            </p:spPr>
            <p:txBody>
              <a:bodyPr wrap="none" rtlCol="0">
                <a:spAutoFit/>
              </a:bodyPr>
              <a:lstStyle/>
              <a:p>
                <a:r>
                  <a:rPr lang="en-US" dirty="0"/>
                  <a:t>Interface Element Vertex</a:t>
                </a:r>
              </a:p>
            </p:txBody>
          </p:sp>
        </p:grpSp>
        <p:grpSp>
          <p:nvGrpSpPr>
            <p:cNvPr id="131" name="Group 130">
              <a:extLst>
                <a:ext uri="{FF2B5EF4-FFF2-40B4-BE49-F238E27FC236}">
                  <a16:creationId xmlns:a16="http://schemas.microsoft.com/office/drawing/2014/main" id="{45F7203A-AB4C-46B0-B45A-7F8290805208}"/>
                </a:ext>
              </a:extLst>
            </p:cNvPr>
            <p:cNvGrpSpPr/>
            <p:nvPr/>
          </p:nvGrpSpPr>
          <p:grpSpPr>
            <a:xfrm>
              <a:off x="9063622" y="5468598"/>
              <a:ext cx="1951540" cy="369332"/>
              <a:chOff x="5793989" y="5411274"/>
              <a:chExt cx="1951540" cy="369332"/>
            </a:xfrm>
          </p:grpSpPr>
          <p:sp>
            <p:nvSpPr>
              <p:cNvPr id="132" name="Oval 131">
                <a:extLst>
                  <a:ext uri="{FF2B5EF4-FFF2-40B4-BE49-F238E27FC236}">
                    <a16:creationId xmlns:a16="http://schemas.microsoft.com/office/drawing/2014/main" id="{317466B4-104B-4EDB-BFB1-7CA5FC26121E}"/>
                  </a:ext>
                </a:extLst>
              </p:cNvPr>
              <p:cNvSpPr/>
              <p:nvPr/>
            </p:nvSpPr>
            <p:spPr>
              <a:xfrm>
                <a:off x="5793989" y="5461470"/>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sp>
            <p:nvSpPr>
              <p:cNvPr id="133" name="TextBox 132">
                <a:extLst>
                  <a:ext uri="{FF2B5EF4-FFF2-40B4-BE49-F238E27FC236}">
                    <a16:creationId xmlns:a16="http://schemas.microsoft.com/office/drawing/2014/main" id="{F193CB36-8669-495E-9824-7C013274B110}"/>
                  </a:ext>
                </a:extLst>
              </p:cNvPr>
              <p:cNvSpPr txBox="1"/>
              <p:nvPr/>
            </p:nvSpPr>
            <p:spPr>
              <a:xfrm>
                <a:off x="6060452" y="5411274"/>
                <a:ext cx="1685077" cy="369332"/>
              </a:xfrm>
              <a:prstGeom prst="rect">
                <a:avLst/>
              </a:prstGeom>
              <a:noFill/>
            </p:spPr>
            <p:txBody>
              <a:bodyPr wrap="none" rtlCol="0">
                <a:spAutoFit/>
              </a:bodyPr>
              <a:lstStyle/>
              <a:p>
                <a:r>
                  <a:rPr lang="en-US" dirty="0"/>
                  <a:t>Collapse Edge</a:t>
                </a:r>
              </a:p>
            </p:txBody>
          </p:sp>
        </p:grpSp>
      </p:grpSp>
      <p:sp>
        <p:nvSpPr>
          <p:cNvPr id="3" name="Freeform: Shape 2">
            <a:extLst>
              <a:ext uri="{FF2B5EF4-FFF2-40B4-BE49-F238E27FC236}">
                <a16:creationId xmlns:a16="http://schemas.microsoft.com/office/drawing/2014/main" id="{F0CF0035-77BE-41F8-96B9-F0A019030BC3}"/>
              </a:ext>
            </a:extLst>
          </p:cNvPr>
          <p:cNvSpPr/>
          <p:nvPr/>
        </p:nvSpPr>
        <p:spPr>
          <a:xfrm>
            <a:off x="3335337" y="2108200"/>
            <a:ext cx="1727201" cy="715167"/>
          </a:xfrm>
          <a:custGeom>
            <a:avLst/>
            <a:gdLst>
              <a:gd name="connsiteX0" fmla="*/ 501650 w 2317750"/>
              <a:gd name="connsiteY0" fmla="*/ 0 h 368300"/>
              <a:gd name="connsiteX1" fmla="*/ 2317750 w 2317750"/>
              <a:gd name="connsiteY1" fmla="*/ 365125 h 368300"/>
              <a:gd name="connsiteX2" fmla="*/ 0 w 2317750"/>
              <a:gd name="connsiteY2" fmla="*/ 368300 h 368300"/>
              <a:gd name="connsiteX3" fmla="*/ 501650 w 2317750"/>
              <a:gd name="connsiteY3" fmla="*/ 0 h 368300"/>
              <a:gd name="connsiteX0" fmla="*/ 501650 w 2317750"/>
              <a:gd name="connsiteY0" fmla="*/ 0 h 368300"/>
              <a:gd name="connsiteX1" fmla="*/ 2317750 w 2317750"/>
              <a:gd name="connsiteY1" fmla="*/ 365125 h 368300"/>
              <a:gd name="connsiteX2" fmla="*/ 0 w 2317750"/>
              <a:gd name="connsiteY2" fmla="*/ 368300 h 368300"/>
              <a:gd name="connsiteX3" fmla="*/ 501650 w 2317750"/>
              <a:gd name="connsiteY3" fmla="*/ 0 h 368300"/>
              <a:gd name="connsiteX0" fmla="*/ 501650 w 2317750"/>
              <a:gd name="connsiteY0" fmla="*/ 0 h 375444"/>
              <a:gd name="connsiteX1" fmla="*/ 2317750 w 2317750"/>
              <a:gd name="connsiteY1" fmla="*/ 365125 h 375444"/>
              <a:gd name="connsiteX2" fmla="*/ 0 w 2317750"/>
              <a:gd name="connsiteY2" fmla="*/ 375444 h 375444"/>
              <a:gd name="connsiteX3" fmla="*/ 501650 w 2317750"/>
              <a:gd name="connsiteY3" fmla="*/ 0 h 375444"/>
              <a:gd name="connsiteX0" fmla="*/ 501650 w 2332038"/>
              <a:gd name="connsiteY0" fmla="*/ 0 h 375444"/>
              <a:gd name="connsiteX1" fmla="*/ 2332038 w 2332038"/>
              <a:gd name="connsiteY1" fmla="*/ 374650 h 375444"/>
              <a:gd name="connsiteX2" fmla="*/ 0 w 2332038"/>
              <a:gd name="connsiteY2" fmla="*/ 375444 h 375444"/>
              <a:gd name="connsiteX3" fmla="*/ 501650 w 2332038"/>
              <a:gd name="connsiteY3" fmla="*/ 0 h 375444"/>
              <a:gd name="connsiteX0" fmla="*/ 623094 w 2332038"/>
              <a:gd name="connsiteY0" fmla="*/ 0 h 470694"/>
              <a:gd name="connsiteX1" fmla="*/ 2332038 w 2332038"/>
              <a:gd name="connsiteY1" fmla="*/ 469900 h 470694"/>
              <a:gd name="connsiteX2" fmla="*/ 0 w 2332038"/>
              <a:gd name="connsiteY2" fmla="*/ 470694 h 470694"/>
              <a:gd name="connsiteX3" fmla="*/ 623094 w 2332038"/>
              <a:gd name="connsiteY3" fmla="*/ 0 h 470694"/>
              <a:gd name="connsiteX0" fmla="*/ 623094 w 2322513"/>
              <a:gd name="connsiteY0" fmla="*/ 0 h 703262"/>
              <a:gd name="connsiteX1" fmla="*/ 2322513 w 2322513"/>
              <a:gd name="connsiteY1" fmla="*/ 703262 h 703262"/>
              <a:gd name="connsiteX2" fmla="*/ 0 w 2322513"/>
              <a:gd name="connsiteY2" fmla="*/ 470694 h 703262"/>
              <a:gd name="connsiteX3" fmla="*/ 623094 w 2322513"/>
              <a:gd name="connsiteY3" fmla="*/ 0 h 703262"/>
              <a:gd name="connsiteX0" fmla="*/ 623094 w 2322513"/>
              <a:gd name="connsiteY0" fmla="*/ 0 h 691355"/>
              <a:gd name="connsiteX1" fmla="*/ 2322513 w 2322513"/>
              <a:gd name="connsiteY1" fmla="*/ 691355 h 691355"/>
              <a:gd name="connsiteX2" fmla="*/ 0 w 2322513"/>
              <a:gd name="connsiteY2" fmla="*/ 470694 h 691355"/>
              <a:gd name="connsiteX3" fmla="*/ 623094 w 2322513"/>
              <a:gd name="connsiteY3" fmla="*/ 0 h 691355"/>
              <a:gd name="connsiteX0" fmla="*/ 623094 w 2324894"/>
              <a:gd name="connsiteY0" fmla="*/ 0 h 693736"/>
              <a:gd name="connsiteX1" fmla="*/ 2324894 w 2324894"/>
              <a:gd name="connsiteY1" fmla="*/ 693736 h 693736"/>
              <a:gd name="connsiteX2" fmla="*/ 0 w 2324894"/>
              <a:gd name="connsiteY2" fmla="*/ 470694 h 693736"/>
              <a:gd name="connsiteX3" fmla="*/ 623094 w 2324894"/>
              <a:gd name="connsiteY3" fmla="*/ 0 h 693736"/>
              <a:gd name="connsiteX0" fmla="*/ 623094 w 2332038"/>
              <a:gd name="connsiteY0" fmla="*/ 0 h 693736"/>
              <a:gd name="connsiteX1" fmla="*/ 2332038 w 2332038"/>
              <a:gd name="connsiteY1" fmla="*/ 206375 h 693736"/>
              <a:gd name="connsiteX2" fmla="*/ 2324894 w 2332038"/>
              <a:gd name="connsiteY2" fmla="*/ 693736 h 693736"/>
              <a:gd name="connsiteX3" fmla="*/ 0 w 2332038"/>
              <a:gd name="connsiteY3" fmla="*/ 470694 h 693736"/>
              <a:gd name="connsiteX4" fmla="*/ 623094 w 2332038"/>
              <a:gd name="connsiteY4" fmla="*/ 0 h 693736"/>
              <a:gd name="connsiteX0" fmla="*/ 623094 w 2332038"/>
              <a:gd name="connsiteY0" fmla="*/ 0 h 693736"/>
              <a:gd name="connsiteX1" fmla="*/ 2332038 w 2332038"/>
              <a:gd name="connsiteY1" fmla="*/ 206375 h 693736"/>
              <a:gd name="connsiteX2" fmla="*/ 2324894 w 2332038"/>
              <a:gd name="connsiteY2" fmla="*/ 693736 h 693736"/>
              <a:gd name="connsiteX3" fmla="*/ 0 w 2332038"/>
              <a:gd name="connsiteY3" fmla="*/ 470694 h 693736"/>
              <a:gd name="connsiteX4" fmla="*/ 623094 w 2332038"/>
              <a:gd name="connsiteY4" fmla="*/ 0 h 693736"/>
              <a:gd name="connsiteX0" fmla="*/ 623094 w 2332038"/>
              <a:gd name="connsiteY0" fmla="*/ 0 h 693736"/>
              <a:gd name="connsiteX1" fmla="*/ 2332038 w 2332038"/>
              <a:gd name="connsiteY1" fmla="*/ 206375 h 693736"/>
              <a:gd name="connsiteX2" fmla="*/ 2324894 w 2332038"/>
              <a:gd name="connsiteY2" fmla="*/ 693736 h 693736"/>
              <a:gd name="connsiteX3" fmla="*/ 0 w 2332038"/>
              <a:gd name="connsiteY3" fmla="*/ 470694 h 693736"/>
              <a:gd name="connsiteX4" fmla="*/ 623094 w 2332038"/>
              <a:gd name="connsiteY4" fmla="*/ 0 h 693736"/>
              <a:gd name="connsiteX0" fmla="*/ 623094 w 2332038"/>
              <a:gd name="connsiteY0" fmla="*/ 0 h 693736"/>
              <a:gd name="connsiteX1" fmla="*/ 2332038 w 2332038"/>
              <a:gd name="connsiteY1" fmla="*/ 206375 h 693736"/>
              <a:gd name="connsiteX2" fmla="*/ 2324894 w 2332038"/>
              <a:gd name="connsiteY2" fmla="*/ 693736 h 693736"/>
              <a:gd name="connsiteX3" fmla="*/ 0 w 2332038"/>
              <a:gd name="connsiteY3" fmla="*/ 470694 h 693736"/>
              <a:gd name="connsiteX4" fmla="*/ 623094 w 2332038"/>
              <a:gd name="connsiteY4" fmla="*/ 0 h 693736"/>
              <a:gd name="connsiteX0" fmla="*/ 623094 w 2332038"/>
              <a:gd name="connsiteY0" fmla="*/ 0 h 693736"/>
              <a:gd name="connsiteX1" fmla="*/ 2332038 w 2332038"/>
              <a:gd name="connsiteY1" fmla="*/ 206375 h 693736"/>
              <a:gd name="connsiteX2" fmla="*/ 2324894 w 2332038"/>
              <a:gd name="connsiteY2" fmla="*/ 693736 h 693736"/>
              <a:gd name="connsiteX3" fmla="*/ 0 w 2332038"/>
              <a:gd name="connsiteY3" fmla="*/ 470694 h 693736"/>
              <a:gd name="connsiteX4" fmla="*/ 623094 w 2332038"/>
              <a:gd name="connsiteY4" fmla="*/ 0 h 693736"/>
              <a:gd name="connsiteX0" fmla="*/ 623094 w 2332038"/>
              <a:gd name="connsiteY0" fmla="*/ 0 h 715167"/>
              <a:gd name="connsiteX1" fmla="*/ 2332038 w 2332038"/>
              <a:gd name="connsiteY1" fmla="*/ 206375 h 715167"/>
              <a:gd name="connsiteX2" fmla="*/ 2091531 w 2332038"/>
              <a:gd name="connsiteY2" fmla="*/ 715167 h 715167"/>
              <a:gd name="connsiteX3" fmla="*/ 0 w 2332038"/>
              <a:gd name="connsiteY3" fmla="*/ 470694 h 715167"/>
              <a:gd name="connsiteX4" fmla="*/ 623094 w 2332038"/>
              <a:gd name="connsiteY4" fmla="*/ 0 h 715167"/>
              <a:gd name="connsiteX0" fmla="*/ 163513 w 1872457"/>
              <a:gd name="connsiteY0" fmla="*/ 0 h 715167"/>
              <a:gd name="connsiteX1" fmla="*/ 1872457 w 1872457"/>
              <a:gd name="connsiteY1" fmla="*/ 206375 h 715167"/>
              <a:gd name="connsiteX2" fmla="*/ 1631950 w 1872457"/>
              <a:gd name="connsiteY2" fmla="*/ 715167 h 715167"/>
              <a:gd name="connsiteX3" fmla="*/ 0 w 1872457"/>
              <a:gd name="connsiteY3" fmla="*/ 520700 h 715167"/>
              <a:gd name="connsiteX4" fmla="*/ 163513 w 1872457"/>
              <a:gd name="connsiteY4" fmla="*/ 0 h 715167"/>
              <a:gd name="connsiteX0" fmla="*/ 30163 w 1739107"/>
              <a:gd name="connsiteY0" fmla="*/ 0 h 715167"/>
              <a:gd name="connsiteX1" fmla="*/ 1739107 w 1739107"/>
              <a:gd name="connsiteY1" fmla="*/ 206375 h 715167"/>
              <a:gd name="connsiteX2" fmla="*/ 1498600 w 1739107"/>
              <a:gd name="connsiteY2" fmla="*/ 715167 h 715167"/>
              <a:gd name="connsiteX3" fmla="*/ 0 w 1739107"/>
              <a:gd name="connsiteY3" fmla="*/ 530225 h 715167"/>
              <a:gd name="connsiteX4" fmla="*/ 30163 w 1739107"/>
              <a:gd name="connsiteY4" fmla="*/ 0 h 715167"/>
              <a:gd name="connsiteX0" fmla="*/ 18257 w 1727201"/>
              <a:gd name="connsiteY0" fmla="*/ 0 h 715167"/>
              <a:gd name="connsiteX1" fmla="*/ 1727201 w 1727201"/>
              <a:gd name="connsiteY1" fmla="*/ 206375 h 715167"/>
              <a:gd name="connsiteX2" fmla="*/ 1486694 w 1727201"/>
              <a:gd name="connsiteY2" fmla="*/ 715167 h 715167"/>
              <a:gd name="connsiteX3" fmla="*/ 0 w 1727201"/>
              <a:gd name="connsiteY3" fmla="*/ 537369 h 715167"/>
              <a:gd name="connsiteX4" fmla="*/ 18257 w 1727201"/>
              <a:gd name="connsiteY4" fmla="*/ 0 h 7151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201" h="715167">
                <a:moveTo>
                  <a:pt x="18257" y="0"/>
                </a:moveTo>
                <a:lnTo>
                  <a:pt x="1727201" y="206375"/>
                </a:lnTo>
                <a:lnTo>
                  <a:pt x="1486694" y="715167"/>
                </a:lnTo>
                <a:lnTo>
                  <a:pt x="0" y="537369"/>
                </a:lnTo>
                <a:lnTo>
                  <a:pt x="18257"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cxnSp>
        <p:nvCxnSpPr>
          <p:cNvPr id="138" name="Straight Arrow Connector 137">
            <a:extLst>
              <a:ext uri="{FF2B5EF4-FFF2-40B4-BE49-F238E27FC236}">
                <a16:creationId xmlns:a16="http://schemas.microsoft.com/office/drawing/2014/main" id="{B0769048-E83B-42C0-A540-3F580847A228}"/>
              </a:ext>
            </a:extLst>
          </p:cNvPr>
          <p:cNvCxnSpPr>
            <a:cxnSpLocks/>
          </p:cNvCxnSpPr>
          <p:nvPr/>
        </p:nvCxnSpPr>
        <p:spPr>
          <a:xfrm rot="8760000" flipH="1">
            <a:off x="2930220" y="2278845"/>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9" name="Straight Arrow Connector 138">
            <a:extLst>
              <a:ext uri="{FF2B5EF4-FFF2-40B4-BE49-F238E27FC236}">
                <a16:creationId xmlns:a16="http://schemas.microsoft.com/office/drawing/2014/main" id="{BE00E4BA-EB50-438A-98F1-02A743DF3D3A}"/>
              </a:ext>
            </a:extLst>
          </p:cNvPr>
          <p:cNvCxnSpPr>
            <a:cxnSpLocks/>
          </p:cNvCxnSpPr>
          <p:nvPr/>
        </p:nvCxnSpPr>
        <p:spPr>
          <a:xfrm rot="4680000" flipV="1">
            <a:off x="2977066" y="1418390"/>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0" name="Straight Arrow Connector 139">
            <a:extLst>
              <a:ext uri="{FF2B5EF4-FFF2-40B4-BE49-F238E27FC236}">
                <a16:creationId xmlns:a16="http://schemas.microsoft.com/office/drawing/2014/main" id="{161CE13B-8C2B-41ED-8D35-D7E01DC65B2D}"/>
              </a:ext>
            </a:extLst>
          </p:cNvPr>
          <p:cNvCxnSpPr>
            <a:cxnSpLocks/>
          </p:cNvCxnSpPr>
          <p:nvPr/>
        </p:nvCxnSpPr>
        <p:spPr>
          <a:xfrm rot="19560000" flipH="1">
            <a:off x="2983900" y="2392292"/>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1" name="Straight Arrow Connector 140">
            <a:extLst>
              <a:ext uri="{FF2B5EF4-FFF2-40B4-BE49-F238E27FC236}">
                <a16:creationId xmlns:a16="http://schemas.microsoft.com/office/drawing/2014/main" id="{EF6769F9-44E9-4FB3-9F44-FA166E264CD9}"/>
              </a:ext>
            </a:extLst>
          </p:cNvPr>
          <p:cNvCxnSpPr>
            <a:cxnSpLocks/>
          </p:cNvCxnSpPr>
          <p:nvPr/>
        </p:nvCxnSpPr>
        <p:spPr>
          <a:xfrm rot="420000" flipV="1">
            <a:off x="3850854" y="2672764"/>
            <a:ext cx="37490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2" name="Straight Arrow Connector 141">
            <a:extLst>
              <a:ext uri="{FF2B5EF4-FFF2-40B4-BE49-F238E27FC236}">
                <a16:creationId xmlns:a16="http://schemas.microsoft.com/office/drawing/2014/main" id="{14DF4CC4-22E4-4D7C-96E1-2A073067C3D3}"/>
              </a:ext>
            </a:extLst>
          </p:cNvPr>
          <p:cNvCxnSpPr>
            <a:cxnSpLocks noChangeAspect="1"/>
          </p:cNvCxnSpPr>
          <p:nvPr/>
        </p:nvCxnSpPr>
        <p:spPr>
          <a:xfrm rot="-240000" flipH="1" flipV="1">
            <a:off x="3929083" y="2236191"/>
            <a:ext cx="377822" cy="731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3" name="Straight Arrow Connector 142">
            <a:extLst>
              <a:ext uri="{FF2B5EF4-FFF2-40B4-BE49-F238E27FC236}">
                <a16:creationId xmlns:a16="http://schemas.microsoft.com/office/drawing/2014/main" id="{7250F51B-E421-441D-B373-EC408E4513EB}"/>
              </a:ext>
            </a:extLst>
          </p:cNvPr>
          <p:cNvCxnSpPr>
            <a:cxnSpLocks noChangeAspect="1"/>
          </p:cNvCxnSpPr>
          <p:nvPr/>
        </p:nvCxnSpPr>
        <p:spPr>
          <a:xfrm rot="10620000" flipH="1" flipV="1">
            <a:off x="3978920" y="2109291"/>
            <a:ext cx="377822" cy="731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1" name="Straight Arrow Connector 150">
            <a:extLst>
              <a:ext uri="{FF2B5EF4-FFF2-40B4-BE49-F238E27FC236}">
                <a16:creationId xmlns:a16="http://schemas.microsoft.com/office/drawing/2014/main" id="{79E8AE7E-35A0-4DFE-9404-3AB15284ACD9}"/>
              </a:ext>
            </a:extLst>
          </p:cNvPr>
          <p:cNvCxnSpPr>
            <a:cxnSpLocks/>
          </p:cNvCxnSpPr>
          <p:nvPr/>
        </p:nvCxnSpPr>
        <p:spPr>
          <a:xfrm rot="5400000" flipV="1">
            <a:off x="7253802" y="3612041"/>
            <a:ext cx="3657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2" name="Straight Arrow Connector 151">
            <a:extLst>
              <a:ext uri="{FF2B5EF4-FFF2-40B4-BE49-F238E27FC236}">
                <a16:creationId xmlns:a16="http://schemas.microsoft.com/office/drawing/2014/main" id="{5E68CBEB-1C24-4919-B012-A4F7D5A32FCF}"/>
              </a:ext>
            </a:extLst>
          </p:cNvPr>
          <p:cNvCxnSpPr>
            <a:cxnSpLocks/>
          </p:cNvCxnSpPr>
          <p:nvPr/>
        </p:nvCxnSpPr>
        <p:spPr>
          <a:xfrm rot="10800000" flipH="1">
            <a:off x="7545184" y="4315205"/>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3" name="Rectangle 152">
            <a:extLst>
              <a:ext uri="{FF2B5EF4-FFF2-40B4-BE49-F238E27FC236}">
                <a16:creationId xmlns:a16="http://schemas.microsoft.com/office/drawing/2014/main" id="{1B78A846-ABD4-4D74-88BA-2B27948217DA}"/>
              </a:ext>
            </a:extLst>
          </p:cNvPr>
          <p:cNvSpPr/>
          <p:nvPr/>
        </p:nvSpPr>
        <p:spPr>
          <a:xfrm>
            <a:off x="7380780" y="2581397"/>
            <a:ext cx="490198" cy="1828412"/>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69" name="Rectangle 168">
            <a:extLst>
              <a:ext uri="{FF2B5EF4-FFF2-40B4-BE49-F238E27FC236}">
                <a16:creationId xmlns:a16="http://schemas.microsoft.com/office/drawing/2014/main" id="{93F820B5-4DE1-4CBB-8378-FD472BC84F30}"/>
              </a:ext>
            </a:extLst>
          </p:cNvPr>
          <p:cNvSpPr/>
          <p:nvPr/>
        </p:nvSpPr>
        <p:spPr>
          <a:xfrm>
            <a:off x="7384176" y="746473"/>
            <a:ext cx="490198" cy="1828412"/>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00" name="Oval 299">
            <a:extLst>
              <a:ext uri="{FF2B5EF4-FFF2-40B4-BE49-F238E27FC236}">
                <a16:creationId xmlns:a16="http://schemas.microsoft.com/office/drawing/2014/main" id="{F1D59075-0218-4F2D-8875-3BBF8730CCB5}"/>
              </a:ext>
            </a:extLst>
          </p:cNvPr>
          <p:cNvSpPr/>
          <p:nvPr/>
        </p:nvSpPr>
        <p:spPr>
          <a:xfrm>
            <a:off x="7212108" y="4229006"/>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H</a:t>
            </a:r>
            <a:endParaRPr lang="en-US" dirty="0">
              <a:solidFill>
                <a:schemeClr val="accent6"/>
              </a:solidFill>
            </a:endParaRPr>
          </a:p>
        </p:txBody>
      </p:sp>
      <p:sp>
        <p:nvSpPr>
          <p:cNvPr id="150" name="Oval 149">
            <a:extLst>
              <a:ext uri="{FF2B5EF4-FFF2-40B4-BE49-F238E27FC236}">
                <a16:creationId xmlns:a16="http://schemas.microsoft.com/office/drawing/2014/main" id="{06764432-83D0-4EB5-83B6-52D8364AAAA7}"/>
              </a:ext>
            </a:extLst>
          </p:cNvPr>
          <p:cNvSpPr/>
          <p:nvPr/>
        </p:nvSpPr>
        <p:spPr>
          <a:xfrm>
            <a:off x="7697946" y="423583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W</a:t>
            </a:r>
            <a:endParaRPr lang="en-US" dirty="0">
              <a:solidFill>
                <a:schemeClr val="accent6"/>
              </a:solidFill>
            </a:endParaRPr>
          </a:p>
        </p:txBody>
      </p:sp>
      <p:sp>
        <p:nvSpPr>
          <p:cNvPr id="310" name="Oval 309">
            <a:extLst>
              <a:ext uri="{FF2B5EF4-FFF2-40B4-BE49-F238E27FC236}">
                <a16:creationId xmlns:a16="http://schemas.microsoft.com/office/drawing/2014/main" id="{C3D66646-F891-415E-9B93-C259E4A46E28}"/>
              </a:ext>
            </a:extLst>
          </p:cNvPr>
          <p:cNvSpPr/>
          <p:nvPr/>
        </p:nvSpPr>
        <p:spPr>
          <a:xfrm>
            <a:off x="7211823" y="5759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S</a:t>
            </a:r>
            <a:endParaRPr lang="en-US" dirty="0">
              <a:solidFill>
                <a:schemeClr val="accent6"/>
              </a:solidFill>
            </a:endParaRPr>
          </a:p>
        </p:txBody>
      </p:sp>
      <p:sp>
        <p:nvSpPr>
          <p:cNvPr id="171" name="Oval 170">
            <a:extLst>
              <a:ext uri="{FF2B5EF4-FFF2-40B4-BE49-F238E27FC236}">
                <a16:creationId xmlns:a16="http://schemas.microsoft.com/office/drawing/2014/main" id="{29D7F294-9E84-483C-BE9D-AED562153462}"/>
              </a:ext>
            </a:extLst>
          </p:cNvPr>
          <p:cNvSpPr/>
          <p:nvPr/>
        </p:nvSpPr>
        <p:spPr>
          <a:xfrm>
            <a:off x="7697858" y="569575"/>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Z</a:t>
            </a:r>
            <a:endParaRPr lang="en-US" dirty="0">
              <a:solidFill>
                <a:schemeClr val="accent6"/>
              </a:solidFill>
            </a:endParaRPr>
          </a:p>
        </p:txBody>
      </p:sp>
      <p:cxnSp>
        <p:nvCxnSpPr>
          <p:cNvPr id="172" name="Straight Arrow Connector 171">
            <a:extLst>
              <a:ext uri="{FF2B5EF4-FFF2-40B4-BE49-F238E27FC236}">
                <a16:creationId xmlns:a16="http://schemas.microsoft.com/office/drawing/2014/main" id="{0B0F1EA2-BED1-42E9-9C51-6D2934CE2589}"/>
              </a:ext>
            </a:extLst>
          </p:cNvPr>
          <p:cNvCxnSpPr>
            <a:cxnSpLocks/>
          </p:cNvCxnSpPr>
          <p:nvPr/>
        </p:nvCxnSpPr>
        <p:spPr>
          <a:xfrm rot="16200000" flipV="1">
            <a:off x="7527739" y="347873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3" name="Straight Arrow Connector 172">
            <a:extLst>
              <a:ext uri="{FF2B5EF4-FFF2-40B4-BE49-F238E27FC236}">
                <a16:creationId xmlns:a16="http://schemas.microsoft.com/office/drawing/2014/main" id="{E1C3EE26-505E-41A7-8B8F-C806FC94E906}"/>
              </a:ext>
            </a:extLst>
          </p:cNvPr>
          <p:cNvCxnSpPr>
            <a:cxnSpLocks/>
          </p:cNvCxnSpPr>
          <p:nvPr/>
        </p:nvCxnSpPr>
        <p:spPr>
          <a:xfrm rot="5400000" flipV="1">
            <a:off x="7154166" y="3478738"/>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4" name="Straight Arrow Connector 173">
            <a:extLst>
              <a:ext uri="{FF2B5EF4-FFF2-40B4-BE49-F238E27FC236}">
                <a16:creationId xmlns:a16="http://schemas.microsoft.com/office/drawing/2014/main" id="{9271D7CE-ED87-494F-9039-8999C4F24C64}"/>
              </a:ext>
            </a:extLst>
          </p:cNvPr>
          <p:cNvCxnSpPr>
            <a:cxnSpLocks/>
          </p:cNvCxnSpPr>
          <p:nvPr/>
        </p:nvCxnSpPr>
        <p:spPr>
          <a:xfrm rot="5400000" flipV="1">
            <a:off x="7653528" y="348927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5" name="Straight Arrow Connector 174">
            <a:extLst>
              <a:ext uri="{FF2B5EF4-FFF2-40B4-BE49-F238E27FC236}">
                <a16:creationId xmlns:a16="http://schemas.microsoft.com/office/drawing/2014/main" id="{20E4EE21-555F-48A5-B1E6-8DEF8FCABC1A}"/>
              </a:ext>
            </a:extLst>
          </p:cNvPr>
          <p:cNvCxnSpPr>
            <a:cxnSpLocks/>
          </p:cNvCxnSpPr>
          <p:nvPr/>
        </p:nvCxnSpPr>
        <p:spPr>
          <a:xfrm rot="16200000" flipV="1">
            <a:off x="7530158" y="1594347"/>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 name="Straight Arrow Connector 175">
            <a:extLst>
              <a:ext uri="{FF2B5EF4-FFF2-40B4-BE49-F238E27FC236}">
                <a16:creationId xmlns:a16="http://schemas.microsoft.com/office/drawing/2014/main" id="{537BAEEB-F52B-4152-B9D9-2EFD0A8928D0}"/>
              </a:ext>
            </a:extLst>
          </p:cNvPr>
          <p:cNvCxnSpPr>
            <a:cxnSpLocks/>
          </p:cNvCxnSpPr>
          <p:nvPr/>
        </p:nvCxnSpPr>
        <p:spPr>
          <a:xfrm rot="5400000" flipV="1">
            <a:off x="7156585" y="159434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7" name="Straight Arrow Connector 176">
            <a:extLst>
              <a:ext uri="{FF2B5EF4-FFF2-40B4-BE49-F238E27FC236}">
                <a16:creationId xmlns:a16="http://schemas.microsoft.com/office/drawing/2014/main" id="{5F663778-7005-4547-9F11-AC15179A8EB5}"/>
              </a:ext>
            </a:extLst>
          </p:cNvPr>
          <p:cNvCxnSpPr>
            <a:cxnSpLocks/>
          </p:cNvCxnSpPr>
          <p:nvPr/>
        </p:nvCxnSpPr>
        <p:spPr>
          <a:xfrm rot="10800000" flipH="1">
            <a:off x="7546328" y="4258686"/>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8" name="Straight Arrow Connector 177">
            <a:extLst>
              <a:ext uri="{FF2B5EF4-FFF2-40B4-BE49-F238E27FC236}">
                <a16:creationId xmlns:a16="http://schemas.microsoft.com/office/drawing/2014/main" id="{474332AC-2EEB-43FA-9F53-14010D3A81E0}"/>
              </a:ext>
            </a:extLst>
          </p:cNvPr>
          <p:cNvCxnSpPr>
            <a:cxnSpLocks/>
          </p:cNvCxnSpPr>
          <p:nvPr/>
        </p:nvCxnSpPr>
        <p:spPr>
          <a:xfrm rot="12780000" flipH="1">
            <a:off x="7587216" y="2365620"/>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9" name="Straight Arrow Connector 178">
            <a:extLst>
              <a:ext uri="{FF2B5EF4-FFF2-40B4-BE49-F238E27FC236}">
                <a16:creationId xmlns:a16="http://schemas.microsoft.com/office/drawing/2014/main" id="{E7367B9F-E168-49C1-9675-2B4E1CC3992F}"/>
              </a:ext>
            </a:extLst>
          </p:cNvPr>
          <p:cNvCxnSpPr>
            <a:cxnSpLocks/>
          </p:cNvCxnSpPr>
          <p:nvPr/>
        </p:nvCxnSpPr>
        <p:spPr>
          <a:xfrm rot="-1860000" flipH="1">
            <a:off x="7587216" y="2761017"/>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0" name="Straight Arrow Connector 179">
            <a:extLst>
              <a:ext uri="{FF2B5EF4-FFF2-40B4-BE49-F238E27FC236}">
                <a16:creationId xmlns:a16="http://schemas.microsoft.com/office/drawing/2014/main" id="{3BA14B83-9842-4001-8ED7-F320653B715B}"/>
              </a:ext>
            </a:extLst>
          </p:cNvPr>
          <p:cNvCxnSpPr>
            <a:cxnSpLocks/>
          </p:cNvCxnSpPr>
          <p:nvPr/>
        </p:nvCxnSpPr>
        <p:spPr>
          <a:xfrm flipH="1">
            <a:off x="7522398" y="910384"/>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4" name="Rectangle 153">
            <a:extLst>
              <a:ext uri="{FF2B5EF4-FFF2-40B4-BE49-F238E27FC236}">
                <a16:creationId xmlns:a16="http://schemas.microsoft.com/office/drawing/2014/main" id="{E73AB59D-2D08-4560-9076-01A3BA41AFCB}"/>
              </a:ext>
            </a:extLst>
          </p:cNvPr>
          <p:cNvSpPr/>
          <p:nvPr/>
        </p:nvSpPr>
        <p:spPr>
          <a:xfrm rot="5400000">
            <a:off x="5964783" y="1409000"/>
            <a:ext cx="506870" cy="2325120"/>
          </a:xfrm>
          <a:custGeom>
            <a:avLst/>
            <a:gdLst>
              <a:gd name="connsiteX0" fmla="*/ 0 w 490198"/>
              <a:gd name="connsiteY0" fmla="*/ 0 h 2325120"/>
              <a:gd name="connsiteX1" fmla="*/ 490198 w 490198"/>
              <a:gd name="connsiteY1" fmla="*/ 0 h 2325120"/>
              <a:gd name="connsiteX2" fmla="*/ 490198 w 490198"/>
              <a:gd name="connsiteY2" fmla="*/ 2325120 h 2325120"/>
              <a:gd name="connsiteX3" fmla="*/ 0 w 490198"/>
              <a:gd name="connsiteY3" fmla="*/ 2325120 h 2325120"/>
              <a:gd name="connsiteX4" fmla="*/ 0 w 490198"/>
              <a:gd name="connsiteY4" fmla="*/ 0 h 2325120"/>
              <a:gd name="connsiteX0" fmla="*/ 0 w 497342"/>
              <a:gd name="connsiteY0" fmla="*/ 0 h 2325120"/>
              <a:gd name="connsiteX1" fmla="*/ 490198 w 497342"/>
              <a:gd name="connsiteY1" fmla="*/ 0 h 2325120"/>
              <a:gd name="connsiteX2" fmla="*/ 497342 w 497342"/>
              <a:gd name="connsiteY2" fmla="*/ 2079851 h 2325120"/>
              <a:gd name="connsiteX3" fmla="*/ 0 w 497342"/>
              <a:gd name="connsiteY3" fmla="*/ 2325120 h 2325120"/>
              <a:gd name="connsiteX4" fmla="*/ 0 w 497342"/>
              <a:gd name="connsiteY4" fmla="*/ 0 h 2325120"/>
              <a:gd name="connsiteX0" fmla="*/ 0 w 504485"/>
              <a:gd name="connsiteY0" fmla="*/ 0 h 2325120"/>
              <a:gd name="connsiteX1" fmla="*/ 490198 w 504485"/>
              <a:gd name="connsiteY1" fmla="*/ 0 h 2325120"/>
              <a:gd name="connsiteX2" fmla="*/ 504485 w 504485"/>
              <a:gd name="connsiteY2" fmla="*/ 2060801 h 2325120"/>
              <a:gd name="connsiteX3" fmla="*/ 0 w 504485"/>
              <a:gd name="connsiteY3" fmla="*/ 2325120 h 2325120"/>
              <a:gd name="connsiteX4" fmla="*/ 0 w 504485"/>
              <a:gd name="connsiteY4" fmla="*/ 0 h 2325120"/>
              <a:gd name="connsiteX0" fmla="*/ 0 w 506870"/>
              <a:gd name="connsiteY0" fmla="*/ 0 h 2325120"/>
              <a:gd name="connsiteX1" fmla="*/ 490198 w 506870"/>
              <a:gd name="connsiteY1" fmla="*/ 0 h 2325120"/>
              <a:gd name="connsiteX2" fmla="*/ 506870 w 506870"/>
              <a:gd name="connsiteY2" fmla="*/ 2060801 h 2325120"/>
              <a:gd name="connsiteX3" fmla="*/ 0 w 506870"/>
              <a:gd name="connsiteY3" fmla="*/ 2325120 h 2325120"/>
              <a:gd name="connsiteX4" fmla="*/ 0 w 506870"/>
              <a:gd name="connsiteY4" fmla="*/ 0 h 2325120"/>
              <a:gd name="connsiteX0" fmla="*/ 0 w 506870"/>
              <a:gd name="connsiteY0" fmla="*/ 0 h 2325120"/>
              <a:gd name="connsiteX1" fmla="*/ 490198 w 506870"/>
              <a:gd name="connsiteY1" fmla="*/ 0 h 2325120"/>
              <a:gd name="connsiteX2" fmla="*/ 506870 w 506870"/>
              <a:gd name="connsiteY2" fmla="*/ 2067945 h 2325120"/>
              <a:gd name="connsiteX3" fmla="*/ 0 w 506870"/>
              <a:gd name="connsiteY3" fmla="*/ 2325120 h 2325120"/>
              <a:gd name="connsiteX4" fmla="*/ 0 w 506870"/>
              <a:gd name="connsiteY4" fmla="*/ 0 h 232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6870" h="2325120">
                <a:moveTo>
                  <a:pt x="0" y="0"/>
                </a:moveTo>
                <a:lnTo>
                  <a:pt x="490198" y="0"/>
                </a:lnTo>
                <a:cubicBezTo>
                  <a:pt x="492579" y="693284"/>
                  <a:pt x="504489" y="1374661"/>
                  <a:pt x="506870" y="2067945"/>
                </a:cubicBezTo>
                <a:lnTo>
                  <a:pt x="0" y="2325120"/>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4" name="Isosceles Triangle 3">
            <a:extLst>
              <a:ext uri="{FF2B5EF4-FFF2-40B4-BE49-F238E27FC236}">
                <a16:creationId xmlns:a16="http://schemas.microsoft.com/office/drawing/2014/main" id="{69B2BCC7-ED5C-4A07-BC26-90D6CEC87F88}"/>
              </a:ext>
            </a:extLst>
          </p:cNvPr>
          <p:cNvSpPr/>
          <p:nvPr/>
        </p:nvSpPr>
        <p:spPr>
          <a:xfrm rot="5400000">
            <a:off x="7367820" y="2333425"/>
            <a:ext cx="506881" cy="466695"/>
          </a:xfrm>
          <a:prstGeom prst="triangle">
            <a:avLst/>
          </a:prstGeom>
          <a:pattFill prst="smConfetti">
            <a:fgClr>
              <a:schemeClr val="tx1"/>
            </a:fgClr>
            <a:bgClr>
              <a:schemeClr val="bg1"/>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Oval 169">
            <a:extLst>
              <a:ext uri="{FF2B5EF4-FFF2-40B4-BE49-F238E27FC236}">
                <a16:creationId xmlns:a16="http://schemas.microsoft.com/office/drawing/2014/main" id="{E7F3F1E6-7842-4DBF-93BE-E2D74FE936CD}"/>
              </a:ext>
            </a:extLst>
          </p:cNvPr>
          <p:cNvSpPr/>
          <p:nvPr/>
        </p:nvSpPr>
        <p:spPr>
          <a:xfrm>
            <a:off x="7709617" y="2392005"/>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1</a:t>
            </a:r>
            <a:endParaRPr lang="en-US" dirty="0">
              <a:solidFill>
                <a:schemeClr val="accent6"/>
              </a:solidFill>
            </a:endParaRPr>
          </a:p>
        </p:txBody>
      </p:sp>
      <p:sp>
        <p:nvSpPr>
          <p:cNvPr id="305" name="Oval 304">
            <a:extLst>
              <a:ext uri="{FF2B5EF4-FFF2-40B4-BE49-F238E27FC236}">
                <a16:creationId xmlns:a16="http://schemas.microsoft.com/office/drawing/2014/main" id="{4A8BBCCD-B5BF-48DD-8126-A474AB04C35A}"/>
              </a:ext>
            </a:extLst>
          </p:cNvPr>
          <p:cNvSpPr/>
          <p:nvPr/>
        </p:nvSpPr>
        <p:spPr>
          <a:xfrm>
            <a:off x="7207597" y="2631069"/>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M</a:t>
            </a:r>
            <a:endParaRPr lang="en-US" dirty="0">
              <a:solidFill>
                <a:schemeClr val="accent6"/>
              </a:solidFill>
            </a:endParaRPr>
          </a:p>
        </p:txBody>
      </p:sp>
      <p:sp>
        <p:nvSpPr>
          <p:cNvPr id="155" name="Oval 154">
            <a:extLst>
              <a:ext uri="{FF2B5EF4-FFF2-40B4-BE49-F238E27FC236}">
                <a16:creationId xmlns:a16="http://schemas.microsoft.com/office/drawing/2014/main" id="{91E354EA-BEB1-4527-8D24-B5BEA9BC2590}"/>
              </a:ext>
            </a:extLst>
          </p:cNvPr>
          <p:cNvSpPr/>
          <p:nvPr/>
        </p:nvSpPr>
        <p:spPr>
          <a:xfrm>
            <a:off x="7211823" y="213939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2</a:t>
            </a:r>
            <a:endParaRPr lang="en-US" dirty="0">
              <a:solidFill>
                <a:schemeClr val="accent6"/>
              </a:solidFill>
            </a:endParaRPr>
          </a:p>
        </p:txBody>
      </p:sp>
      <p:cxnSp>
        <p:nvCxnSpPr>
          <p:cNvPr id="157" name="Straight Arrow Connector 156">
            <a:extLst>
              <a:ext uri="{FF2B5EF4-FFF2-40B4-BE49-F238E27FC236}">
                <a16:creationId xmlns:a16="http://schemas.microsoft.com/office/drawing/2014/main" id="{FBB07E9D-B23C-432E-8977-BA2CA612D97B}"/>
              </a:ext>
            </a:extLst>
          </p:cNvPr>
          <p:cNvCxnSpPr>
            <a:cxnSpLocks/>
          </p:cNvCxnSpPr>
          <p:nvPr/>
        </p:nvCxnSpPr>
        <p:spPr>
          <a:xfrm rot="10800000" flipV="1">
            <a:off x="5914425" y="2375207"/>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8" name="Straight Arrow Connector 157">
            <a:extLst>
              <a:ext uri="{FF2B5EF4-FFF2-40B4-BE49-F238E27FC236}">
                <a16:creationId xmlns:a16="http://schemas.microsoft.com/office/drawing/2014/main" id="{04781B4D-BCFF-4606-B7EF-5CDB042EABCB}"/>
              </a:ext>
            </a:extLst>
          </p:cNvPr>
          <p:cNvCxnSpPr>
            <a:cxnSpLocks/>
          </p:cNvCxnSpPr>
          <p:nvPr/>
        </p:nvCxnSpPr>
        <p:spPr>
          <a:xfrm flipV="1">
            <a:off x="5935702" y="273838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9" name="Straight Arrow Connector 158">
            <a:extLst>
              <a:ext uri="{FF2B5EF4-FFF2-40B4-BE49-F238E27FC236}">
                <a16:creationId xmlns:a16="http://schemas.microsoft.com/office/drawing/2014/main" id="{1E953FCC-3041-492F-9C06-126D3DA61B3B}"/>
              </a:ext>
            </a:extLst>
          </p:cNvPr>
          <p:cNvCxnSpPr>
            <a:cxnSpLocks/>
          </p:cNvCxnSpPr>
          <p:nvPr/>
        </p:nvCxnSpPr>
        <p:spPr>
          <a:xfrm rot="6840000" flipH="1">
            <a:off x="4757416" y="2523018"/>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0" name="Straight Arrow Connector 159">
            <a:extLst>
              <a:ext uri="{FF2B5EF4-FFF2-40B4-BE49-F238E27FC236}">
                <a16:creationId xmlns:a16="http://schemas.microsoft.com/office/drawing/2014/main" id="{2E766E14-07EA-47B1-BB78-5FC389FA1863}"/>
              </a:ext>
            </a:extLst>
          </p:cNvPr>
          <p:cNvCxnSpPr>
            <a:cxnSpLocks/>
          </p:cNvCxnSpPr>
          <p:nvPr/>
        </p:nvCxnSpPr>
        <p:spPr>
          <a:xfrm rot="14580000" flipH="1">
            <a:off x="5191977" y="2532748"/>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1" name="Straight Arrow Connector 160">
            <a:extLst>
              <a:ext uri="{FF2B5EF4-FFF2-40B4-BE49-F238E27FC236}">
                <a16:creationId xmlns:a16="http://schemas.microsoft.com/office/drawing/2014/main" id="{6541D93B-95C7-49CB-8424-3ED580106190}"/>
              </a:ext>
            </a:extLst>
          </p:cNvPr>
          <p:cNvCxnSpPr>
            <a:cxnSpLocks/>
          </p:cNvCxnSpPr>
          <p:nvPr/>
        </p:nvCxnSpPr>
        <p:spPr>
          <a:xfrm rot="5340000" flipH="1">
            <a:off x="7170025" y="2550130"/>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2" name="Rectangle 161">
            <a:extLst>
              <a:ext uri="{FF2B5EF4-FFF2-40B4-BE49-F238E27FC236}">
                <a16:creationId xmlns:a16="http://schemas.microsoft.com/office/drawing/2014/main" id="{2FCCD8A7-8E62-4911-BBD5-942E62C09888}"/>
              </a:ext>
            </a:extLst>
          </p:cNvPr>
          <p:cNvSpPr/>
          <p:nvPr/>
        </p:nvSpPr>
        <p:spPr>
          <a:xfrm>
            <a:off x="4820576" y="4412041"/>
            <a:ext cx="490198" cy="1828412"/>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45" name="Oval 144">
            <a:extLst>
              <a:ext uri="{FF2B5EF4-FFF2-40B4-BE49-F238E27FC236}">
                <a16:creationId xmlns:a16="http://schemas.microsoft.com/office/drawing/2014/main" id="{3166C6E9-B363-4853-87E4-3408682BDA67}"/>
              </a:ext>
            </a:extLst>
          </p:cNvPr>
          <p:cNvSpPr/>
          <p:nvPr/>
        </p:nvSpPr>
        <p:spPr>
          <a:xfrm>
            <a:off x="4642581" y="6068898"/>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sp>
        <p:nvSpPr>
          <p:cNvPr id="295" name="Oval 294">
            <a:extLst>
              <a:ext uri="{FF2B5EF4-FFF2-40B4-BE49-F238E27FC236}">
                <a16:creationId xmlns:a16="http://schemas.microsoft.com/office/drawing/2014/main" id="{E997ED73-D3C0-41B5-A7D6-45EBCAE17432}"/>
              </a:ext>
            </a:extLst>
          </p:cNvPr>
          <p:cNvSpPr/>
          <p:nvPr/>
        </p:nvSpPr>
        <p:spPr>
          <a:xfrm>
            <a:off x="5134882" y="606439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C</a:t>
            </a:r>
            <a:endParaRPr lang="en-US" dirty="0">
              <a:solidFill>
                <a:schemeClr val="accent6"/>
              </a:solidFill>
            </a:endParaRPr>
          </a:p>
        </p:txBody>
      </p:sp>
      <p:sp>
        <p:nvSpPr>
          <p:cNvPr id="163" name="Rectangle 162">
            <a:extLst>
              <a:ext uri="{FF2B5EF4-FFF2-40B4-BE49-F238E27FC236}">
                <a16:creationId xmlns:a16="http://schemas.microsoft.com/office/drawing/2014/main" id="{F9034E10-D9AB-4135-A284-2CD4E75DCAD4}"/>
              </a:ext>
            </a:extLst>
          </p:cNvPr>
          <p:cNvSpPr/>
          <p:nvPr/>
        </p:nvSpPr>
        <p:spPr>
          <a:xfrm>
            <a:off x="4818888" y="2824734"/>
            <a:ext cx="490198" cy="1587094"/>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299" name="Oval 298">
            <a:extLst>
              <a:ext uri="{FF2B5EF4-FFF2-40B4-BE49-F238E27FC236}">
                <a16:creationId xmlns:a16="http://schemas.microsoft.com/office/drawing/2014/main" id="{6490FEBE-9AB0-4AD8-AE43-8E33920E4F89}"/>
              </a:ext>
            </a:extLst>
          </p:cNvPr>
          <p:cNvSpPr/>
          <p:nvPr/>
        </p:nvSpPr>
        <p:spPr>
          <a:xfrm>
            <a:off x="4645778" y="4236405"/>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G</a:t>
            </a:r>
            <a:endParaRPr lang="en-US" dirty="0">
              <a:solidFill>
                <a:schemeClr val="accent6"/>
              </a:solidFill>
            </a:endParaRPr>
          </a:p>
        </p:txBody>
      </p:sp>
      <p:sp>
        <p:nvSpPr>
          <p:cNvPr id="164" name="Oval 163">
            <a:extLst>
              <a:ext uri="{FF2B5EF4-FFF2-40B4-BE49-F238E27FC236}">
                <a16:creationId xmlns:a16="http://schemas.microsoft.com/office/drawing/2014/main" id="{6351AE8E-D9AA-4395-8F19-E59C647E3787}"/>
              </a:ext>
            </a:extLst>
          </p:cNvPr>
          <p:cNvSpPr/>
          <p:nvPr/>
        </p:nvSpPr>
        <p:spPr>
          <a:xfrm>
            <a:off x="5137904" y="423274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4</a:t>
            </a:r>
            <a:endParaRPr lang="en-US" dirty="0">
              <a:solidFill>
                <a:schemeClr val="accent6"/>
              </a:solidFill>
            </a:endParaRPr>
          </a:p>
        </p:txBody>
      </p:sp>
      <p:cxnSp>
        <p:nvCxnSpPr>
          <p:cNvPr id="146" name="Straight Arrow Connector 145">
            <a:extLst>
              <a:ext uri="{FF2B5EF4-FFF2-40B4-BE49-F238E27FC236}">
                <a16:creationId xmlns:a16="http://schemas.microsoft.com/office/drawing/2014/main" id="{920B0B40-82B8-4B06-822B-19E9D990A3D0}"/>
              </a:ext>
            </a:extLst>
          </p:cNvPr>
          <p:cNvCxnSpPr>
            <a:cxnSpLocks/>
          </p:cNvCxnSpPr>
          <p:nvPr/>
        </p:nvCxnSpPr>
        <p:spPr>
          <a:xfrm rot="10800000" flipH="1">
            <a:off x="4980749" y="6099434"/>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5" name="Straight Arrow Connector 164">
            <a:extLst>
              <a:ext uri="{FF2B5EF4-FFF2-40B4-BE49-F238E27FC236}">
                <a16:creationId xmlns:a16="http://schemas.microsoft.com/office/drawing/2014/main" id="{90244CC6-B651-4058-BF85-2BF3824ECC8D}"/>
              </a:ext>
            </a:extLst>
          </p:cNvPr>
          <p:cNvCxnSpPr>
            <a:cxnSpLocks/>
          </p:cNvCxnSpPr>
          <p:nvPr/>
        </p:nvCxnSpPr>
        <p:spPr>
          <a:xfrm flipH="1">
            <a:off x="4993449" y="4556384"/>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6" name="Straight Arrow Connector 165">
            <a:extLst>
              <a:ext uri="{FF2B5EF4-FFF2-40B4-BE49-F238E27FC236}">
                <a16:creationId xmlns:a16="http://schemas.microsoft.com/office/drawing/2014/main" id="{9FCBCFBD-CB77-46B7-A2B2-FC85D00DA5A4}"/>
              </a:ext>
            </a:extLst>
          </p:cNvPr>
          <p:cNvCxnSpPr>
            <a:cxnSpLocks/>
          </p:cNvCxnSpPr>
          <p:nvPr/>
        </p:nvCxnSpPr>
        <p:spPr>
          <a:xfrm rot="5400000" flipV="1">
            <a:off x="4600340" y="5275674"/>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7" name="Straight Arrow Connector 166">
            <a:extLst>
              <a:ext uri="{FF2B5EF4-FFF2-40B4-BE49-F238E27FC236}">
                <a16:creationId xmlns:a16="http://schemas.microsoft.com/office/drawing/2014/main" id="{71474199-EC44-4EE7-A416-7D1A57EC9E78}"/>
              </a:ext>
            </a:extLst>
          </p:cNvPr>
          <p:cNvCxnSpPr>
            <a:cxnSpLocks/>
          </p:cNvCxnSpPr>
          <p:nvPr/>
        </p:nvCxnSpPr>
        <p:spPr>
          <a:xfrm rot="16200000" flipV="1">
            <a:off x="4486877" y="5264163"/>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8" name="Straight Arrow Connector 167">
            <a:extLst>
              <a:ext uri="{FF2B5EF4-FFF2-40B4-BE49-F238E27FC236}">
                <a16:creationId xmlns:a16="http://schemas.microsoft.com/office/drawing/2014/main" id="{BEAD1892-4A4E-4640-984B-AF60D5BB0DCB}"/>
              </a:ext>
            </a:extLst>
          </p:cNvPr>
          <p:cNvCxnSpPr>
            <a:cxnSpLocks/>
          </p:cNvCxnSpPr>
          <p:nvPr/>
        </p:nvCxnSpPr>
        <p:spPr>
          <a:xfrm rot="16200000" flipV="1">
            <a:off x="4975007" y="5264163"/>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1" name="Straight Arrow Connector 180">
            <a:extLst>
              <a:ext uri="{FF2B5EF4-FFF2-40B4-BE49-F238E27FC236}">
                <a16:creationId xmlns:a16="http://schemas.microsoft.com/office/drawing/2014/main" id="{1808B85A-EC74-40D0-9FC5-FB3E0C67E47C}"/>
              </a:ext>
            </a:extLst>
          </p:cNvPr>
          <p:cNvCxnSpPr>
            <a:cxnSpLocks/>
          </p:cNvCxnSpPr>
          <p:nvPr/>
        </p:nvCxnSpPr>
        <p:spPr>
          <a:xfrm rot="5400000" flipV="1">
            <a:off x="5079765" y="5293114"/>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2" name="Isosceles Triangle 181">
            <a:extLst>
              <a:ext uri="{FF2B5EF4-FFF2-40B4-BE49-F238E27FC236}">
                <a16:creationId xmlns:a16="http://schemas.microsoft.com/office/drawing/2014/main" id="{BE89D873-85EF-4774-82F1-C8206A193B02}"/>
              </a:ext>
            </a:extLst>
          </p:cNvPr>
          <p:cNvSpPr/>
          <p:nvPr/>
        </p:nvSpPr>
        <p:spPr>
          <a:xfrm>
            <a:off x="4823004" y="2306666"/>
            <a:ext cx="485449" cy="521463"/>
          </a:xfrm>
          <a:custGeom>
            <a:avLst/>
            <a:gdLst>
              <a:gd name="connsiteX0" fmla="*/ 0 w 506881"/>
              <a:gd name="connsiteY0" fmla="*/ 466695 h 466695"/>
              <a:gd name="connsiteX1" fmla="*/ 253441 w 506881"/>
              <a:gd name="connsiteY1" fmla="*/ 0 h 466695"/>
              <a:gd name="connsiteX2" fmla="*/ 506881 w 506881"/>
              <a:gd name="connsiteY2" fmla="*/ 466695 h 466695"/>
              <a:gd name="connsiteX3" fmla="*/ 0 w 506881"/>
              <a:gd name="connsiteY3" fmla="*/ 466695 h 466695"/>
              <a:gd name="connsiteX0" fmla="*/ 0 w 506881"/>
              <a:gd name="connsiteY0" fmla="*/ 516701 h 516701"/>
              <a:gd name="connsiteX1" fmla="*/ 239153 w 506881"/>
              <a:gd name="connsiteY1" fmla="*/ 0 h 516701"/>
              <a:gd name="connsiteX2" fmla="*/ 506881 w 506881"/>
              <a:gd name="connsiteY2" fmla="*/ 516701 h 516701"/>
              <a:gd name="connsiteX3" fmla="*/ 0 w 506881"/>
              <a:gd name="connsiteY3" fmla="*/ 516701 h 516701"/>
              <a:gd name="connsiteX0" fmla="*/ 0 w 492593"/>
              <a:gd name="connsiteY0" fmla="*/ 516701 h 516701"/>
              <a:gd name="connsiteX1" fmla="*/ 239153 w 492593"/>
              <a:gd name="connsiteY1" fmla="*/ 0 h 516701"/>
              <a:gd name="connsiteX2" fmla="*/ 492593 w 492593"/>
              <a:gd name="connsiteY2" fmla="*/ 514320 h 516701"/>
              <a:gd name="connsiteX3" fmla="*/ 0 w 492593"/>
              <a:gd name="connsiteY3" fmla="*/ 516701 h 516701"/>
              <a:gd name="connsiteX0" fmla="*/ 0 w 485449"/>
              <a:gd name="connsiteY0" fmla="*/ 521463 h 521463"/>
              <a:gd name="connsiteX1" fmla="*/ 232009 w 485449"/>
              <a:gd name="connsiteY1" fmla="*/ 0 h 521463"/>
              <a:gd name="connsiteX2" fmla="*/ 485449 w 485449"/>
              <a:gd name="connsiteY2" fmla="*/ 514320 h 521463"/>
              <a:gd name="connsiteX3" fmla="*/ 0 w 485449"/>
              <a:gd name="connsiteY3" fmla="*/ 521463 h 521463"/>
            </a:gdLst>
            <a:ahLst/>
            <a:cxnLst>
              <a:cxn ang="0">
                <a:pos x="connsiteX0" y="connsiteY0"/>
              </a:cxn>
              <a:cxn ang="0">
                <a:pos x="connsiteX1" y="connsiteY1"/>
              </a:cxn>
              <a:cxn ang="0">
                <a:pos x="connsiteX2" y="connsiteY2"/>
              </a:cxn>
              <a:cxn ang="0">
                <a:pos x="connsiteX3" y="connsiteY3"/>
              </a:cxn>
            </a:cxnLst>
            <a:rect l="l" t="t" r="r" b="b"/>
            <a:pathLst>
              <a:path w="485449" h="521463">
                <a:moveTo>
                  <a:pt x="0" y="521463"/>
                </a:moveTo>
                <a:lnTo>
                  <a:pt x="232009" y="0"/>
                </a:lnTo>
                <a:lnTo>
                  <a:pt x="485449" y="514320"/>
                </a:lnTo>
                <a:lnTo>
                  <a:pt x="0" y="521463"/>
                </a:lnTo>
                <a:close/>
              </a:path>
            </a:pathLst>
          </a:custGeom>
          <a:pattFill prst="smConfetti">
            <a:fgClr>
              <a:schemeClr val="tx1"/>
            </a:fgClr>
            <a:bgClr>
              <a:schemeClr val="bg1"/>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Oval 155">
            <a:extLst>
              <a:ext uri="{FF2B5EF4-FFF2-40B4-BE49-F238E27FC236}">
                <a16:creationId xmlns:a16="http://schemas.microsoft.com/office/drawing/2014/main" id="{DF138E19-5963-4C00-86F5-DBA655EADEF0}"/>
              </a:ext>
            </a:extLst>
          </p:cNvPr>
          <p:cNvSpPr/>
          <p:nvPr/>
        </p:nvSpPr>
        <p:spPr>
          <a:xfrm>
            <a:off x="4881303" y="213345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3</a:t>
            </a:r>
            <a:endParaRPr lang="en-US" dirty="0">
              <a:solidFill>
                <a:schemeClr val="accent6"/>
              </a:solidFill>
            </a:endParaRPr>
          </a:p>
        </p:txBody>
      </p:sp>
      <p:sp>
        <p:nvSpPr>
          <p:cNvPr id="304" name="Oval 303">
            <a:extLst>
              <a:ext uri="{FF2B5EF4-FFF2-40B4-BE49-F238E27FC236}">
                <a16:creationId xmlns:a16="http://schemas.microsoft.com/office/drawing/2014/main" id="{873F9854-E082-4082-9F1D-E8B100BDAC05}"/>
              </a:ext>
            </a:extLst>
          </p:cNvPr>
          <p:cNvSpPr/>
          <p:nvPr/>
        </p:nvSpPr>
        <p:spPr>
          <a:xfrm>
            <a:off x="4633448" y="263780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L</a:t>
            </a:r>
            <a:endParaRPr lang="en-US" dirty="0">
              <a:solidFill>
                <a:schemeClr val="accent6"/>
              </a:solidFill>
            </a:endParaRPr>
          </a:p>
        </p:txBody>
      </p:sp>
      <p:sp>
        <p:nvSpPr>
          <p:cNvPr id="183" name="Oval 182">
            <a:extLst>
              <a:ext uri="{FF2B5EF4-FFF2-40B4-BE49-F238E27FC236}">
                <a16:creationId xmlns:a16="http://schemas.microsoft.com/office/drawing/2014/main" id="{3FFC500E-4C58-4DC7-A5E4-BC38B53F398D}"/>
              </a:ext>
            </a:extLst>
          </p:cNvPr>
          <p:cNvSpPr/>
          <p:nvPr/>
        </p:nvSpPr>
        <p:spPr>
          <a:xfrm>
            <a:off x="5166084" y="2658429"/>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5</a:t>
            </a:r>
            <a:endParaRPr lang="en-US" dirty="0">
              <a:solidFill>
                <a:schemeClr val="accent6"/>
              </a:solidFill>
            </a:endParaRPr>
          </a:p>
        </p:txBody>
      </p:sp>
      <p:cxnSp>
        <p:nvCxnSpPr>
          <p:cNvPr id="184" name="Straight Arrow Connector 183">
            <a:extLst>
              <a:ext uri="{FF2B5EF4-FFF2-40B4-BE49-F238E27FC236}">
                <a16:creationId xmlns:a16="http://schemas.microsoft.com/office/drawing/2014/main" id="{A032ACEC-B5E0-4F50-ADAD-CC32A7736D68}"/>
              </a:ext>
            </a:extLst>
          </p:cNvPr>
          <p:cNvCxnSpPr>
            <a:cxnSpLocks/>
          </p:cNvCxnSpPr>
          <p:nvPr/>
        </p:nvCxnSpPr>
        <p:spPr>
          <a:xfrm flipH="1">
            <a:off x="4993449" y="2924434"/>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5" name="Straight Arrow Connector 184">
            <a:extLst>
              <a:ext uri="{FF2B5EF4-FFF2-40B4-BE49-F238E27FC236}">
                <a16:creationId xmlns:a16="http://schemas.microsoft.com/office/drawing/2014/main" id="{6EB64C34-67AF-4563-87BA-096E44AB41DC}"/>
              </a:ext>
            </a:extLst>
          </p:cNvPr>
          <p:cNvCxnSpPr>
            <a:cxnSpLocks/>
          </p:cNvCxnSpPr>
          <p:nvPr/>
        </p:nvCxnSpPr>
        <p:spPr>
          <a:xfrm rot="10800000" flipH="1">
            <a:off x="4980749" y="4270916"/>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6" name="Straight Arrow Connector 185">
            <a:extLst>
              <a:ext uri="{FF2B5EF4-FFF2-40B4-BE49-F238E27FC236}">
                <a16:creationId xmlns:a16="http://schemas.microsoft.com/office/drawing/2014/main" id="{686A32AA-A2B2-42E9-A19C-A6510F1E26C3}"/>
              </a:ext>
            </a:extLst>
          </p:cNvPr>
          <p:cNvCxnSpPr>
            <a:cxnSpLocks/>
          </p:cNvCxnSpPr>
          <p:nvPr/>
        </p:nvCxnSpPr>
        <p:spPr>
          <a:xfrm rot="16200000" flipV="1">
            <a:off x="4976802" y="364901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7" name="Straight Arrow Connector 186">
            <a:extLst>
              <a:ext uri="{FF2B5EF4-FFF2-40B4-BE49-F238E27FC236}">
                <a16:creationId xmlns:a16="http://schemas.microsoft.com/office/drawing/2014/main" id="{FFC5E7CD-AC2B-4566-B67E-700874A24D27}"/>
              </a:ext>
            </a:extLst>
          </p:cNvPr>
          <p:cNvCxnSpPr>
            <a:cxnSpLocks/>
          </p:cNvCxnSpPr>
          <p:nvPr/>
        </p:nvCxnSpPr>
        <p:spPr>
          <a:xfrm rot="5400000" flipV="1">
            <a:off x="5081560" y="3677970"/>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8" name="Straight Arrow Connector 187">
            <a:extLst>
              <a:ext uri="{FF2B5EF4-FFF2-40B4-BE49-F238E27FC236}">
                <a16:creationId xmlns:a16="http://schemas.microsoft.com/office/drawing/2014/main" id="{8EB10A8C-A182-4862-908D-09E41AAD347F}"/>
              </a:ext>
            </a:extLst>
          </p:cNvPr>
          <p:cNvCxnSpPr>
            <a:cxnSpLocks/>
          </p:cNvCxnSpPr>
          <p:nvPr/>
        </p:nvCxnSpPr>
        <p:spPr>
          <a:xfrm rot="5400000" flipV="1">
            <a:off x="4598787" y="3649018"/>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9" name="Straight Arrow Connector 188">
            <a:extLst>
              <a:ext uri="{FF2B5EF4-FFF2-40B4-BE49-F238E27FC236}">
                <a16:creationId xmlns:a16="http://schemas.microsoft.com/office/drawing/2014/main" id="{81B8BE63-6DD7-4E1B-B798-065BDF5B447C}"/>
              </a:ext>
            </a:extLst>
          </p:cNvPr>
          <p:cNvCxnSpPr>
            <a:cxnSpLocks/>
          </p:cNvCxnSpPr>
          <p:nvPr/>
        </p:nvCxnSpPr>
        <p:spPr>
          <a:xfrm rot="16200000" flipV="1">
            <a:off x="4485324" y="3637507"/>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0" name="Rectangle 116">
            <a:extLst>
              <a:ext uri="{FF2B5EF4-FFF2-40B4-BE49-F238E27FC236}">
                <a16:creationId xmlns:a16="http://schemas.microsoft.com/office/drawing/2014/main" id="{EEEEF804-1CAE-4F25-A450-C56645A0617D}"/>
              </a:ext>
            </a:extLst>
          </p:cNvPr>
          <p:cNvSpPr/>
          <p:nvPr/>
        </p:nvSpPr>
        <p:spPr>
          <a:xfrm>
            <a:off x="2725901" y="2566797"/>
            <a:ext cx="609657" cy="1845788"/>
          </a:xfrm>
          <a:custGeom>
            <a:avLst/>
            <a:gdLst>
              <a:gd name="connsiteX0" fmla="*/ 0 w 115151"/>
              <a:gd name="connsiteY0" fmla="*/ 0 h 1833882"/>
              <a:gd name="connsiteX1" fmla="*/ 115151 w 115151"/>
              <a:gd name="connsiteY1" fmla="*/ 0 h 1833882"/>
              <a:gd name="connsiteX2" fmla="*/ 115151 w 115151"/>
              <a:gd name="connsiteY2" fmla="*/ 1833882 h 1833882"/>
              <a:gd name="connsiteX3" fmla="*/ 0 w 115151"/>
              <a:gd name="connsiteY3" fmla="*/ 1833882 h 1833882"/>
              <a:gd name="connsiteX4" fmla="*/ 0 w 115151"/>
              <a:gd name="connsiteY4" fmla="*/ 0 h 1833882"/>
              <a:gd name="connsiteX0" fmla="*/ 0 w 251676"/>
              <a:gd name="connsiteY0" fmla="*/ 0 h 1833882"/>
              <a:gd name="connsiteX1" fmla="*/ 251676 w 251676"/>
              <a:gd name="connsiteY1" fmla="*/ 0 h 1833882"/>
              <a:gd name="connsiteX2" fmla="*/ 115151 w 251676"/>
              <a:gd name="connsiteY2" fmla="*/ 1833882 h 1833882"/>
              <a:gd name="connsiteX3" fmla="*/ 0 w 251676"/>
              <a:gd name="connsiteY3" fmla="*/ 1833882 h 1833882"/>
              <a:gd name="connsiteX4" fmla="*/ 0 w 251676"/>
              <a:gd name="connsiteY4" fmla="*/ 0 h 1833882"/>
              <a:gd name="connsiteX0" fmla="*/ 0 w 442176"/>
              <a:gd name="connsiteY0" fmla="*/ 0 h 1833882"/>
              <a:gd name="connsiteX1" fmla="*/ 442176 w 442176"/>
              <a:gd name="connsiteY1" fmla="*/ 0 h 1833882"/>
              <a:gd name="connsiteX2" fmla="*/ 305651 w 442176"/>
              <a:gd name="connsiteY2" fmla="*/ 1833882 h 1833882"/>
              <a:gd name="connsiteX3" fmla="*/ 190500 w 442176"/>
              <a:gd name="connsiteY3" fmla="*/ 1833882 h 1833882"/>
              <a:gd name="connsiteX4" fmla="*/ 0 w 442176"/>
              <a:gd name="connsiteY4" fmla="*/ 0 h 1833882"/>
              <a:gd name="connsiteX0" fmla="*/ 0 w 527901"/>
              <a:gd name="connsiteY0" fmla="*/ 0 h 1837057"/>
              <a:gd name="connsiteX1" fmla="*/ 527901 w 527901"/>
              <a:gd name="connsiteY1" fmla="*/ 3175 h 1837057"/>
              <a:gd name="connsiteX2" fmla="*/ 391376 w 527901"/>
              <a:gd name="connsiteY2" fmla="*/ 1837057 h 1837057"/>
              <a:gd name="connsiteX3" fmla="*/ 276225 w 527901"/>
              <a:gd name="connsiteY3" fmla="*/ 1837057 h 1837057"/>
              <a:gd name="connsiteX4" fmla="*/ 0 w 527901"/>
              <a:gd name="connsiteY4" fmla="*/ 0 h 1837057"/>
              <a:gd name="connsiteX0" fmla="*/ 0 w 645376"/>
              <a:gd name="connsiteY0" fmla="*/ 3175 h 1840232"/>
              <a:gd name="connsiteX1" fmla="*/ 645376 w 645376"/>
              <a:gd name="connsiteY1" fmla="*/ 0 h 1840232"/>
              <a:gd name="connsiteX2" fmla="*/ 391376 w 645376"/>
              <a:gd name="connsiteY2" fmla="*/ 1840232 h 1840232"/>
              <a:gd name="connsiteX3" fmla="*/ 276225 w 645376"/>
              <a:gd name="connsiteY3" fmla="*/ 1840232 h 1840232"/>
              <a:gd name="connsiteX4" fmla="*/ 0 w 645376"/>
              <a:gd name="connsiteY4" fmla="*/ 3175 h 1840232"/>
              <a:gd name="connsiteX0" fmla="*/ 0 w 654901"/>
              <a:gd name="connsiteY0" fmla="*/ 0 h 1837057"/>
              <a:gd name="connsiteX1" fmla="*/ 654901 w 654901"/>
              <a:gd name="connsiteY1" fmla="*/ 3175 h 1837057"/>
              <a:gd name="connsiteX2" fmla="*/ 391376 w 654901"/>
              <a:gd name="connsiteY2" fmla="*/ 1837057 h 1837057"/>
              <a:gd name="connsiteX3" fmla="*/ 276225 w 654901"/>
              <a:gd name="connsiteY3" fmla="*/ 1837057 h 1837057"/>
              <a:gd name="connsiteX4" fmla="*/ 0 w 654901"/>
              <a:gd name="connsiteY4" fmla="*/ 0 h 1837057"/>
              <a:gd name="connsiteX0" fmla="*/ 0 w 658076"/>
              <a:gd name="connsiteY0" fmla="*/ 0 h 1833882"/>
              <a:gd name="connsiteX1" fmla="*/ 658076 w 658076"/>
              <a:gd name="connsiteY1" fmla="*/ 0 h 1833882"/>
              <a:gd name="connsiteX2" fmla="*/ 394551 w 658076"/>
              <a:gd name="connsiteY2" fmla="*/ 1833882 h 1833882"/>
              <a:gd name="connsiteX3" fmla="*/ 279400 w 658076"/>
              <a:gd name="connsiteY3" fmla="*/ 1833882 h 1833882"/>
              <a:gd name="connsiteX4" fmla="*/ 0 w 658076"/>
              <a:gd name="connsiteY4" fmla="*/ 0 h 1833882"/>
              <a:gd name="connsiteX0" fmla="*/ 0 w 696176"/>
              <a:gd name="connsiteY0" fmla="*/ 0 h 1833882"/>
              <a:gd name="connsiteX1" fmla="*/ 696176 w 696176"/>
              <a:gd name="connsiteY1" fmla="*/ 50006 h 1833882"/>
              <a:gd name="connsiteX2" fmla="*/ 394551 w 696176"/>
              <a:gd name="connsiteY2" fmla="*/ 1833882 h 1833882"/>
              <a:gd name="connsiteX3" fmla="*/ 279400 w 696176"/>
              <a:gd name="connsiteY3" fmla="*/ 1833882 h 1833882"/>
              <a:gd name="connsiteX4" fmla="*/ 0 w 696176"/>
              <a:gd name="connsiteY4" fmla="*/ 0 h 1833882"/>
              <a:gd name="connsiteX0" fmla="*/ 49213 w 416776"/>
              <a:gd name="connsiteY0" fmla="*/ 0 h 1833882"/>
              <a:gd name="connsiteX1" fmla="*/ 416776 w 416776"/>
              <a:gd name="connsiteY1" fmla="*/ 50006 h 1833882"/>
              <a:gd name="connsiteX2" fmla="*/ 115151 w 416776"/>
              <a:gd name="connsiteY2" fmla="*/ 1833882 h 1833882"/>
              <a:gd name="connsiteX3" fmla="*/ 0 w 416776"/>
              <a:gd name="connsiteY3" fmla="*/ 1833882 h 1833882"/>
              <a:gd name="connsiteX4" fmla="*/ 49213 w 416776"/>
              <a:gd name="connsiteY4" fmla="*/ 0 h 1833882"/>
              <a:gd name="connsiteX0" fmla="*/ 65881 w 416776"/>
              <a:gd name="connsiteY0" fmla="*/ 0 h 1838645"/>
              <a:gd name="connsiteX1" fmla="*/ 416776 w 416776"/>
              <a:gd name="connsiteY1" fmla="*/ 54769 h 1838645"/>
              <a:gd name="connsiteX2" fmla="*/ 115151 w 416776"/>
              <a:gd name="connsiteY2" fmla="*/ 1838645 h 1838645"/>
              <a:gd name="connsiteX3" fmla="*/ 0 w 416776"/>
              <a:gd name="connsiteY3" fmla="*/ 1838645 h 1838645"/>
              <a:gd name="connsiteX4" fmla="*/ 65881 w 416776"/>
              <a:gd name="connsiteY4" fmla="*/ 0 h 1838645"/>
              <a:gd name="connsiteX0" fmla="*/ 65881 w 516788"/>
              <a:gd name="connsiteY0" fmla="*/ 0 h 1838645"/>
              <a:gd name="connsiteX1" fmla="*/ 516788 w 516788"/>
              <a:gd name="connsiteY1" fmla="*/ 71438 h 1838645"/>
              <a:gd name="connsiteX2" fmla="*/ 115151 w 516788"/>
              <a:gd name="connsiteY2" fmla="*/ 1838645 h 1838645"/>
              <a:gd name="connsiteX3" fmla="*/ 0 w 516788"/>
              <a:gd name="connsiteY3" fmla="*/ 1838645 h 1838645"/>
              <a:gd name="connsiteX4" fmla="*/ 65881 w 516788"/>
              <a:gd name="connsiteY4" fmla="*/ 0 h 1838645"/>
              <a:gd name="connsiteX0" fmla="*/ 65881 w 659663"/>
              <a:gd name="connsiteY0" fmla="*/ 0 h 1838645"/>
              <a:gd name="connsiteX1" fmla="*/ 659663 w 659663"/>
              <a:gd name="connsiteY1" fmla="*/ 78582 h 1838645"/>
              <a:gd name="connsiteX2" fmla="*/ 115151 w 659663"/>
              <a:gd name="connsiteY2" fmla="*/ 1838645 h 1838645"/>
              <a:gd name="connsiteX3" fmla="*/ 0 w 659663"/>
              <a:gd name="connsiteY3" fmla="*/ 1838645 h 1838645"/>
              <a:gd name="connsiteX4" fmla="*/ 65881 w 659663"/>
              <a:gd name="connsiteY4" fmla="*/ 0 h 1838645"/>
              <a:gd name="connsiteX0" fmla="*/ 15875 w 609657"/>
              <a:gd name="connsiteY0" fmla="*/ 0 h 1841027"/>
              <a:gd name="connsiteX1" fmla="*/ 609657 w 609657"/>
              <a:gd name="connsiteY1" fmla="*/ 78582 h 1841027"/>
              <a:gd name="connsiteX2" fmla="*/ 65145 w 609657"/>
              <a:gd name="connsiteY2" fmla="*/ 1838645 h 1841027"/>
              <a:gd name="connsiteX3" fmla="*/ 0 w 609657"/>
              <a:gd name="connsiteY3" fmla="*/ 1841027 h 1841027"/>
              <a:gd name="connsiteX4" fmla="*/ 15875 w 609657"/>
              <a:gd name="connsiteY4" fmla="*/ 0 h 1841027"/>
              <a:gd name="connsiteX0" fmla="*/ 15875 w 609657"/>
              <a:gd name="connsiteY0" fmla="*/ 0 h 1845788"/>
              <a:gd name="connsiteX1" fmla="*/ 609657 w 609657"/>
              <a:gd name="connsiteY1" fmla="*/ 78582 h 1845788"/>
              <a:gd name="connsiteX2" fmla="*/ 12757 w 609657"/>
              <a:gd name="connsiteY2" fmla="*/ 1845788 h 1845788"/>
              <a:gd name="connsiteX3" fmla="*/ 0 w 609657"/>
              <a:gd name="connsiteY3" fmla="*/ 1841027 h 1845788"/>
              <a:gd name="connsiteX4" fmla="*/ 15875 w 609657"/>
              <a:gd name="connsiteY4" fmla="*/ 0 h 1845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57" h="1845788">
                <a:moveTo>
                  <a:pt x="15875" y="0"/>
                </a:moveTo>
                <a:lnTo>
                  <a:pt x="609657" y="78582"/>
                </a:lnTo>
                <a:lnTo>
                  <a:pt x="12757" y="1845788"/>
                </a:lnTo>
                <a:lnTo>
                  <a:pt x="0" y="1841027"/>
                </a:lnTo>
                <a:lnTo>
                  <a:pt x="15875"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solidFill>
                <a:schemeClr val="bg1"/>
              </a:solidFill>
            </a:endParaRPr>
          </a:p>
        </p:txBody>
      </p:sp>
      <p:sp>
        <p:nvSpPr>
          <p:cNvPr id="192" name="Isosceles Triangle 181">
            <a:extLst>
              <a:ext uri="{FF2B5EF4-FFF2-40B4-BE49-F238E27FC236}">
                <a16:creationId xmlns:a16="http://schemas.microsoft.com/office/drawing/2014/main" id="{286D726A-AA79-4D78-A087-1749FD0B48CC}"/>
              </a:ext>
            </a:extLst>
          </p:cNvPr>
          <p:cNvSpPr/>
          <p:nvPr/>
        </p:nvSpPr>
        <p:spPr>
          <a:xfrm>
            <a:off x="2738651" y="2107167"/>
            <a:ext cx="615391" cy="533370"/>
          </a:xfrm>
          <a:custGeom>
            <a:avLst/>
            <a:gdLst>
              <a:gd name="connsiteX0" fmla="*/ 0 w 506881"/>
              <a:gd name="connsiteY0" fmla="*/ 466695 h 466695"/>
              <a:gd name="connsiteX1" fmla="*/ 253441 w 506881"/>
              <a:gd name="connsiteY1" fmla="*/ 0 h 466695"/>
              <a:gd name="connsiteX2" fmla="*/ 506881 w 506881"/>
              <a:gd name="connsiteY2" fmla="*/ 466695 h 466695"/>
              <a:gd name="connsiteX3" fmla="*/ 0 w 506881"/>
              <a:gd name="connsiteY3" fmla="*/ 466695 h 466695"/>
              <a:gd name="connsiteX0" fmla="*/ 0 w 506881"/>
              <a:gd name="connsiteY0" fmla="*/ 516701 h 516701"/>
              <a:gd name="connsiteX1" fmla="*/ 239153 w 506881"/>
              <a:gd name="connsiteY1" fmla="*/ 0 h 516701"/>
              <a:gd name="connsiteX2" fmla="*/ 506881 w 506881"/>
              <a:gd name="connsiteY2" fmla="*/ 516701 h 516701"/>
              <a:gd name="connsiteX3" fmla="*/ 0 w 506881"/>
              <a:gd name="connsiteY3" fmla="*/ 516701 h 516701"/>
              <a:gd name="connsiteX0" fmla="*/ 0 w 492593"/>
              <a:gd name="connsiteY0" fmla="*/ 516701 h 516701"/>
              <a:gd name="connsiteX1" fmla="*/ 239153 w 492593"/>
              <a:gd name="connsiteY1" fmla="*/ 0 h 516701"/>
              <a:gd name="connsiteX2" fmla="*/ 492593 w 492593"/>
              <a:gd name="connsiteY2" fmla="*/ 514320 h 516701"/>
              <a:gd name="connsiteX3" fmla="*/ 0 w 492593"/>
              <a:gd name="connsiteY3" fmla="*/ 516701 h 516701"/>
              <a:gd name="connsiteX0" fmla="*/ 0 w 485449"/>
              <a:gd name="connsiteY0" fmla="*/ 521463 h 521463"/>
              <a:gd name="connsiteX1" fmla="*/ 232009 w 485449"/>
              <a:gd name="connsiteY1" fmla="*/ 0 h 521463"/>
              <a:gd name="connsiteX2" fmla="*/ 485449 w 485449"/>
              <a:gd name="connsiteY2" fmla="*/ 514320 h 521463"/>
              <a:gd name="connsiteX3" fmla="*/ 0 w 485449"/>
              <a:gd name="connsiteY3" fmla="*/ 521463 h 521463"/>
              <a:gd name="connsiteX0" fmla="*/ 0 w 740243"/>
              <a:gd name="connsiteY0" fmla="*/ 480982 h 514320"/>
              <a:gd name="connsiteX1" fmla="*/ 486803 w 740243"/>
              <a:gd name="connsiteY1" fmla="*/ 0 h 514320"/>
              <a:gd name="connsiteX2" fmla="*/ 740243 w 740243"/>
              <a:gd name="connsiteY2" fmla="*/ 514320 h 514320"/>
              <a:gd name="connsiteX3" fmla="*/ 0 w 740243"/>
              <a:gd name="connsiteY3" fmla="*/ 480982 h 514320"/>
              <a:gd name="connsiteX0" fmla="*/ 0 w 740243"/>
              <a:gd name="connsiteY0" fmla="*/ 464313 h 497651"/>
              <a:gd name="connsiteX1" fmla="*/ 615391 w 740243"/>
              <a:gd name="connsiteY1" fmla="*/ 0 h 497651"/>
              <a:gd name="connsiteX2" fmla="*/ 740243 w 740243"/>
              <a:gd name="connsiteY2" fmla="*/ 497651 h 497651"/>
              <a:gd name="connsiteX3" fmla="*/ 0 w 740243"/>
              <a:gd name="connsiteY3" fmla="*/ 464313 h 497651"/>
              <a:gd name="connsiteX0" fmla="*/ 0 w 615391"/>
              <a:gd name="connsiteY0" fmla="*/ 464313 h 533370"/>
              <a:gd name="connsiteX1" fmla="*/ 615391 w 615391"/>
              <a:gd name="connsiteY1" fmla="*/ 0 h 533370"/>
              <a:gd name="connsiteX2" fmla="*/ 599749 w 615391"/>
              <a:gd name="connsiteY2" fmla="*/ 533370 h 533370"/>
              <a:gd name="connsiteX3" fmla="*/ 0 w 615391"/>
              <a:gd name="connsiteY3" fmla="*/ 464313 h 533370"/>
            </a:gdLst>
            <a:ahLst/>
            <a:cxnLst>
              <a:cxn ang="0">
                <a:pos x="connsiteX0" y="connsiteY0"/>
              </a:cxn>
              <a:cxn ang="0">
                <a:pos x="connsiteX1" y="connsiteY1"/>
              </a:cxn>
              <a:cxn ang="0">
                <a:pos x="connsiteX2" y="connsiteY2"/>
              </a:cxn>
              <a:cxn ang="0">
                <a:pos x="connsiteX3" y="connsiteY3"/>
              </a:cxn>
            </a:cxnLst>
            <a:rect l="l" t="t" r="r" b="b"/>
            <a:pathLst>
              <a:path w="615391" h="533370">
                <a:moveTo>
                  <a:pt x="0" y="464313"/>
                </a:moveTo>
                <a:lnTo>
                  <a:pt x="615391" y="0"/>
                </a:lnTo>
                <a:lnTo>
                  <a:pt x="599749" y="533370"/>
                </a:lnTo>
                <a:lnTo>
                  <a:pt x="0" y="464313"/>
                </a:lnTo>
                <a:close/>
              </a:path>
            </a:pathLst>
          </a:custGeom>
          <a:pattFill prst="smConfetti">
            <a:fgClr>
              <a:schemeClr val="tx1"/>
            </a:fgClr>
            <a:bgClr>
              <a:schemeClr val="bg1"/>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a:extLst>
              <a:ext uri="{FF2B5EF4-FFF2-40B4-BE49-F238E27FC236}">
                <a16:creationId xmlns:a16="http://schemas.microsoft.com/office/drawing/2014/main" id="{67A1B56D-8F01-4230-8937-D9F688EC4F8B}"/>
              </a:ext>
            </a:extLst>
          </p:cNvPr>
          <p:cNvSpPr/>
          <p:nvPr/>
        </p:nvSpPr>
        <p:spPr>
          <a:xfrm>
            <a:off x="3191014" y="1897289"/>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V</a:t>
            </a:r>
            <a:endParaRPr lang="en-US" dirty="0">
              <a:solidFill>
                <a:schemeClr val="accent6"/>
              </a:solidFill>
            </a:endParaRPr>
          </a:p>
        </p:txBody>
      </p:sp>
      <p:sp>
        <p:nvSpPr>
          <p:cNvPr id="303" name="Oval 302">
            <a:extLst>
              <a:ext uri="{FF2B5EF4-FFF2-40B4-BE49-F238E27FC236}">
                <a16:creationId xmlns:a16="http://schemas.microsoft.com/office/drawing/2014/main" id="{15FA5F7E-26C9-47B3-BC05-D68924780B80}"/>
              </a:ext>
            </a:extLst>
          </p:cNvPr>
          <p:cNvSpPr/>
          <p:nvPr/>
        </p:nvSpPr>
        <p:spPr>
          <a:xfrm>
            <a:off x="2507113" y="2395589"/>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K</a:t>
            </a:r>
            <a:endParaRPr lang="en-US" dirty="0">
              <a:solidFill>
                <a:schemeClr val="accent6"/>
              </a:solidFill>
            </a:endParaRPr>
          </a:p>
        </p:txBody>
      </p:sp>
      <p:sp>
        <p:nvSpPr>
          <p:cNvPr id="193" name="Oval 192">
            <a:extLst>
              <a:ext uri="{FF2B5EF4-FFF2-40B4-BE49-F238E27FC236}">
                <a16:creationId xmlns:a16="http://schemas.microsoft.com/office/drawing/2014/main" id="{42C95D24-807A-45C2-B23E-26C5D817F53C}"/>
              </a:ext>
            </a:extLst>
          </p:cNvPr>
          <p:cNvSpPr/>
          <p:nvPr/>
        </p:nvSpPr>
        <p:spPr>
          <a:xfrm>
            <a:off x="3201289" y="2465783"/>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6</a:t>
            </a:r>
            <a:endParaRPr lang="en-US" dirty="0">
              <a:solidFill>
                <a:schemeClr val="accent6"/>
              </a:solidFill>
            </a:endParaRPr>
          </a:p>
        </p:txBody>
      </p:sp>
      <p:sp>
        <p:nvSpPr>
          <p:cNvPr id="298" name="Oval 297">
            <a:extLst>
              <a:ext uri="{FF2B5EF4-FFF2-40B4-BE49-F238E27FC236}">
                <a16:creationId xmlns:a16="http://schemas.microsoft.com/office/drawing/2014/main" id="{BDD707F5-0BE8-471A-B269-DAB47FAED13A}"/>
              </a:ext>
            </a:extLst>
          </p:cNvPr>
          <p:cNvSpPr/>
          <p:nvPr/>
        </p:nvSpPr>
        <p:spPr>
          <a:xfrm>
            <a:off x="2555071" y="4245565"/>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F</a:t>
            </a:r>
            <a:endParaRPr lang="en-US" dirty="0"/>
          </a:p>
        </p:txBody>
      </p:sp>
      <p:cxnSp>
        <p:nvCxnSpPr>
          <p:cNvPr id="194" name="Straight Arrow Connector 193">
            <a:extLst>
              <a:ext uri="{FF2B5EF4-FFF2-40B4-BE49-F238E27FC236}">
                <a16:creationId xmlns:a16="http://schemas.microsoft.com/office/drawing/2014/main" id="{986ADC7F-59C1-4BED-BE29-4A81C33FECA9}"/>
              </a:ext>
            </a:extLst>
          </p:cNvPr>
          <p:cNvCxnSpPr>
            <a:cxnSpLocks/>
          </p:cNvCxnSpPr>
          <p:nvPr/>
        </p:nvCxnSpPr>
        <p:spPr>
          <a:xfrm rot="16320000" flipH="1">
            <a:off x="3334620" y="2355603"/>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5" name="Straight Arrow Connector 194">
            <a:extLst>
              <a:ext uri="{FF2B5EF4-FFF2-40B4-BE49-F238E27FC236}">
                <a16:creationId xmlns:a16="http://schemas.microsoft.com/office/drawing/2014/main" id="{C73648A5-1F92-4363-BD64-9AE84474F88B}"/>
              </a:ext>
            </a:extLst>
          </p:cNvPr>
          <p:cNvCxnSpPr>
            <a:cxnSpLocks/>
          </p:cNvCxnSpPr>
          <p:nvPr/>
        </p:nvCxnSpPr>
        <p:spPr>
          <a:xfrm rot="11220000" flipV="1">
            <a:off x="3832200" y="2799418"/>
            <a:ext cx="37490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6" name="Straight Arrow Connector 195">
            <a:extLst>
              <a:ext uri="{FF2B5EF4-FFF2-40B4-BE49-F238E27FC236}">
                <a16:creationId xmlns:a16="http://schemas.microsoft.com/office/drawing/2014/main" id="{B0A09CE7-F94A-4732-98C5-06601309EC58}"/>
              </a:ext>
            </a:extLst>
          </p:cNvPr>
          <p:cNvCxnSpPr>
            <a:cxnSpLocks/>
          </p:cNvCxnSpPr>
          <p:nvPr/>
        </p:nvCxnSpPr>
        <p:spPr>
          <a:xfrm rot="540000" flipH="1">
            <a:off x="2937068" y="2672822"/>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7" name="Straight Arrow Connector 196">
            <a:extLst>
              <a:ext uri="{FF2B5EF4-FFF2-40B4-BE49-F238E27FC236}">
                <a16:creationId xmlns:a16="http://schemas.microsoft.com/office/drawing/2014/main" id="{081EA834-0711-40DB-828D-9EBEF28B05CE}"/>
              </a:ext>
            </a:extLst>
          </p:cNvPr>
          <p:cNvCxnSpPr>
            <a:cxnSpLocks/>
          </p:cNvCxnSpPr>
          <p:nvPr/>
        </p:nvCxnSpPr>
        <p:spPr>
          <a:xfrm rot="5400000" flipV="1">
            <a:off x="2514429" y="3395454"/>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8" name="Straight Arrow Connector 197">
            <a:extLst>
              <a:ext uri="{FF2B5EF4-FFF2-40B4-BE49-F238E27FC236}">
                <a16:creationId xmlns:a16="http://schemas.microsoft.com/office/drawing/2014/main" id="{BB9A299E-6750-4E12-B98C-51CCD0D85ABF}"/>
              </a:ext>
            </a:extLst>
          </p:cNvPr>
          <p:cNvCxnSpPr>
            <a:cxnSpLocks/>
          </p:cNvCxnSpPr>
          <p:nvPr/>
        </p:nvCxnSpPr>
        <p:spPr>
          <a:xfrm rot="17220000" flipV="1">
            <a:off x="2853907" y="3325546"/>
            <a:ext cx="3657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42197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2" name="Group 251">
            <a:extLst>
              <a:ext uri="{FF2B5EF4-FFF2-40B4-BE49-F238E27FC236}">
                <a16:creationId xmlns:a16="http://schemas.microsoft.com/office/drawing/2014/main" id="{3FD7EEEF-3529-4A48-AD2B-C975FF0DD39E}"/>
              </a:ext>
            </a:extLst>
          </p:cNvPr>
          <p:cNvGrpSpPr/>
          <p:nvPr/>
        </p:nvGrpSpPr>
        <p:grpSpPr>
          <a:xfrm>
            <a:off x="418305" y="747246"/>
            <a:ext cx="2325597" cy="1338636"/>
            <a:chOff x="318136" y="1316095"/>
            <a:chExt cx="1776224" cy="1399494"/>
          </a:xfrm>
        </p:grpSpPr>
        <p:sp>
          <p:nvSpPr>
            <p:cNvPr id="265" name="Rectangle 264">
              <a:extLst>
                <a:ext uri="{FF2B5EF4-FFF2-40B4-BE49-F238E27FC236}">
                  <a16:creationId xmlns:a16="http://schemas.microsoft.com/office/drawing/2014/main" id="{5D9919B7-BDC0-4F4F-B243-ADB954D1BC7D}"/>
                </a:ext>
              </a:extLst>
            </p:cNvPr>
            <p:cNvSpPr/>
            <p:nvPr/>
          </p:nvSpPr>
          <p:spPr>
            <a:xfrm rot="5400000">
              <a:off x="506501" y="1127730"/>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67" name="Straight Arrow Connector 266">
              <a:extLst>
                <a:ext uri="{FF2B5EF4-FFF2-40B4-BE49-F238E27FC236}">
                  <a16:creationId xmlns:a16="http://schemas.microsoft.com/office/drawing/2014/main" id="{062326DE-29F4-4128-8063-0B1520C23852}"/>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8" name="Straight Arrow Connector 267">
              <a:extLst>
                <a:ext uri="{FF2B5EF4-FFF2-40B4-BE49-F238E27FC236}">
                  <a16:creationId xmlns:a16="http://schemas.microsoft.com/office/drawing/2014/main" id="{EBD747DF-6F21-4AD4-803D-624B37980DDB}"/>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9" name="Straight Arrow Connector 268">
              <a:extLst>
                <a:ext uri="{FF2B5EF4-FFF2-40B4-BE49-F238E27FC236}">
                  <a16:creationId xmlns:a16="http://schemas.microsoft.com/office/drawing/2014/main" id="{7E3F25D0-7679-44D0-B9E9-9851092A28DE}"/>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53" name="Group 252">
            <a:extLst>
              <a:ext uri="{FF2B5EF4-FFF2-40B4-BE49-F238E27FC236}">
                <a16:creationId xmlns:a16="http://schemas.microsoft.com/office/drawing/2014/main" id="{2374E498-73CE-47F1-8271-78A7F34DEAC2}"/>
              </a:ext>
            </a:extLst>
          </p:cNvPr>
          <p:cNvGrpSpPr/>
          <p:nvPr/>
        </p:nvGrpSpPr>
        <p:grpSpPr>
          <a:xfrm>
            <a:off x="417944" y="2637806"/>
            <a:ext cx="2325597" cy="1774127"/>
            <a:chOff x="318136" y="1316090"/>
            <a:chExt cx="1776224" cy="1399494"/>
          </a:xfrm>
        </p:grpSpPr>
        <p:sp>
          <p:nvSpPr>
            <p:cNvPr id="260" name="Rectangle 259">
              <a:extLst>
                <a:ext uri="{FF2B5EF4-FFF2-40B4-BE49-F238E27FC236}">
                  <a16:creationId xmlns:a16="http://schemas.microsoft.com/office/drawing/2014/main" id="{29514B38-0EFA-4A78-8535-F699CE69EA4D}"/>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61" name="Straight Arrow Connector 260">
              <a:extLst>
                <a:ext uri="{FF2B5EF4-FFF2-40B4-BE49-F238E27FC236}">
                  <a16:creationId xmlns:a16="http://schemas.microsoft.com/office/drawing/2014/main" id="{AA6842D4-9767-4970-A599-1150CFA35DE7}"/>
                </a:ext>
              </a:extLst>
            </p:cNvPr>
            <p:cNvCxnSpPr>
              <a:cxnSpLocks/>
            </p:cNvCxnSpPr>
            <p:nvPr/>
          </p:nvCxnSpPr>
          <p:spPr>
            <a:xfrm rot="16200000" flipV="1">
              <a:off x="1817079" y="193922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2" name="Straight Arrow Connector 261">
              <a:extLst>
                <a:ext uri="{FF2B5EF4-FFF2-40B4-BE49-F238E27FC236}">
                  <a16:creationId xmlns:a16="http://schemas.microsoft.com/office/drawing/2014/main" id="{59B9B561-5039-439D-82F6-0D8FF3951E7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3" name="Straight Arrow Connector 262">
              <a:extLst>
                <a:ext uri="{FF2B5EF4-FFF2-40B4-BE49-F238E27FC236}">
                  <a16:creationId xmlns:a16="http://schemas.microsoft.com/office/drawing/2014/main" id="{12A0B741-8CE6-49B3-94E9-822F86E57B44}"/>
                </a:ext>
              </a:extLst>
            </p:cNvPr>
            <p:cNvCxnSpPr>
              <a:cxnSpLocks/>
            </p:cNvCxnSpPr>
            <p:nvPr/>
          </p:nvCxnSpPr>
          <p:spPr>
            <a:xfrm rot="5400000" flipV="1">
              <a:off x="162586"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4" name="Straight Arrow Connector 263">
              <a:extLst>
                <a:ext uri="{FF2B5EF4-FFF2-40B4-BE49-F238E27FC236}">
                  <a16:creationId xmlns:a16="http://schemas.microsoft.com/office/drawing/2014/main" id="{A61BABD6-ABBA-4CDA-8C92-04AE4F0F25F1}"/>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54" name="Group 253">
            <a:extLst>
              <a:ext uri="{FF2B5EF4-FFF2-40B4-BE49-F238E27FC236}">
                <a16:creationId xmlns:a16="http://schemas.microsoft.com/office/drawing/2014/main" id="{168685E4-FB57-4593-90FE-4BAE72C0E41B}"/>
              </a:ext>
            </a:extLst>
          </p:cNvPr>
          <p:cNvGrpSpPr/>
          <p:nvPr/>
        </p:nvGrpSpPr>
        <p:grpSpPr>
          <a:xfrm>
            <a:off x="417944" y="4411934"/>
            <a:ext cx="2325597" cy="1832347"/>
            <a:chOff x="318136" y="1316090"/>
            <a:chExt cx="1776224" cy="1399494"/>
          </a:xfrm>
        </p:grpSpPr>
        <p:sp>
          <p:nvSpPr>
            <p:cNvPr id="255" name="Rectangle 254">
              <a:extLst>
                <a:ext uri="{FF2B5EF4-FFF2-40B4-BE49-F238E27FC236}">
                  <a16:creationId xmlns:a16="http://schemas.microsoft.com/office/drawing/2014/main" id="{C96C5F7A-8062-4C64-A47C-3C0EA1F4A9A1}"/>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56" name="Straight Arrow Connector 255">
              <a:extLst>
                <a:ext uri="{FF2B5EF4-FFF2-40B4-BE49-F238E27FC236}">
                  <a16:creationId xmlns:a16="http://schemas.microsoft.com/office/drawing/2014/main" id="{D8AF5737-5F69-498D-8244-E2D92D7822AF}"/>
                </a:ext>
              </a:extLst>
            </p:cNvPr>
            <p:cNvCxnSpPr>
              <a:cxnSpLocks/>
            </p:cNvCxnSpPr>
            <p:nvPr/>
          </p:nvCxnSpPr>
          <p:spPr>
            <a:xfrm rot="16200000" flipV="1">
              <a:off x="1806122" y="19669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7" name="Straight Arrow Connector 256">
              <a:extLst>
                <a:ext uri="{FF2B5EF4-FFF2-40B4-BE49-F238E27FC236}">
                  <a16:creationId xmlns:a16="http://schemas.microsoft.com/office/drawing/2014/main" id="{5C960DAB-7576-41DE-91BF-93767C394DE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8" name="Straight Arrow Connector 257">
              <a:extLst>
                <a:ext uri="{FF2B5EF4-FFF2-40B4-BE49-F238E27FC236}">
                  <a16:creationId xmlns:a16="http://schemas.microsoft.com/office/drawing/2014/main" id="{7EEEDC97-ACA7-4FAC-A842-F4841C135DD6}"/>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9" name="Straight Arrow Connector 258">
              <a:extLst>
                <a:ext uri="{FF2B5EF4-FFF2-40B4-BE49-F238E27FC236}">
                  <a16:creationId xmlns:a16="http://schemas.microsoft.com/office/drawing/2014/main" id="{962A0292-9F9F-435D-99E1-7D79EC4F2272}"/>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 name="Título 1">
            <a:extLst>
              <a:ext uri="{FF2B5EF4-FFF2-40B4-BE49-F238E27FC236}">
                <a16:creationId xmlns:a16="http://schemas.microsoft.com/office/drawing/2014/main" id="{D5503A07-0117-4081-A30C-D1624E0122FE}"/>
              </a:ext>
            </a:extLst>
          </p:cNvPr>
          <p:cNvSpPr>
            <a:spLocks noGrp="1"/>
          </p:cNvSpPr>
          <p:nvPr>
            <p:ph type="title"/>
          </p:nvPr>
        </p:nvSpPr>
        <p:spPr/>
        <p:txBody>
          <a:bodyPr/>
          <a:lstStyle/>
          <a:p>
            <a:r>
              <a:rPr lang="en-US" dirty="0"/>
              <a:t>Mesh Example – Edge 9</a:t>
            </a:r>
          </a:p>
        </p:txBody>
      </p:sp>
      <p:grpSp>
        <p:nvGrpSpPr>
          <p:cNvPr id="234" name="Group 233">
            <a:extLst>
              <a:ext uri="{FF2B5EF4-FFF2-40B4-BE49-F238E27FC236}">
                <a16:creationId xmlns:a16="http://schemas.microsoft.com/office/drawing/2014/main" id="{F7373373-5128-40BF-BC7C-67477999153F}"/>
              </a:ext>
            </a:extLst>
          </p:cNvPr>
          <p:cNvGrpSpPr/>
          <p:nvPr/>
        </p:nvGrpSpPr>
        <p:grpSpPr>
          <a:xfrm>
            <a:off x="2731060" y="747240"/>
            <a:ext cx="2325597" cy="1832347"/>
            <a:chOff x="318136" y="1316090"/>
            <a:chExt cx="1776224" cy="1399494"/>
          </a:xfrm>
        </p:grpSpPr>
        <p:sp>
          <p:nvSpPr>
            <p:cNvPr id="247" name="Rectangle 246">
              <a:extLst>
                <a:ext uri="{FF2B5EF4-FFF2-40B4-BE49-F238E27FC236}">
                  <a16:creationId xmlns:a16="http://schemas.microsoft.com/office/drawing/2014/main" id="{D45BF7AA-566D-466E-A2CE-54C10DF71D1A}"/>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48" name="Straight Arrow Connector 247">
              <a:extLst>
                <a:ext uri="{FF2B5EF4-FFF2-40B4-BE49-F238E27FC236}">
                  <a16:creationId xmlns:a16="http://schemas.microsoft.com/office/drawing/2014/main" id="{A44ED70F-1AE5-40BA-934F-F803D3CDE5F3}"/>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9" name="Straight Arrow Connector 248">
              <a:extLst>
                <a:ext uri="{FF2B5EF4-FFF2-40B4-BE49-F238E27FC236}">
                  <a16:creationId xmlns:a16="http://schemas.microsoft.com/office/drawing/2014/main" id="{7B762EFC-714F-4236-8963-00B77C457FF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0" name="Straight Arrow Connector 249">
              <a:extLst>
                <a:ext uri="{FF2B5EF4-FFF2-40B4-BE49-F238E27FC236}">
                  <a16:creationId xmlns:a16="http://schemas.microsoft.com/office/drawing/2014/main" id="{DBCEC684-5407-43F1-B0B6-BA7F5753A16A}"/>
                </a:ext>
              </a:extLst>
            </p:cNvPr>
            <p:cNvCxnSpPr>
              <a:cxnSpLocks/>
            </p:cNvCxnSpPr>
            <p:nvPr/>
          </p:nvCxnSpPr>
          <p:spPr>
            <a:xfrm rot="6000000" flipV="1">
              <a:off x="304380" y="196308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1" name="Straight Arrow Connector 250">
              <a:extLst>
                <a:ext uri="{FF2B5EF4-FFF2-40B4-BE49-F238E27FC236}">
                  <a16:creationId xmlns:a16="http://schemas.microsoft.com/office/drawing/2014/main" id="{BFE955E4-AC4D-4FA9-8DD0-7631C5985B45}"/>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35" name="Group 234">
            <a:extLst>
              <a:ext uri="{FF2B5EF4-FFF2-40B4-BE49-F238E27FC236}">
                <a16:creationId xmlns:a16="http://schemas.microsoft.com/office/drawing/2014/main" id="{60BDC115-0567-4C94-8188-43F0FA243DB4}"/>
              </a:ext>
            </a:extLst>
          </p:cNvPr>
          <p:cNvGrpSpPr/>
          <p:nvPr/>
        </p:nvGrpSpPr>
        <p:grpSpPr>
          <a:xfrm>
            <a:off x="2730699" y="2579587"/>
            <a:ext cx="2325597" cy="1832347"/>
            <a:chOff x="318136" y="1316090"/>
            <a:chExt cx="1776224" cy="1399494"/>
          </a:xfrm>
        </p:grpSpPr>
        <p:sp>
          <p:nvSpPr>
            <p:cNvPr id="242" name="Rectangle 241">
              <a:extLst>
                <a:ext uri="{FF2B5EF4-FFF2-40B4-BE49-F238E27FC236}">
                  <a16:creationId xmlns:a16="http://schemas.microsoft.com/office/drawing/2014/main" id="{A55BD290-DD98-4A88-AECD-679E6CEBC6C5}"/>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44" name="Straight Arrow Connector 243">
              <a:extLst>
                <a:ext uri="{FF2B5EF4-FFF2-40B4-BE49-F238E27FC236}">
                  <a16:creationId xmlns:a16="http://schemas.microsoft.com/office/drawing/2014/main" id="{4B582994-9247-430E-AA5B-3124734F530C}"/>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6" name="Straight Arrow Connector 245">
              <a:extLst>
                <a:ext uri="{FF2B5EF4-FFF2-40B4-BE49-F238E27FC236}">
                  <a16:creationId xmlns:a16="http://schemas.microsoft.com/office/drawing/2014/main" id="{3D4822F1-FD86-4865-9FEE-D31F7D8893EC}"/>
                </a:ext>
              </a:extLst>
            </p:cNvPr>
            <p:cNvCxnSpPr>
              <a:cxnSpLocks/>
            </p:cNvCxnSpPr>
            <p:nvPr/>
          </p:nvCxnSpPr>
          <p:spPr>
            <a:xfrm rot="10800000" flipV="1">
              <a:off x="974623" y="1362644"/>
              <a:ext cx="2863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5" name="Straight Arrow Connector 244">
              <a:extLst>
                <a:ext uri="{FF2B5EF4-FFF2-40B4-BE49-F238E27FC236}">
                  <a16:creationId xmlns:a16="http://schemas.microsoft.com/office/drawing/2014/main" id="{902A780F-47D6-4181-9248-1E030BC97FAB}"/>
                </a:ext>
              </a:extLst>
            </p:cNvPr>
            <p:cNvCxnSpPr>
              <a:cxnSpLocks/>
            </p:cNvCxnSpPr>
            <p:nvPr/>
          </p:nvCxnSpPr>
          <p:spPr>
            <a:xfrm rot="6420000" flipV="1">
              <a:off x="499935" y="1907509"/>
              <a:ext cx="27935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36" name="Group 235">
            <a:extLst>
              <a:ext uri="{FF2B5EF4-FFF2-40B4-BE49-F238E27FC236}">
                <a16:creationId xmlns:a16="http://schemas.microsoft.com/office/drawing/2014/main" id="{F0D814B7-1684-4AAB-8FD8-B5C2394F4DE9}"/>
              </a:ext>
            </a:extLst>
          </p:cNvPr>
          <p:cNvGrpSpPr/>
          <p:nvPr/>
        </p:nvGrpSpPr>
        <p:grpSpPr>
          <a:xfrm>
            <a:off x="2730699" y="4411934"/>
            <a:ext cx="2325597" cy="1832347"/>
            <a:chOff x="318136" y="1316090"/>
            <a:chExt cx="1776224" cy="1399494"/>
          </a:xfrm>
        </p:grpSpPr>
        <p:sp>
          <p:nvSpPr>
            <p:cNvPr id="237" name="Rectangle 236">
              <a:extLst>
                <a:ext uri="{FF2B5EF4-FFF2-40B4-BE49-F238E27FC236}">
                  <a16:creationId xmlns:a16="http://schemas.microsoft.com/office/drawing/2014/main" id="{A460903A-ADBE-4AE8-9634-74421E1E4421}"/>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39" name="Straight Arrow Connector 238">
              <a:extLst>
                <a:ext uri="{FF2B5EF4-FFF2-40B4-BE49-F238E27FC236}">
                  <a16:creationId xmlns:a16="http://schemas.microsoft.com/office/drawing/2014/main" id="{65198430-3E18-406C-8B8C-777D03F28335}"/>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0" name="Straight Arrow Connector 239">
              <a:extLst>
                <a:ext uri="{FF2B5EF4-FFF2-40B4-BE49-F238E27FC236}">
                  <a16:creationId xmlns:a16="http://schemas.microsoft.com/office/drawing/2014/main" id="{46E2307C-2A7F-45FA-87E7-07959D55C615}"/>
                </a:ext>
              </a:extLst>
            </p:cNvPr>
            <p:cNvCxnSpPr>
              <a:cxnSpLocks/>
            </p:cNvCxnSpPr>
            <p:nvPr/>
          </p:nvCxnSpPr>
          <p:spPr>
            <a:xfrm rot="5400000" flipV="1">
              <a:off x="1747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1" name="Straight Arrow Connector 240">
              <a:extLst>
                <a:ext uri="{FF2B5EF4-FFF2-40B4-BE49-F238E27FC236}">
                  <a16:creationId xmlns:a16="http://schemas.microsoft.com/office/drawing/2014/main" id="{D96B0CD2-81A0-48F7-809D-5ADB6F2EB233}"/>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2" name="Group 201">
            <a:extLst>
              <a:ext uri="{FF2B5EF4-FFF2-40B4-BE49-F238E27FC236}">
                <a16:creationId xmlns:a16="http://schemas.microsoft.com/office/drawing/2014/main" id="{1FED2BCD-D4E8-455B-9353-9E7E8A0EA52D}"/>
              </a:ext>
            </a:extLst>
          </p:cNvPr>
          <p:cNvGrpSpPr/>
          <p:nvPr/>
        </p:nvGrpSpPr>
        <p:grpSpPr>
          <a:xfrm>
            <a:off x="5056295" y="747240"/>
            <a:ext cx="2325596" cy="1832347"/>
            <a:chOff x="318136" y="1316090"/>
            <a:chExt cx="1776224" cy="1399494"/>
          </a:xfrm>
        </p:grpSpPr>
        <p:sp>
          <p:nvSpPr>
            <p:cNvPr id="229" name="Rectangle 228">
              <a:extLst>
                <a:ext uri="{FF2B5EF4-FFF2-40B4-BE49-F238E27FC236}">
                  <a16:creationId xmlns:a16="http://schemas.microsoft.com/office/drawing/2014/main" id="{8062F188-9BE3-40CF-BAFD-CAFFAA11E452}"/>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30" name="Straight Arrow Connector 229">
              <a:extLst>
                <a:ext uri="{FF2B5EF4-FFF2-40B4-BE49-F238E27FC236}">
                  <a16:creationId xmlns:a16="http://schemas.microsoft.com/office/drawing/2014/main" id="{AECCFD08-25A0-4B03-BDFA-20BA8FF313FC}"/>
                </a:ext>
              </a:extLst>
            </p:cNvPr>
            <p:cNvCxnSpPr>
              <a:cxnSpLocks/>
            </p:cNvCxnSpPr>
            <p:nvPr/>
          </p:nvCxnSpPr>
          <p:spPr>
            <a:xfrm rot="16200000" flipV="1">
              <a:off x="1820678"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1" name="Straight Arrow Connector 230">
              <a:extLst>
                <a:ext uri="{FF2B5EF4-FFF2-40B4-BE49-F238E27FC236}">
                  <a16:creationId xmlns:a16="http://schemas.microsoft.com/office/drawing/2014/main" id="{0DA57120-F429-4DEB-938E-5891BD3AB37A}"/>
                </a:ext>
              </a:extLst>
            </p:cNvPr>
            <p:cNvCxnSpPr>
              <a:cxnSpLocks/>
            </p:cNvCxnSpPr>
            <p:nvPr/>
          </p:nvCxnSpPr>
          <p:spPr>
            <a:xfrm flipV="1">
              <a:off x="990195" y="246878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2" name="Straight Arrow Connector 231">
              <a:extLst>
                <a:ext uri="{FF2B5EF4-FFF2-40B4-BE49-F238E27FC236}">
                  <a16:creationId xmlns:a16="http://schemas.microsoft.com/office/drawing/2014/main" id="{B009FEAE-5938-441C-8B45-BB35D02B5936}"/>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3" name="Straight Arrow Connector 232">
              <a:extLst>
                <a:ext uri="{FF2B5EF4-FFF2-40B4-BE49-F238E27FC236}">
                  <a16:creationId xmlns:a16="http://schemas.microsoft.com/office/drawing/2014/main" id="{6C37DEE2-659F-4F10-B9B0-3D74816AB67D}"/>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3" name="Group 202">
            <a:extLst>
              <a:ext uri="{FF2B5EF4-FFF2-40B4-BE49-F238E27FC236}">
                <a16:creationId xmlns:a16="http://schemas.microsoft.com/office/drawing/2014/main" id="{BFB941BD-1D2C-46FE-8DEF-5C3E07E24822}"/>
              </a:ext>
            </a:extLst>
          </p:cNvPr>
          <p:cNvGrpSpPr/>
          <p:nvPr/>
        </p:nvGrpSpPr>
        <p:grpSpPr>
          <a:xfrm>
            <a:off x="5055934" y="2579587"/>
            <a:ext cx="2325596" cy="1832347"/>
            <a:chOff x="318136" y="1316090"/>
            <a:chExt cx="1776224" cy="1399494"/>
          </a:xfrm>
        </p:grpSpPr>
        <p:sp>
          <p:nvSpPr>
            <p:cNvPr id="224" name="Rectangle 223">
              <a:extLst>
                <a:ext uri="{FF2B5EF4-FFF2-40B4-BE49-F238E27FC236}">
                  <a16:creationId xmlns:a16="http://schemas.microsoft.com/office/drawing/2014/main" id="{623EBB0C-A58E-4601-B1A7-48655AB8B6F6}"/>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25" name="Straight Arrow Connector 224">
              <a:extLst>
                <a:ext uri="{FF2B5EF4-FFF2-40B4-BE49-F238E27FC236}">
                  <a16:creationId xmlns:a16="http://schemas.microsoft.com/office/drawing/2014/main" id="{AF7D7B31-F9B6-4A27-ADBE-BBC2C64079F8}"/>
                </a:ext>
              </a:extLst>
            </p:cNvPr>
            <p:cNvCxnSpPr>
              <a:cxnSpLocks/>
            </p:cNvCxnSpPr>
            <p:nvPr/>
          </p:nvCxnSpPr>
          <p:spPr>
            <a:xfrm rot="16200000" flipV="1">
              <a:off x="1820667" y="201088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6" name="Straight Arrow Connector 225">
              <a:extLst>
                <a:ext uri="{FF2B5EF4-FFF2-40B4-BE49-F238E27FC236}">
                  <a16:creationId xmlns:a16="http://schemas.microsoft.com/office/drawing/2014/main" id="{1BC8CB39-5C2E-4BD9-AEF5-84CAECEDD1FB}"/>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8" name="Straight Arrow Connector 227">
              <a:extLst>
                <a:ext uri="{FF2B5EF4-FFF2-40B4-BE49-F238E27FC236}">
                  <a16:creationId xmlns:a16="http://schemas.microsoft.com/office/drawing/2014/main" id="{54F98CCC-B28F-4ED5-A2B4-D2E5C46355CB}"/>
                </a:ext>
              </a:extLst>
            </p:cNvPr>
            <p:cNvCxnSpPr>
              <a:cxnSpLocks/>
            </p:cNvCxnSpPr>
            <p:nvPr/>
          </p:nvCxnSpPr>
          <p:spPr>
            <a:xfrm rot="10800000" flipV="1">
              <a:off x="990195" y="153769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4" name="Group 203">
            <a:extLst>
              <a:ext uri="{FF2B5EF4-FFF2-40B4-BE49-F238E27FC236}">
                <a16:creationId xmlns:a16="http://schemas.microsoft.com/office/drawing/2014/main" id="{55506D04-7782-418C-AC99-5FB405335414}"/>
              </a:ext>
            </a:extLst>
          </p:cNvPr>
          <p:cNvGrpSpPr/>
          <p:nvPr/>
        </p:nvGrpSpPr>
        <p:grpSpPr>
          <a:xfrm>
            <a:off x="5055934" y="4411934"/>
            <a:ext cx="2325596" cy="1832347"/>
            <a:chOff x="318136" y="1316090"/>
            <a:chExt cx="1776224" cy="1399494"/>
          </a:xfrm>
        </p:grpSpPr>
        <p:sp>
          <p:nvSpPr>
            <p:cNvPr id="219" name="Rectangle 218">
              <a:extLst>
                <a:ext uri="{FF2B5EF4-FFF2-40B4-BE49-F238E27FC236}">
                  <a16:creationId xmlns:a16="http://schemas.microsoft.com/office/drawing/2014/main" id="{056883D2-AE14-41D7-92E9-A43358CF3C34}"/>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20" name="Straight Arrow Connector 219">
              <a:extLst>
                <a:ext uri="{FF2B5EF4-FFF2-40B4-BE49-F238E27FC236}">
                  <a16:creationId xmlns:a16="http://schemas.microsoft.com/office/drawing/2014/main" id="{6668B10C-D061-47E8-9076-42FCD480CD97}"/>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1" name="Straight Arrow Connector 220">
              <a:extLst>
                <a:ext uri="{FF2B5EF4-FFF2-40B4-BE49-F238E27FC236}">
                  <a16:creationId xmlns:a16="http://schemas.microsoft.com/office/drawing/2014/main" id="{B01960BF-C5CF-421D-81DC-3B08440D9FB7}"/>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3" name="Straight Arrow Connector 222">
              <a:extLst>
                <a:ext uri="{FF2B5EF4-FFF2-40B4-BE49-F238E27FC236}">
                  <a16:creationId xmlns:a16="http://schemas.microsoft.com/office/drawing/2014/main" id="{97B2D6FA-CFFD-4FE9-B230-5E2A3FEBD5B2}"/>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5" name="Group 204">
            <a:extLst>
              <a:ext uri="{FF2B5EF4-FFF2-40B4-BE49-F238E27FC236}">
                <a16:creationId xmlns:a16="http://schemas.microsoft.com/office/drawing/2014/main" id="{113A97E4-1B9B-4884-BB1D-1A0CAF96BA58}"/>
              </a:ext>
            </a:extLst>
          </p:cNvPr>
          <p:cNvGrpSpPr/>
          <p:nvPr/>
        </p:nvGrpSpPr>
        <p:grpSpPr>
          <a:xfrm>
            <a:off x="7868859" y="743306"/>
            <a:ext cx="1841693" cy="1836281"/>
            <a:chOff x="321580" y="1316090"/>
            <a:chExt cx="1776224" cy="1399494"/>
          </a:xfrm>
        </p:grpSpPr>
        <p:sp>
          <p:nvSpPr>
            <p:cNvPr id="214" name="Rectangle 213">
              <a:extLst>
                <a:ext uri="{FF2B5EF4-FFF2-40B4-BE49-F238E27FC236}">
                  <a16:creationId xmlns:a16="http://schemas.microsoft.com/office/drawing/2014/main" id="{C0C77131-5AB4-4F13-A30C-6BB1B3200A48}"/>
                </a:ext>
              </a:extLst>
            </p:cNvPr>
            <p:cNvSpPr/>
            <p:nvPr/>
          </p:nvSpPr>
          <p:spPr>
            <a:xfrm rot="5400000">
              <a:off x="509945"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15" name="Straight Arrow Connector 214">
              <a:extLst>
                <a:ext uri="{FF2B5EF4-FFF2-40B4-BE49-F238E27FC236}">
                  <a16:creationId xmlns:a16="http://schemas.microsoft.com/office/drawing/2014/main" id="{8E281038-E96E-491B-8204-4E19E55989E1}"/>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6" name="Straight Arrow Connector 215">
              <a:extLst>
                <a:ext uri="{FF2B5EF4-FFF2-40B4-BE49-F238E27FC236}">
                  <a16:creationId xmlns:a16="http://schemas.microsoft.com/office/drawing/2014/main" id="{4E45AA5B-C60D-49E6-86C4-E1401994E18D}"/>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7" name="Straight Arrow Connector 216">
              <a:extLst>
                <a:ext uri="{FF2B5EF4-FFF2-40B4-BE49-F238E27FC236}">
                  <a16:creationId xmlns:a16="http://schemas.microsoft.com/office/drawing/2014/main" id="{A2F57384-A8EC-4598-ADAD-F96D9D69CFE2}"/>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8" name="Straight Arrow Connector 217">
              <a:extLst>
                <a:ext uri="{FF2B5EF4-FFF2-40B4-BE49-F238E27FC236}">
                  <a16:creationId xmlns:a16="http://schemas.microsoft.com/office/drawing/2014/main" id="{8D6230D9-0781-4424-97B2-69236B2BCB80}"/>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6" name="Group 205">
            <a:extLst>
              <a:ext uri="{FF2B5EF4-FFF2-40B4-BE49-F238E27FC236}">
                <a16:creationId xmlns:a16="http://schemas.microsoft.com/office/drawing/2014/main" id="{AD6B3106-B749-467C-B87B-D650AEA914DF}"/>
              </a:ext>
            </a:extLst>
          </p:cNvPr>
          <p:cNvGrpSpPr/>
          <p:nvPr/>
        </p:nvGrpSpPr>
        <p:grpSpPr>
          <a:xfrm>
            <a:off x="7868859" y="2575653"/>
            <a:ext cx="1841695" cy="1836281"/>
            <a:chOff x="321856" y="1316090"/>
            <a:chExt cx="1776224" cy="1399494"/>
          </a:xfrm>
        </p:grpSpPr>
        <p:sp>
          <p:nvSpPr>
            <p:cNvPr id="207" name="Rectangle 206">
              <a:extLst>
                <a:ext uri="{FF2B5EF4-FFF2-40B4-BE49-F238E27FC236}">
                  <a16:creationId xmlns:a16="http://schemas.microsoft.com/office/drawing/2014/main" id="{1678FADC-7F3B-49A6-98C4-4D3548E84F43}"/>
                </a:ext>
              </a:extLst>
            </p:cNvPr>
            <p:cNvSpPr/>
            <p:nvPr/>
          </p:nvSpPr>
          <p:spPr>
            <a:xfrm rot="5400000">
              <a:off x="51022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08" name="Straight Arrow Connector 207">
              <a:extLst>
                <a:ext uri="{FF2B5EF4-FFF2-40B4-BE49-F238E27FC236}">
                  <a16:creationId xmlns:a16="http://schemas.microsoft.com/office/drawing/2014/main" id="{A3E4A723-5F98-4CEF-A925-7E3485761F07}"/>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9" name="Straight Arrow Connector 208">
              <a:extLst>
                <a:ext uri="{FF2B5EF4-FFF2-40B4-BE49-F238E27FC236}">
                  <a16:creationId xmlns:a16="http://schemas.microsoft.com/office/drawing/2014/main" id="{8AA12322-40C1-47F9-B7BE-3EF5FE9A6E1E}"/>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1" name="Straight Arrow Connector 210">
              <a:extLst>
                <a:ext uri="{FF2B5EF4-FFF2-40B4-BE49-F238E27FC236}">
                  <a16:creationId xmlns:a16="http://schemas.microsoft.com/office/drawing/2014/main" id="{AADCD4C8-FCC5-46BF-BF1A-B6D6AC5E7A25}"/>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2" name="Straight Arrow Connector 211">
              <a:extLst>
                <a:ext uri="{FF2B5EF4-FFF2-40B4-BE49-F238E27FC236}">
                  <a16:creationId xmlns:a16="http://schemas.microsoft.com/office/drawing/2014/main" id="{27243F2A-86A6-4D95-92FB-ACB943D6E06E}"/>
                </a:ext>
              </a:extLst>
            </p:cNvPr>
            <p:cNvCxnSpPr>
              <a:cxnSpLocks/>
            </p:cNvCxnSpPr>
            <p:nvPr/>
          </p:nvCxnSpPr>
          <p:spPr>
            <a:xfrm rot="13380000" flipV="1">
              <a:off x="905204" y="201839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3" name="Straight Arrow Connector 212">
              <a:extLst>
                <a:ext uri="{FF2B5EF4-FFF2-40B4-BE49-F238E27FC236}">
                  <a16:creationId xmlns:a16="http://schemas.microsoft.com/office/drawing/2014/main" id="{FAD53B5E-A0E7-4F09-898F-0218D9DD5014}"/>
                </a:ext>
              </a:extLst>
            </p:cNvPr>
            <p:cNvCxnSpPr>
              <a:cxnSpLocks/>
            </p:cNvCxnSpPr>
            <p:nvPr/>
          </p:nvCxnSpPr>
          <p:spPr>
            <a:xfrm rot="2520000" flipV="1">
              <a:off x="987275" y="19408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cxnSp>
        <p:nvCxnSpPr>
          <p:cNvPr id="270" name="Straight Connector 269">
            <a:extLst>
              <a:ext uri="{FF2B5EF4-FFF2-40B4-BE49-F238E27FC236}">
                <a16:creationId xmlns:a16="http://schemas.microsoft.com/office/drawing/2014/main" id="{4334DD71-E463-478A-ABA7-9A5AFA94D68C}"/>
              </a:ext>
            </a:extLst>
          </p:cNvPr>
          <p:cNvCxnSpPr>
            <a:cxnSpLocks/>
          </p:cNvCxnSpPr>
          <p:nvPr/>
        </p:nvCxnSpPr>
        <p:spPr>
          <a:xfrm>
            <a:off x="7863987" y="2575652"/>
            <a:ext cx="1842057" cy="1836282"/>
          </a:xfrm>
          <a:prstGeom prst="line">
            <a:avLst/>
          </a:prstGeom>
          <a:ln w="19050"/>
        </p:spPr>
        <p:style>
          <a:lnRef idx="1">
            <a:schemeClr val="dk1"/>
          </a:lnRef>
          <a:fillRef idx="0">
            <a:schemeClr val="dk1"/>
          </a:fillRef>
          <a:effectRef idx="0">
            <a:schemeClr val="dk1"/>
          </a:effectRef>
          <a:fontRef idx="minor">
            <a:schemeClr val="tx1"/>
          </a:fontRef>
        </p:style>
      </p:cxnSp>
      <p:cxnSp>
        <p:nvCxnSpPr>
          <p:cNvPr id="271" name="Straight Connector 270">
            <a:extLst>
              <a:ext uri="{FF2B5EF4-FFF2-40B4-BE49-F238E27FC236}">
                <a16:creationId xmlns:a16="http://schemas.microsoft.com/office/drawing/2014/main" id="{FF2FCAAA-7996-4B03-8DD5-8487CFC4BDF1}"/>
              </a:ext>
            </a:extLst>
          </p:cNvPr>
          <p:cNvCxnSpPr>
            <a:cxnSpLocks/>
          </p:cNvCxnSpPr>
          <p:nvPr/>
        </p:nvCxnSpPr>
        <p:spPr>
          <a:xfrm flipH="1">
            <a:off x="7865830" y="747240"/>
            <a:ext cx="1839852" cy="1827645"/>
          </a:xfrm>
          <a:prstGeom prst="line">
            <a:avLst/>
          </a:prstGeom>
          <a:ln w="19050"/>
        </p:spPr>
        <p:style>
          <a:lnRef idx="1">
            <a:schemeClr val="dk1"/>
          </a:lnRef>
          <a:fillRef idx="0">
            <a:schemeClr val="dk1"/>
          </a:fillRef>
          <a:effectRef idx="0">
            <a:schemeClr val="dk1"/>
          </a:effectRef>
          <a:fontRef idx="minor">
            <a:schemeClr val="tx1"/>
          </a:fontRef>
        </p:style>
      </p:cxnSp>
      <p:cxnSp>
        <p:nvCxnSpPr>
          <p:cNvPr id="275" name="Straight Connector 274">
            <a:extLst>
              <a:ext uri="{FF2B5EF4-FFF2-40B4-BE49-F238E27FC236}">
                <a16:creationId xmlns:a16="http://schemas.microsoft.com/office/drawing/2014/main" id="{3074EE5F-DA69-449F-A09A-8107C8B3EFCA}"/>
              </a:ext>
            </a:extLst>
          </p:cNvPr>
          <p:cNvCxnSpPr>
            <a:cxnSpLocks/>
          </p:cNvCxnSpPr>
          <p:nvPr/>
        </p:nvCxnSpPr>
        <p:spPr>
          <a:xfrm flipH="1">
            <a:off x="7859477" y="747240"/>
            <a:ext cx="1846206" cy="1834156"/>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cxnSp>
        <p:nvCxnSpPr>
          <p:cNvPr id="276" name="Straight Connector 275">
            <a:extLst>
              <a:ext uri="{FF2B5EF4-FFF2-40B4-BE49-F238E27FC236}">
                <a16:creationId xmlns:a16="http://schemas.microsoft.com/office/drawing/2014/main" id="{E1E30BB6-810A-49DF-80A7-7D3519084021}"/>
              </a:ext>
            </a:extLst>
          </p:cNvPr>
          <p:cNvCxnSpPr>
            <a:cxnSpLocks/>
          </p:cNvCxnSpPr>
          <p:nvPr/>
        </p:nvCxnSpPr>
        <p:spPr>
          <a:xfrm>
            <a:off x="7863987" y="2575653"/>
            <a:ext cx="1841695" cy="183628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87" name="TextBox 286">
            <a:extLst>
              <a:ext uri="{FF2B5EF4-FFF2-40B4-BE49-F238E27FC236}">
                <a16:creationId xmlns:a16="http://schemas.microsoft.com/office/drawing/2014/main" id="{2335C42D-1307-43A0-9C41-D2DCA3DD9390}"/>
              </a:ext>
            </a:extLst>
          </p:cNvPr>
          <p:cNvSpPr txBox="1"/>
          <p:nvPr/>
        </p:nvSpPr>
        <p:spPr>
          <a:xfrm>
            <a:off x="9089051" y="2235825"/>
            <a:ext cx="548206" cy="483564"/>
          </a:xfrm>
          <a:prstGeom prst="rect">
            <a:avLst/>
          </a:prstGeom>
          <a:noFill/>
        </p:spPr>
        <p:txBody>
          <a:bodyPr wrap="none" rtlCol="0">
            <a:spAutoFit/>
          </a:bodyPr>
          <a:lstStyle/>
          <a:p>
            <a:r>
              <a:rPr lang="en-US" dirty="0">
                <a:solidFill>
                  <a:srgbClr val="FF0000"/>
                </a:solidFill>
              </a:rPr>
              <a:t>10</a:t>
            </a:r>
          </a:p>
        </p:txBody>
      </p:sp>
      <p:sp>
        <p:nvSpPr>
          <p:cNvPr id="288" name="TextBox 287">
            <a:extLst>
              <a:ext uri="{FF2B5EF4-FFF2-40B4-BE49-F238E27FC236}">
                <a16:creationId xmlns:a16="http://schemas.microsoft.com/office/drawing/2014/main" id="{B0127BF5-9E71-434E-BFEA-92B1F11F419B}"/>
              </a:ext>
            </a:extLst>
          </p:cNvPr>
          <p:cNvSpPr txBox="1"/>
          <p:nvPr/>
        </p:nvSpPr>
        <p:spPr>
          <a:xfrm>
            <a:off x="9163832" y="3696535"/>
            <a:ext cx="548206" cy="483564"/>
          </a:xfrm>
          <a:prstGeom prst="rect">
            <a:avLst/>
          </a:prstGeom>
          <a:noFill/>
        </p:spPr>
        <p:txBody>
          <a:bodyPr wrap="none" rtlCol="0">
            <a:spAutoFit/>
          </a:bodyPr>
          <a:lstStyle/>
          <a:p>
            <a:r>
              <a:rPr lang="en-US" dirty="0">
                <a:solidFill>
                  <a:srgbClr val="FF0000"/>
                </a:solidFill>
              </a:rPr>
              <a:t>11</a:t>
            </a:r>
          </a:p>
        </p:txBody>
      </p:sp>
      <p:sp>
        <p:nvSpPr>
          <p:cNvPr id="289" name="TextBox 288">
            <a:extLst>
              <a:ext uri="{FF2B5EF4-FFF2-40B4-BE49-F238E27FC236}">
                <a16:creationId xmlns:a16="http://schemas.microsoft.com/office/drawing/2014/main" id="{24581527-E833-4F7A-B3EE-3288FAB5F615}"/>
              </a:ext>
            </a:extLst>
          </p:cNvPr>
          <p:cNvSpPr txBox="1"/>
          <p:nvPr/>
        </p:nvSpPr>
        <p:spPr>
          <a:xfrm>
            <a:off x="8981827" y="791025"/>
            <a:ext cx="548206" cy="483564"/>
          </a:xfrm>
          <a:prstGeom prst="rect">
            <a:avLst/>
          </a:prstGeom>
          <a:noFill/>
        </p:spPr>
        <p:txBody>
          <a:bodyPr wrap="none" rtlCol="0">
            <a:spAutoFit/>
          </a:bodyPr>
          <a:lstStyle/>
          <a:p>
            <a:r>
              <a:rPr lang="en-US" dirty="0">
                <a:solidFill>
                  <a:srgbClr val="FF0000"/>
                </a:solidFill>
              </a:rPr>
              <a:t>12</a:t>
            </a:r>
          </a:p>
        </p:txBody>
      </p:sp>
      <p:cxnSp>
        <p:nvCxnSpPr>
          <p:cNvPr id="290" name="Straight Arrow Connector 289">
            <a:extLst>
              <a:ext uri="{FF2B5EF4-FFF2-40B4-BE49-F238E27FC236}">
                <a16:creationId xmlns:a16="http://schemas.microsoft.com/office/drawing/2014/main" id="{55C17A50-C856-4DEA-A8D4-C1B4076FDFD0}"/>
              </a:ext>
            </a:extLst>
          </p:cNvPr>
          <p:cNvCxnSpPr>
            <a:cxnSpLocks/>
          </p:cNvCxnSpPr>
          <p:nvPr/>
        </p:nvCxnSpPr>
        <p:spPr>
          <a:xfrm rot="8100000" flipV="1">
            <a:off x="8400464" y="184713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1" name="Straight Arrow Connector 290">
            <a:extLst>
              <a:ext uri="{FF2B5EF4-FFF2-40B4-BE49-F238E27FC236}">
                <a16:creationId xmlns:a16="http://schemas.microsoft.com/office/drawing/2014/main" id="{C66BA0EC-7817-4849-B3EA-67F8BC789B5F}"/>
              </a:ext>
            </a:extLst>
          </p:cNvPr>
          <p:cNvCxnSpPr>
            <a:cxnSpLocks/>
          </p:cNvCxnSpPr>
          <p:nvPr/>
        </p:nvCxnSpPr>
        <p:spPr>
          <a:xfrm rot="18900000" flipV="1">
            <a:off x="8307329" y="1720558"/>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3" name="Oval 292">
            <a:extLst>
              <a:ext uri="{FF2B5EF4-FFF2-40B4-BE49-F238E27FC236}">
                <a16:creationId xmlns:a16="http://schemas.microsoft.com/office/drawing/2014/main" id="{0D654E35-13F6-4427-8485-0D92293A1AB4}"/>
              </a:ext>
            </a:extLst>
          </p:cNvPr>
          <p:cNvSpPr/>
          <p:nvPr/>
        </p:nvSpPr>
        <p:spPr>
          <a:xfrm>
            <a:off x="229402" y="605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294" name="Oval 293">
            <a:extLst>
              <a:ext uri="{FF2B5EF4-FFF2-40B4-BE49-F238E27FC236}">
                <a16:creationId xmlns:a16="http://schemas.microsoft.com/office/drawing/2014/main" id="{607B11A5-EAE0-49A3-AADF-8535D706D5E2}"/>
              </a:ext>
            </a:extLst>
          </p:cNvPr>
          <p:cNvSpPr/>
          <p:nvPr/>
        </p:nvSpPr>
        <p:spPr>
          <a:xfrm>
            <a:off x="2565414" y="606741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296" name="Oval 295">
            <a:extLst>
              <a:ext uri="{FF2B5EF4-FFF2-40B4-BE49-F238E27FC236}">
                <a16:creationId xmlns:a16="http://schemas.microsoft.com/office/drawing/2014/main" id="{E97EB18D-FAEC-405D-BFD1-C5F02588E5A4}"/>
              </a:ext>
            </a:extLst>
          </p:cNvPr>
          <p:cNvSpPr/>
          <p:nvPr/>
        </p:nvSpPr>
        <p:spPr>
          <a:xfrm>
            <a:off x="7205470" y="605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297" name="Oval 296">
            <a:extLst>
              <a:ext uri="{FF2B5EF4-FFF2-40B4-BE49-F238E27FC236}">
                <a16:creationId xmlns:a16="http://schemas.microsoft.com/office/drawing/2014/main" id="{70D668ED-BDF2-4917-86BC-B9E90DF3DFD0}"/>
              </a:ext>
            </a:extLst>
          </p:cNvPr>
          <p:cNvSpPr/>
          <p:nvPr/>
        </p:nvSpPr>
        <p:spPr>
          <a:xfrm>
            <a:off x="227183" y="4235873"/>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sp>
        <p:nvSpPr>
          <p:cNvPr id="301" name="Oval 300">
            <a:extLst>
              <a:ext uri="{FF2B5EF4-FFF2-40B4-BE49-F238E27FC236}">
                <a16:creationId xmlns:a16="http://schemas.microsoft.com/office/drawing/2014/main" id="{BD03B9AE-6261-492E-8508-FA9AE486F270}"/>
              </a:ext>
            </a:extLst>
          </p:cNvPr>
          <p:cNvSpPr/>
          <p:nvPr/>
        </p:nvSpPr>
        <p:spPr>
          <a:xfrm>
            <a:off x="9535977" y="4233748"/>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I</a:t>
            </a:r>
            <a:endParaRPr lang="en-US" dirty="0"/>
          </a:p>
        </p:txBody>
      </p:sp>
      <p:sp>
        <p:nvSpPr>
          <p:cNvPr id="307" name="Oval 306">
            <a:extLst>
              <a:ext uri="{FF2B5EF4-FFF2-40B4-BE49-F238E27FC236}">
                <a16:creationId xmlns:a16="http://schemas.microsoft.com/office/drawing/2014/main" id="{263F7E91-7613-4A0A-BF02-B5093EA16EE5}"/>
              </a:ext>
            </a:extLst>
          </p:cNvPr>
          <p:cNvSpPr/>
          <p:nvPr/>
        </p:nvSpPr>
        <p:spPr>
          <a:xfrm>
            <a:off x="227183" y="577930"/>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P</a:t>
            </a:r>
            <a:endParaRPr lang="en-US" dirty="0"/>
          </a:p>
        </p:txBody>
      </p:sp>
      <p:sp>
        <p:nvSpPr>
          <p:cNvPr id="309" name="Oval 308">
            <a:extLst>
              <a:ext uri="{FF2B5EF4-FFF2-40B4-BE49-F238E27FC236}">
                <a16:creationId xmlns:a16="http://schemas.microsoft.com/office/drawing/2014/main" id="{8EFD28D6-F8A2-4A21-97B7-E16C35904818}"/>
              </a:ext>
            </a:extLst>
          </p:cNvPr>
          <p:cNvSpPr/>
          <p:nvPr/>
        </p:nvSpPr>
        <p:spPr>
          <a:xfrm>
            <a:off x="4883176" y="572998"/>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R</a:t>
            </a:r>
            <a:endParaRPr lang="en-US" dirty="0"/>
          </a:p>
        </p:txBody>
      </p:sp>
      <p:sp>
        <p:nvSpPr>
          <p:cNvPr id="311" name="Oval 310">
            <a:extLst>
              <a:ext uri="{FF2B5EF4-FFF2-40B4-BE49-F238E27FC236}">
                <a16:creationId xmlns:a16="http://schemas.microsoft.com/office/drawing/2014/main" id="{8E53C076-C635-4633-8B12-F48E65DBEDD5}"/>
              </a:ext>
            </a:extLst>
          </p:cNvPr>
          <p:cNvSpPr/>
          <p:nvPr/>
        </p:nvSpPr>
        <p:spPr>
          <a:xfrm>
            <a:off x="9545597" y="57497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T</a:t>
            </a:r>
            <a:endParaRPr lang="en-US" dirty="0"/>
          </a:p>
        </p:txBody>
      </p:sp>
      <p:sp>
        <p:nvSpPr>
          <p:cNvPr id="121" name="TextBox 120">
            <a:extLst>
              <a:ext uri="{FF2B5EF4-FFF2-40B4-BE49-F238E27FC236}">
                <a16:creationId xmlns:a16="http://schemas.microsoft.com/office/drawing/2014/main" id="{F38C266C-0EEA-4DE5-9318-4D834978FAE0}"/>
              </a:ext>
            </a:extLst>
          </p:cNvPr>
          <p:cNvSpPr txBox="1"/>
          <p:nvPr/>
        </p:nvSpPr>
        <p:spPr>
          <a:xfrm>
            <a:off x="10156652" y="1683206"/>
            <a:ext cx="4378498" cy="923330"/>
          </a:xfrm>
          <a:prstGeom prst="rect">
            <a:avLst/>
          </a:prstGeom>
          <a:ln w="19050">
            <a:solidFill>
              <a:schemeClr val="tx1"/>
            </a:solidFill>
          </a:ln>
        </p:spPr>
        <p:style>
          <a:lnRef idx="1">
            <a:schemeClr val="accent1"/>
          </a:lnRef>
          <a:fillRef idx="3">
            <a:schemeClr val="accent1"/>
          </a:fillRef>
          <a:effectRef idx="2">
            <a:schemeClr val="accent1"/>
          </a:effectRef>
          <a:fontRef idx="minor">
            <a:schemeClr val="lt1"/>
          </a:fontRef>
        </p:style>
        <p:txBody>
          <a:bodyPr wrap="square">
            <a:spAutoFit/>
          </a:bodyPr>
          <a:lstStyle/>
          <a:p>
            <a:pPr algn="just"/>
            <a:r>
              <a:rPr lang="en-US" dirty="0">
                <a:latin typeface="Consolas" panose="020B0609020204030204" pitchFamily="49" charset="0"/>
              </a:rPr>
              <a:t>Edge 10:</a:t>
            </a:r>
          </a:p>
          <a:p>
            <a:pPr algn="just"/>
            <a:r>
              <a:rPr lang="en-US" dirty="0">
                <a:latin typeface="Consolas" panose="020B0609020204030204" pitchFamily="49" charset="0"/>
              </a:rPr>
              <a:t>1: Hole</a:t>
            </a:r>
          </a:p>
          <a:p>
            <a:pPr algn="just"/>
            <a:r>
              <a:rPr lang="en-US" dirty="0">
                <a:latin typeface="Consolas" panose="020B0609020204030204" pitchFamily="49" charset="0"/>
              </a:rPr>
              <a:t>N: Canonical and Border.</a:t>
            </a:r>
          </a:p>
        </p:txBody>
      </p:sp>
      <p:sp>
        <p:nvSpPr>
          <p:cNvPr id="117" name="Rectangle 116">
            <a:extLst>
              <a:ext uri="{FF2B5EF4-FFF2-40B4-BE49-F238E27FC236}">
                <a16:creationId xmlns:a16="http://schemas.microsoft.com/office/drawing/2014/main" id="{BB24C0C0-E59E-4211-B5CB-E3E0B2566CC5}"/>
              </a:ext>
            </a:extLst>
          </p:cNvPr>
          <p:cNvSpPr/>
          <p:nvPr/>
        </p:nvSpPr>
        <p:spPr>
          <a:xfrm>
            <a:off x="2399402" y="744947"/>
            <a:ext cx="949383" cy="1363982"/>
          </a:xfrm>
          <a:custGeom>
            <a:avLst/>
            <a:gdLst>
              <a:gd name="connsiteX0" fmla="*/ 0 w 115151"/>
              <a:gd name="connsiteY0" fmla="*/ 0 h 1833882"/>
              <a:gd name="connsiteX1" fmla="*/ 115151 w 115151"/>
              <a:gd name="connsiteY1" fmla="*/ 0 h 1833882"/>
              <a:gd name="connsiteX2" fmla="*/ 115151 w 115151"/>
              <a:gd name="connsiteY2" fmla="*/ 1833882 h 1833882"/>
              <a:gd name="connsiteX3" fmla="*/ 0 w 115151"/>
              <a:gd name="connsiteY3" fmla="*/ 1833882 h 1833882"/>
              <a:gd name="connsiteX4" fmla="*/ 0 w 115151"/>
              <a:gd name="connsiteY4" fmla="*/ 0 h 1833882"/>
              <a:gd name="connsiteX0" fmla="*/ 0 w 251676"/>
              <a:gd name="connsiteY0" fmla="*/ 0 h 1833882"/>
              <a:gd name="connsiteX1" fmla="*/ 251676 w 251676"/>
              <a:gd name="connsiteY1" fmla="*/ 0 h 1833882"/>
              <a:gd name="connsiteX2" fmla="*/ 115151 w 251676"/>
              <a:gd name="connsiteY2" fmla="*/ 1833882 h 1833882"/>
              <a:gd name="connsiteX3" fmla="*/ 0 w 251676"/>
              <a:gd name="connsiteY3" fmla="*/ 1833882 h 1833882"/>
              <a:gd name="connsiteX4" fmla="*/ 0 w 251676"/>
              <a:gd name="connsiteY4" fmla="*/ 0 h 1833882"/>
              <a:gd name="connsiteX0" fmla="*/ 0 w 442176"/>
              <a:gd name="connsiteY0" fmla="*/ 0 h 1833882"/>
              <a:gd name="connsiteX1" fmla="*/ 442176 w 442176"/>
              <a:gd name="connsiteY1" fmla="*/ 0 h 1833882"/>
              <a:gd name="connsiteX2" fmla="*/ 305651 w 442176"/>
              <a:gd name="connsiteY2" fmla="*/ 1833882 h 1833882"/>
              <a:gd name="connsiteX3" fmla="*/ 190500 w 442176"/>
              <a:gd name="connsiteY3" fmla="*/ 1833882 h 1833882"/>
              <a:gd name="connsiteX4" fmla="*/ 0 w 442176"/>
              <a:gd name="connsiteY4" fmla="*/ 0 h 1833882"/>
              <a:gd name="connsiteX0" fmla="*/ 0 w 527901"/>
              <a:gd name="connsiteY0" fmla="*/ 0 h 1837057"/>
              <a:gd name="connsiteX1" fmla="*/ 527901 w 527901"/>
              <a:gd name="connsiteY1" fmla="*/ 3175 h 1837057"/>
              <a:gd name="connsiteX2" fmla="*/ 391376 w 527901"/>
              <a:gd name="connsiteY2" fmla="*/ 1837057 h 1837057"/>
              <a:gd name="connsiteX3" fmla="*/ 276225 w 527901"/>
              <a:gd name="connsiteY3" fmla="*/ 1837057 h 1837057"/>
              <a:gd name="connsiteX4" fmla="*/ 0 w 527901"/>
              <a:gd name="connsiteY4" fmla="*/ 0 h 1837057"/>
              <a:gd name="connsiteX0" fmla="*/ 0 w 645376"/>
              <a:gd name="connsiteY0" fmla="*/ 3175 h 1840232"/>
              <a:gd name="connsiteX1" fmla="*/ 645376 w 645376"/>
              <a:gd name="connsiteY1" fmla="*/ 0 h 1840232"/>
              <a:gd name="connsiteX2" fmla="*/ 391376 w 645376"/>
              <a:gd name="connsiteY2" fmla="*/ 1840232 h 1840232"/>
              <a:gd name="connsiteX3" fmla="*/ 276225 w 645376"/>
              <a:gd name="connsiteY3" fmla="*/ 1840232 h 1840232"/>
              <a:gd name="connsiteX4" fmla="*/ 0 w 645376"/>
              <a:gd name="connsiteY4" fmla="*/ 3175 h 1840232"/>
              <a:gd name="connsiteX0" fmla="*/ 0 w 654901"/>
              <a:gd name="connsiteY0" fmla="*/ 0 h 1837057"/>
              <a:gd name="connsiteX1" fmla="*/ 654901 w 654901"/>
              <a:gd name="connsiteY1" fmla="*/ 3175 h 1837057"/>
              <a:gd name="connsiteX2" fmla="*/ 391376 w 654901"/>
              <a:gd name="connsiteY2" fmla="*/ 1837057 h 1837057"/>
              <a:gd name="connsiteX3" fmla="*/ 276225 w 654901"/>
              <a:gd name="connsiteY3" fmla="*/ 1837057 h 1837057"/>
              <a:gd name="connsiteX4" fmla="*/ 0 w 654901"/>
              <a:gd name="connsiteY4" fmla="*/ 0 h 1837057"/>
              <a:gd name="connsiteX0" fmla="*/ 0 w 658076"/>
              <a:gd name="connsiteY0" fmla="*/ 0 h 1833882"/>
              <a:gd name="connsiteX1" fmla="*/ 658076 w 658076"/>
              <a:gd name="connsiteY1" fmla="*/ 0 h 1833882"/>
              <a:gd name="connsiteX2" fmla="*/ 394551 w 658076"/>
              <a:gd name="connsiteY2" fmla="*/ 1833882 h 1833882"/>
              <a:gd name="connsiteX3" fmla="*/ 279400 w 658076"/>
              <a:gd name="connsiteY3" fmla="*/ 1833882 h 1833882"/>
              <a:gd name="connsiteX4" fmla="*/ 0 w 658076"/>
              <a:gd name="connsiteY4" fmla="*/ 0 h 1833882"/>
              <a:gd name="connsiteX0" fmla="*/ 0 w 832701"/>
              <a:gd name="connsiteY0" fmla="*/ 0 h 1833882"/>
              <a:gd name="connsiteX1" fmla="*/ 658076 w 832701"/>
              <a:gd name="connsiteY1" fmla="*/ 0 h 1833882"/>
              <a:gd name="connsiteX2" fmla="*/ 832701 w 832701"/>
              <a:gd name="connsiteY2" fmla="*/ 1459232 h 1833882"/>
              <a:gd name="connsiteX3" fmla="*/ 279400 w 832701"/>
              <a:gd name="connsiteY3" fmla="*/ 1833882 h 1833882"/>
              <a:gd name="connsiteX4" fmla="*/ 0 w 832701"/>
              <a:gd name="connsiteY4" fmla="*/ 0 h 1833882"/>
              <a:gd name="connsiteX0" fmla="*/ 0 w 832701"/>
              <a:gd name="connsiteY0" fmla="*/ 0 h 1814832"/>
              <a:gd name="connsiteX1" fmla="*/ 658076 w 832701"/>
              <a:gd name="connsiteY1" fmla="*/ 0 h 1814832"/>
              <a:gd name="connsiteX2" fmla="*/ 832701 w 832701"/>
              <a:gd name="connsiteY2" fmla="*/ 1459232 h 1814832"/>
              <a:gd name="connsiteX3" fmla="*/ 317500 w 832701"/>
              <a:gd name="connsiteY3" fmla="*/ 1814832 h 1814832"/>
              <a:gd name="connsiteX4" fmla="*/ 0 w 832701"/>
              <a:gd name="connsiteY4" fmla="*/ 0 h 1814832"/>
              <a:gd name="connsiteX0" fmla="*/ 0 w 832701"/>
              <a:gd name="connsiteY0" fmla="*/ 0 h 1830707"/>
              <a:gd name="connsiteX1" fmla="*/ 658076 w 832701"/>
              <a:gd name="connsiteY1" fmla="*/ 0 h 1830707"/>
              <a:gd name="connsiteX2" fmla="*/ 832701 w 832701"/>
              <a:gd name="connsiteY2" fmla="*/ 1459232 h 1830707"/>
              <a:gd name="connsiteX3" fmla="*/ 333375 w 832701"/>
              <a:gd name="connsiteY3" fmla="*/ 1830707 h 1830707"/>
              <a:gd name="connsiteX4" fmla="*/ 0 w 832701"/>
              <a:gd name="connsiteY4" fmla="*/ 0 h 1830707"/>
              <a:gd name="connsiteX0" fmla="*/ 0 w 949383"/>
              <a:gd name="connsiteY0" fmla="*/ 0 h 1830707"/>
              <a:gd name="connsiteX1" fmla="*/ 658076 w 949383"/>
              <a:gd name="connsiteY1" fmla="*/ 0 h 1830707"/>
              <a:gd name="connsiteX2" fmla="*/ 949383 w 949383"/>
              <a:gd name="connsiteY2" fmla="*/ 1361601 h 1830707"/>
              <a:gd name="connsiteX3" fmla="*/ 333375 w 949383"/>
              <a:gd name="connsiteY3" fmla="*/ 1830707 h 1830707"/>
              <a:gd name="connsiteX4" fmla="*/ 0 w 949383"/>
              <a:gd name="connsiteY4" fmla="*/ 0 h 1830707"/>
              <a:gd name="connsiteX0" fmla="*/ 0 w 949383"/>
              <a:gd name="connsiteY0" fmla="*/ 0 h 1481457"/>
              <a:gd name="connsiteX1" fmla="*/ 658076 w 949383"/>
              <a:gd name="connsiteY1" fmla="*/ 0 h 1481457"/>
              <a:gd name="connsiteX2" fmla="*/ 949383 w 949383"/>
              <a:gd name="connsiteY2" fmla="*/ 1361601 h 1481457"/>
              <a:gd name="connsiteX3" fmla="*/ 273050 w 949383"/>
              <a:gd name="connsiteY3" fmla="*/ 1481457 h 1481457"/>
              <a:gd name="connsiteX4" fmla="*/ 0 w 949383"/>
              <a:gd name="connsiteY4" fmla="*/ 0 h 1481457"/>
              <a:gd name="connsiteX0" fmla="*/ 0 w 949383"/>
              <a:gd name="connsiteY0" fmla="*/ 0 h 1361601"/>
              <a:gd name="connsiteX1" fmla="*/ 658076 w 949383"/>
              <a:gd name="connsiteY1" fmla="*/ 0 h 1361601"/>
              <a:gd name="connsiteX2" fmla="*/ 949383 w 949383"/>
              <a:gd name="connsiteY2" fmla="*/ 1361601 h 1361601"/>
              <a:gd name="connsiteX3" fmla="*/ 231775 w 949383"/>
              <a:gd name="connsiteY3" fmla="*/ 1357632 h 1361601"/>
              <a:gd name="connsiteX4" fmla="*/ 0 w 949383"/>
              <a:gd name="connsiteY4" fmla="*/ 0 h 1361601"/>
              <a:gd name="connsiteX0" fmla="*/ 0 w 949383"/>
              <a:gd name="connsiteY0" fmla="*/ 0 h 1376682"/>
              <a:gd name="connsiteX1" fmla="*/ 658076 w 949383"/>
              <a:gd name="connsiteY1" fmla="*/ 0 h 1376682"/>
              <a:gd name="connsiteX2" fmla="*/ 949383 w 949383"/>
              <a:gd name="connsiteY2" fmla="*/ 1361601 h 1376682"/>
              <a:gd name="connsiteX3" fmla="*/ 244475 w 949383"/>
              <a:gd name="connsiteY3" fmla="*/ 1376682 h 1376682"/>
              <a:gd name="connsiteX4" fmla="*/ 0 w 949383"/>
              <a:gd name="connsiteY4" fmla="*/ 0 h 1376682"/>
              <a:gd name="connsiteX0" fmla="*/ 0 w 949383"/>
              <a:gd name="connsiteY0" fmla="*/ 0 h 1383032"/>
              <a:gd name="connsiteX1" fmla="*/ 658076 w 949383"/>
              <a:gd name="connsiteY1" fmla="*/ 0 h 1383032"/>
              <a:gd name="connsiteX2" fmla="*/ 949383 w 949383"/>
              <a:gd name="connsiteY2" fmla="*/ 1361601 h 1383032"/>
              <a:gd name="connsiteX3" fmla="*/ 180975 w 949383"/>
              <a:gd name="connsiteY3" fmla="*/ 1383032 h 1383032"/>
              <a:gd name="connsiteX4" fmla="*/ 0 w 949383"/>
              <a:gd name="connsiteY4" fmla="*/ 0 h 1383032"/>
              <a:gd name="connsiteX0" fmla="*/ 0 w 949383"/>
              <a:gd name="connsiteY0" fmla="*/ 0 h 1379857"/>
              <a:gd name="connsiteX1" fmla="*/ 658076 w 949383"/>
              <a:gd name="connsiteY1" fmla="*/ 0 h 1379857"/>
              <a:gd name="connsiteX2" fmla="*/ 949383 w 949383"/>
              <a:gd name="connsiteY2" fmla="*/ 1361601 h 1379857"/>
              <a:gd name="connsiteX3" fmla="*/ 171450 w 949383"/>
              <a:gd name="connsiteY3" fmla="*/ 1379857 h 1379857"/>
              <a:gd name="connsiteX4" fmla="*/ 0 w 949383"/>
              <a:gd name="connsiteY4" fmla="*/ 0 h 1379857"/>
              <a:gd name="connsiteX0" fmla="*/ 0 w 949383"/>
              <a:gd name="connsiteY0" fmla="*/ 0 h 1361601"/>
              <a:gd name="connsiteX1" fmla="*/ 658076 w 949383"/>
              <a:gd name="connsiteY1" fmla="*/ 0 h 1361601"/>
              <a:gd name="connsiteX2" fmla="*/ 949383 w 949383"/>
              <a:gd name="connsiteY2" fmla="*/ 1361601 h 1361601"/>
              <a:gd name="connsiteX3" fmla="*/ 168275 w 949383"/>
              <a:gd name="connsiteY3" fmla="*/ 1351282 h 1361601"/>
              <a:gd name="connsiteX4" fmla="*/ 0 w 949383"/>
              <a:gd name="connsiteY4" fmla="*/ 0 h 1361601"/>
              <a:gd name="connsiteX0" fmla="*/ 0 w 949383"/>
              <a:gd name="connsiteY0" fmla="*/ 0 h 1363982"/>
              <a:gd name="connsiteX1" fmla="*/ 658076 w 949383"/>
              <a:gd name="connsiteY1" fmla="*/ 0 h 1363982"/>
              <a:gd name="connsiteX2" fmla="*/ 949383 w 949383"/>
              <a:gd name="connsiteY2" fmla="*/ 1361601 h 1363982"/>
              <a:gd name="connsiteX3" fmla="*/ 152400 w 949383"/>
              <a:gd name="connsiteY3" fmla="*/ 1363982 h 1363982"/>
              <a:gd name="connsiteX4" fmla="*/ 0 w 949383"/>
              <a:gd name="connsiteY4" fmla="*/ 0 h 1363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9383" h="1363982">
                <a:moveTo>
                  <a:pt x="0" y="0"/>
                </a:moveTo>
                <a:lnTo>
                  <a:pt x="658076" y="0"/>
                </a:lnTo>
                <a:lnTo>
                  <a:pt x="949383" y="1361601"/>
                </a:lnTo>
                <a:lnTo>
                  <a:pt x="152400" y="1363982"/>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solidFill>
                <a:schemeClr val="bg1"/>
              </a:solidFill>
            </a:endParaRPr>
          </a:p>
        </p:txBody>
      </p:sp>
      <p:cxnSp>
        <p:nvCxnSpPr>
          <p:cNvPr id="124" name="Straight Arrow Connector 123">
            <a:extLst>
              <a:ext uri="{FF2B5EF4-FFF2-40B4-BE49-F238E27FC236}">
                <a16:creationId xmlns:a16="http://schemas.microsoft.com/office/drawing/2014/main" id="{21462356-04AF-4D7A-A146-231EED1F52AA}"/>
              </a:ext>
            </a:extLst>
          </p:cNvPr>
          <p:cNvCxnSpPr>
            <a:cxnSpLocks/>
          </p:cNvCxnSpPr>
          <p:nvPr/>
        </p:nvCxnSpPr>
        <p:spPr>
          <a:xfrm rot="4980000" flipV="1">
            <a:off x="2302065" y="1378454"/>
            <a:ext cx="4572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0" name="Oval 119">
            <a:extLst>
              <a:ext uri="{FF2B5EF4-FFF2-40B4-BE49-F238E27FC236}">
                <a16:creationId xmlns:a16="http://schemas.microsoft.com/office/drawing/2014/main" id="{24D8D6EB-429F-4F83-A03D-CB6219EAEEAF}"/>
              </a:ext>
            </a:extLst>
          </p:cNvPr>
          <p:cNvSpPr/>
          <p:nvPr/>
        </p:nvSpPr>
        <p:spPr>
          <a:xfrm>
            <a:off x="2878465" y="58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U</a:t>
            </a:r>
            <a:endParaRPr lang="en-US" dirty="0">
              <a:solidFill>
                <a:schemeClr val="accent6"/>
              </a:solidFill>
            </a:endParaRPr>
          </a:p>
        </p:txBody>
      </p:sp>
      <p:sp>
        <p:nvSpPr>
          <p:cNvPr id="308" name="Oval 307">
            <a:extLst>
              <a:ext uri="{FF2B5EF4-FFF2-40B4-BE49-F238E27FC236}">
                <a16:creationId xmlns:a16="http://schemas.microsoft.com/office/drawing/2014/main" id="{8F2DCE16-B03E-4878-9628-6458FA06E654}"/>
              </a:ext>
            </a:extLst>
          </p:cNvPr>
          <p:cNvSpPr/>
          <p:nvPr/>
        </p:nvSpPr>
        <p:spPr>
          <a:xfrm>
            <a:off x="2226010" y="58755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Q</a:t>
            </a:r>
            <a:endParaRPr lang="en-US" dirty="0">
              <a:solidFill>
                <a:schemeClr val="accent6"/>
              </a:solidFill>
            </a:endParaRPr>
          </a:p>
        </p:txBody>
      </p:sp>
      <p:cxnSp>
        <p:nvCxnSpPr>
          <p:cNvPr id="125" name="Straight Arrow Connector 124">
            <a:extLst>
              <a:ext uri="{FF2B5EF4-FFF2-40B4-BE49-F238E27FC236}">
                <a16:creationId xmlns:a16="http://schemas.microsoft.com/office/drawing/2014/main" id="{7D53D871-5EE3-4AAA-A583-1CBA76CD1AC1}"/>
              </a:ext>
            </a:extLst>
          </p:cNvPr>
          <p:cNvCxnSpPr>
            <a:cxnSpLocks/>
          </p:cNvCxnSpPr>
          <p:nvPr/>
        </p:nvCxnSpPr>
        <p:spPr>
          <a:xfrm rot="15480000" flipV="1">
            <a:off x="2861238" y="142988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6" name="Straight Arrow Connector 125">
            <a:extLst>
              <a:ext uri="{FF2B5EF4-FFF2-40B4-BE49-F238E27FC236}">
                <a16:creationId xmlns:a16="http://schemas.microsoft.com/office/drawing/2014/main" id="{0645B774-23D8-4005-A05B-FD1044FEE987}"/>
              </a:ext>
            </a:extLst>
          </p:cNvPr>
          <p:cNvCxnSpPr>
            <a:cxnSpLocks/>
          </p:cNvCxnSpPr>
          <p:nvPr/>
        </p:nvCxnSpPr>
        <p:spPr>
          <a:xfrm flipH="1">
            <a:off x="2634185" y="820689"/>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128" name="Group 127">
            <a:extLst>
              <a:ext uri="{FF2B5EF4-FFF2-40B4-BE49-F238E27FC236}">
                <a16:creationId xmlns:a16="http://schemas.microsoft.com/office/drawing/2014/main" id="{0F3EF7AA-6FDB-4389-B4A7-1B092F6C7C3F}"/>
              </a:ext>
            </a:extLst>
          </p:cNvPr>
          <p:cNvGrpSpPr/>
          <p:nvPr/>
        </p:nvGrpSpPr>
        <p:grpSpPr>
          <a:xfrm>
            <a:off x="7517721" y="4695252"/>
            <a:ext cx="2977526" cy="1342058"/>
            <a:chOff x="9063622" y="4495872"/>
            <a:chExt cx="2977526" cy="1342058"/>
          </a:xfrm>
        </p:grpSpPr>
        <p:grpSp>
          <p:nvGrpSpPr>
            <p:cNvPr id="129" name="Group 128">
              <a:extLst>
                <a:ext uri="{FF2B5EF4-FFF2-40B4-BE49-F238E27FC236}">
                  <a16:creationId xmlns:a16="http://schemas.microsoft.com/office/drawing/2014/main" id="{6271B160-5500-4EDF-B13E-7BE98E38B950}"/>
                </a:ext>
              </a:extLst>
            </p:cNvPr>
            <p:cNvGrpSpPr/>
            <p:nvPr/>
          </p:nvGrpSpPr>
          <p:grpSpPr>
            <a:xfrm>
              <a:off x="9063622" y="4495872"/>
              <a:ext cx="1951540" cy="369332"/>
              <a:chOff x="5793989" y="4428721"/>
              <a:chExt cx="1951540" cy="369332"/>
            </a:xfrm>
          </p:grpSpPr>
          <p:sp>
            <p:nvSpPr>
              <p:cNvPr id="136" name="Oval 135">
                <a:extLst>
                  <a:ext uri="{FF2B5EF4-FFF2-40B4-BE49-F238E27FC236}">
                    <a16:creationId xmlns:a16="http://schemas.microsoft.com/office/drawing/2014/main" id="{96D570CB-9AD5-46E7-A1D8-FF90ED354312}"/>
                  </a:ext>
                </a:extLst>
              </p:cNvPr>
              <p:cNvSpPr/>
              <p:nvPr/>
            </p:nvSpPr>
            <p:spPr>
              <a:xfrm>
                <a:off x="5793989" y="447891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X</a:t>
                </a:r>
                <a:endParaRPr lang="en-US" dirty="0"/>
              </a:p>
            </p:txBody>
          </p:sp>
          <p:sp>
            <p:nvSpPr>
              <p:cNvPr id="137" name="TextBox 136">
                <a:extLst>
                  <a:ext uri="{FF2B5EF4-FFF2-40B4-BE49-F238E27FC236}">
                    <a16:creationId xmlns:a16="http://schemas.microsoft.com/office/drawing/2014/main" id="{6884A116-07A5-4487-B11C-D503B3CD996B}"/>
                  </a:ext>
                </a:extLst>
              </p:cNvPr>
              <p:cNvSpPr txBox="1"/>
              <p:nvPr/>
            </p:nvSpPr>
            <p:spPr>
              <a:xfrm>
                <a:off x="6060452" y="4428721"/>
                <a:ext cx="1685077" cy="369332"/>
              </a:xfrm>
              <a:prstGeom prst="rect">
                <a:avLst/>
              </a:prstGeom>
              <a:noFill/>
            </p:spPr>
            <p:txBody>
              <a:bodyPr wrap="none" rtlCol="0">
                <a:spAutoFit/>
              </a:bodyPr>
              <a:lstStyle/>
              <a:p>
                <a:r>
                  <a:rPr lang="en-US" dirty="0"/>
                  <a:t>Regular vertex</a:t>
                </a:r>
              </a:p>
            </p:txBody>
          </p:sp>
        </p:grpSp>
        <p:grpSp>
          <p:nvGrpSpPr>
            <p:cNvPr id="130" name="Group 129">
              <a:extLst>
                <a:ext uri="{FF2B5EF4-FFF2-40B4-BE49-F238E27FC236}">
                  <a16:creationId xmlns:a16="http://schemas.microsoft.com/office/drawing/2014/main" id="{22BD9A63-4B0E-42AA-8911-64A002869876}"/>
                </a:ext>
              </a:extLst>
            </p:cNvPr>
            <p:cNvGrpSpPr/>
            <p:nvPr/>
          </p:nvGrpSpPr>
          <p:grpSpPr>
            <a:xfrm>
              <a:off x="9063622" y="4959034"/>
              <a:ext cx="2977526" cy="369332"/>
              <a:chOff x="5793989" y="4891883"/>
              <a:chExt cx="2977526" cy="369332"/>
            </a:xfrm>
          </p:grpSpPr>
          <p:sp>
            <p:nvSpPr>
              <p:cNvPr id="134" name="Oval 133">
                <a:extLst>
                  <a:ext uri="{FF2B5EF4-FFF2-40B4-BE49-F238E27FC236}">
                    <a16:creationId xmlns:a16="http://schemas.microsoft.com/office/drawing/2014/main" id="{817B9C89-5ECC-4077-AD52-216CBA748887}"/>
                  </a:ext>
                </a:extLst>
              </p:cNvPr>
              <p:cNvSpPr/>
              <p:nvPr/>
            </p:nvSpPr>
            <p:spPr>
              <a:xfrm>
                <a:off x="5793989" y="4942079"/>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sp>
            <p:nvSpPr>
              <p:cNvPr id="135" name="TextBox 134">
                <a:extLst>
                  <a:ext uri="{FF2B5EF4-FFF2-40B4-BE49-F238E27FC236}">
                    <a16:creationId xmlns:a16="http://schemas.microsoft.com/office/drawing/2014/main" id="{C4B5BD52-DD86-4E0D-8EF2-B7F3212A5D63}"/>
                  </a:ext>
                </a:extLst>
              </p:cNvPr>
              <p:cNvSpPr txBox="1"/>
              <p:nvPr/>
            </p:nvSpPr>
            <p:spPr>
              <a:xfrm>
                <a:off x="6060452" y="4891883"/>
                <a:ext cx="2711063" cy="369332"/>
              </a:xfrm>
              <a:prstGeom prst="rect">
                <a:avLst/>
              </a:prstGeom>
              <a:noFill/>
            </p:spPr>
            <p:txBody>
              <a:bodyPr wrap="none" rtlCol="0">
                <a:spAutoFit/>
              </a:bodyPr>
              <a:lstStyle/>
              <a:p>
                <a:r>
                  <a:rPr lang="en-US" dirty="0"/>
                  <a:t>Interface Element Vertex</a:t>
                </a:r>
              </a:p>
            </p:txBody>
          </p:sp>
        </p:grpSp>
        <p:grpSp>
          <p:nvGrpSpPr>
            <p:cNvPr id="131" name="Group 130">
              <a:extLst>
                <a:ext uri="{FF2B5EF4-FFF2-40B4-BE49-F238E27FC236}">
                  <a16:creationId xmlns:a16="http://schemas.microsoft.com/office/drawing/2014/main" id="{45F7203A-AB4C-46B0-B45A-7F8290805208}"/>
                </a:ext>
              </a:extLst>
            </p:cNvPr>
            <p:cNvGrpSpPr/>
            <p:nvPr/>
          </p:nvGrpSpPr>
          <p:grpSpPr>
            <a:xfrm>
              <a:off x="9063622" y="5468598"/>
              <a:ext cx="1951540" cy="369332"/>
              <a:chOff x="5793989" y="5411274"/>
              <a:chExt cx="1951540" cy="369332"/>
            </a:xfrm>
          </p:grpSpPr>
          <p:sp>
            <p:nvSpPr>
              <p:cNvPr id="132" name="Oval 131">
                <a:extLst>
                  <a:ext uri="{FF2B5EF4-FFF2-40B4-BE49-F238E27FC236}">
                    <a16:creationId xmlns:a16="http://schemas.microsoft.com/office/drawing/2014/main" id="{317466B4-104B-4EDB-BFB1-7CA5FC26121E}"/>
                  </a:ext>
                </a:extLst>
              </p:cNvPr>
              <p:cNvSpPr/>
              <p:nvPr/>
            </p:nvSpPr>
            <p:spPr>
              <a:xfrm>
                <a:off x="5793989" y="5461470"/>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sp>
            <p:nvSpPr>
              <p:cNvPr id="133" name="TextBox 132">
                <a:extLst>
                  <a:ext uri="{FF2B5EF4-FFF2-40B4-BE49-F238E27FC236}">
                    <a16:creationId xmlns:a16="http://schemas.microsoft.com/office/drawing/2014/main" id="{F193CB36-8669-495E-9824-7C013274B110}"/>
                  </a:ext>
                </a:extLst>
              </p:cNvPr>
              <p:cNvSpPr txBox="1"/>
              <p:nvPr/>
            </p:nvSpPr>
            <p:spPr>
              <a:xfrm>
                <a:off x="6060452" y="5411274"/>
                <a:ext cx="1685077" cy="369332"/>
              </a:xfrm>
              <a:prstGeom prst="rect">
                <a:avLst/>
              </a:prstGeom>
              <a:noFill/>
            </p:spPr>
            <p:txBody>
              <a:bodyPr wrap="none" rtlCol="0">
                <a:spAutoFit/>
              </a:bodyPr>
              <a:lstStyle/>
              <a:p>
                <a:r>
                  <a:rPr lang="en-US" dirty="0"/>
                  <a:t>Collapse Edge</a:t>
                </a:r>
              </a:p>
            </p:txBody>
          </p:sp>
        </p:grpSp>
      </p:grpSp>
      <p:sp>
        <p:nvSpPr>
          <p:cNvPr id="3" name="Freeform: Shape 2">
            <a:extLst>
              <a:ext uri="{FF2B5EF4-FFF2-40B4-BE49-F238E27FC236}">
                <a16:creationId xmlns:a16="http://schemas.microsoft.com/office/drawing/2014/main" id="{F0CF0035-77BE-41F8-96B9-F0A019030BC3}"/>
              </a:ext>
            </a:extLst>
          </p:cNvPr>
          <p:cNvSpPr/>
          <p:nvPr/>
        </p:nvSpPr>
        <p:spPr>
          <a:xfrm>
            <a:off x="3335337" y="2108200"/>
            <a:ext cx="1727201" cy="715167"/>
          </a:xfrm>
          <a:custGeom>
            <a:avLst/>
            <a:gdLst>
              <a:gd name="connsiteX0" fmla="*/ 501650 w 2317750"/>
              <a:gd name="connsiteY0" fmla="*/ 0 h 368300"/>
              <a:gd name="connsiteX1" fmla="*/ 2317750 w 2317750"/>
              <a:gd name="connsiteY1" fmla="*/ 365125 h 368300"/>
              <a:gd name="connsiteX2" fmla="*/ 0 w 2317750"/>
              <a:gd name="connsiteY2" fmla="*/ 368300 h 368300"/>
              <a:gd name="connsiteX3" fmla="*/ 501650 w 2317750"/>
              <a:gd name="connsiteY3" fmla="*/ 0 h 368300"/>
              <a:gd name="connsiteX0" fmla="*/ 501650 w 2317750"/>
              <a:gd name="connsiteY0" fmla="*/ 0 h 368300"/>
              <a:gd name="connsiteX1" fmla="*/ 2317750 w 2317750"/>
              <a:gd name="connsiteY1" fmla="*/ 365125 h 368300"/>
              <a:gd name="connsiteX2" fmla="*/ 0 w 2317750"/>
              <a:gd name="connsiteY2" fmla="*/ 368300 h 368300"/>
              <a:gd name="connsiteX3" fmla="*/ 501650 w 2317750"/>
              <a:gd name="connsiteY3" fmla="*/ 0 h 368300"/>
              <a:gd name="connsiteX0" fmla="*/ 501650 w 2317750"/>
              <a:gd name="connsiteY0" fmla="*/ 0 h 375444"/>
              <a:gd name="connsiteX1" fmla="*/ 2317750 w 2317750"/>
              <a:gd name="connsiteY1" fmla="*/ 365125 h 375444"/>
              <a:gd name="connsiteX2" fmla="*/ 0 w 2317750"/>
              <a:gd name="connsiteY2" fmla="*/ 375444 h 375444"/>
              <a:gd name="connsiteX3" fmla="*/ 501650 w 2317750"/>
              <a:gd name="connsiteY3" fmla="*/ 0 h 375444"/>
              <a:gd name="connsiteX0" fmla="*/ 501650 w 2332038"/>
              <a:gd name="connsiteY0" fmla="*/ 0 h 375444"/>
              <a:gd name="connsiteX1" fmla="*/ 2332038 w 2332038"/>
              <a:gd name="connsiteY1" fmla="*/ 374650 h 375444"/>
              <a:gd name="connsiteX2" fmla="*/ 0 w 2332038"/>
              <a:gd name="connsiteY2" fmla="*/ 375444 h 375444"/>
              <a:gd name="connsiteX3" fmla="*/ 501650 w 2332038"/>
              <a:gd name="connsiteY3" fmla="*/ 0 h 375444"/>
              <a:gd name="connsiteX0" fmla="*/ 623094 w 2332038"/>
              <a:gd name="connsiteY0" fmla="*/ 0 h 470694"/>
              <a:gd name="connsiteX1" fmla="*/ 2332038 w 2332038"/>
              <a:gd name="connsiteY1" fmla="*/ 469900 h 470694"/>
              <a:gd name="connsiteX2" fmla="*/ 0 w 2332038"/>
              <a:gd name="connsiteY2" fmla="*/ 470694 h 470694"/>
              <a:gd name="connsiteX3" fmla="*/ 623094 w 2332038"/>
              <a:gd name="connsiteY3" fmla="*/ 0 h 470694"/>
              <a:gd name="connsiteX0" fmla="*/ 623094 w 2322513"/>
              <a:gd name="connsiteY0" fmla="*/ 0 h 703262"/>
              <a:gd name="connsiteX1" fmla="*/ 2322513 w 2322513"/>
              <a:gd name="connsiteY1" fmla="*/ 703262 h 703262"/>
              <a:gd name="connsiteX2" fmla="*/ 0 w 2322513"/>
              <a:gd name="connsiteY2" fmla="*/ 470694 h 703262"/>
              <a:gd name="connsiteX3" fmla="*/ 623094 w 2322513"/>
              <a:gd name="connsiteY3" fmla="*/ 0 h 703262"/>
              <a:gd name="connsiteX0" fmla="*/ 623094 w 2322513"/>
              <a:gd name="connsiteY0" fmla="*/ 0 h 691355"/>
              <a:gd name="connsiteX1" fmla="*/ 2322513 w 2322513"/>
              <a:gd name="connsiteY1" fmla="*/ 691355 h 691355"/>
              <a:gd name="connsiteX2" fmla="*/ 0 w 2322513"/>
              <a:gd name="connsiteY2" fmla="*/ 470694 h 691355"/>
              <a:gd name="connsiteX3" fmla="*/ 623094 w 2322513"/>
              <a:gd name="connsiteY3" fmla="*/ 0 h 691355"/>
              <a:gd name="connsiteX0" fmla="*/ 623094 w 2324894"/>
              <a:gd name="connsiteY0" fmla="*/ 0 h 693736"/>
              <a:gd name="connsiteX1" fmla="*/ 2324894 w 2324894"/>
              <a:gd name="connsiteY1" fmla="*/ 693736 h 693736"/>
              <a:gd name="connsiteX2" fmla="*/ 0 w 2324894"/>
              <a:gd name="connsiteY2" fmla="*/ 470694 h 693736"/>
              <a:gd name="connsiteX3" fmla="*/ 623094 w 2324894"/>
              <a:gd name="connsiteY3" fmla="*/ 0 h 693736"/>
              <a:gd name="connsiteX0" fmla="*/ 623094 w 2332038"/>
              <a:gd name="connsiteY0" fmla="*/ 0 h 693736"/>
              <a:gd name="connsiteX1" fmla="*/ 2332038 w 2332038"/>
              <a:gd name="connsiteY1" fmla="*/ 206375 h 693736"/>
              <a:gd name="connsiteX2" fmla="*/ 2324894 w 2332038"/>
              <a:gd name="connsiteY2" fmla="*/ 693736 h 693736"/>
              <a:gd name="connsiteX3" fmla="*/ 0 w 2332038"/>
              <a:gd name="connsiteY3" fmla="*/ 470694 h 693736"/>
              <a:gd name="connsiteX4" fmla="*/ 623094 w 2332038"/>
              <a:gd name="connsiteY4" fmla="*/ 0 h 693736"/>
              <a:gd name="connsiteX0" fmla="*/ 623094 w 2332038"/>
              <a:gd name="connsiteY0" fmla="*/ 0 h 693736"/>
              <a:gd name="connsiteX1" fmla="*/ 2332038 w 2332038"/>
              <a:gd name="connsiteY1" fmla="*/ 206375 h 693736"/>
              <a:gd name="connsiteX2" fmla="*/ 2324894 w 2332038"/>
              <a:gd name="connsiteY2" fmla="*/ 693736 h 693736"/>
              <a:gd name="connsiteX3" fmla="*/ 0 w 2332038"/>
              <a:gd name="connsiteY3" fmla="*/ 470694 h 693736"/>
              <a:gd name="connsiteX4" fmla="*/ 623094 w 2332038"/>
              <a:gd name="connsiteY4" fmla="*/ 0 h 693736"/>
              <a:gd name="connsiteX0" fmla="*/ 623094 w 2332038"/>
              <a:gd name="connsiteY0" fmla="*/ 0 h 693736"/>
              <a:gd name="connsiteX1" fmla="*/ 2332038 w 2332038"/>
              <a:gd name="connsiteY1" fmla="*/ 206375 h 693736"/>
              <a:gd name="connsiteX2" fmla="*/ 2324894 w 2332038"/>
              <a:gd name="connsiteY2" fmla="*/ 693736 h 693736"/>
              <a:gd name="connsiteX3" fmla="*/ 0 w 2332038"/>
              <a:gd name="connsiteY3" fmla="*/ 470694 h 693736"/>
              <a:gd name="connsiteX4" fmla="*/ 623094 w 2332038"/>
              <a:gd name="connsiteY4" fmla="*/ 0 h 693736"/>
              <a:gd name="connsiteX0" fmla="*/ 623094 w 2332038"/>
              <a:gd name="connsiteY0" fmla="*/ 0 h 693736"/>
              <a:gd name="connsiteX1" fmla="*/ 2332038 w 2332038"/>
              <a:gd name="connsiteY1" fmla="*/ 206375 h 693736"/>
              <a:gd name="connsiteX2" fmla="*/ 2324894 w 2332038"/>
              <a:gd name="connsiteY2" fmla="*/ 693736 h 693736"/>
              <a:gd name="connsiteX3" fmla="*/ 0 w 2332038"/>
              <a:gd name="connsiteY3" fmla="*/ 470694 h 693736"/>
              <a:gd name="connsiteX4" fmla="*/ 623094 w 2332038"/>
              <a:gd name="connsiteY4" fmla="*/ 0 h 693736"/>
              <a:gd name="connsiteX0" fmla="*/ 623094 w 2332038"/>
              <a:gd name="connsiteY0" fmla="*/ 0 h 693736"/>
              <a:gd name="connsiteX1" fmla="*/ 2332038 w 2332038"/>
              <a:gd name="connsiteY1" fmla="*/ 206375 h 693736"/>
              <a:gd name="connsiteX2" fmla="*/ 2324894 w 2332038"/>
              <a:gd name="connsiteY2" fmla="*/ 693736 h 693736"/>
              <a:gd name="connsiteX3" fmla="*/ 0 w 2332038"/>
              <a:gd name="connsiteY3" fmla="*/ 470694 h 693736"/>
              <a:gd name="connsiteX4" fmla="*/ 623094 w 2332038"/>
              <a:gd name="connsiteY4" fmla="*/ 0 h 693736"/>
              <a:gd name="connsiteX0" fmla="*/ 623094 w 2332038"/>
              <a:gd name="connsiteY0" fmla="*/ 0 h 715167"/>
              <a:gd name="connsiteX1" fmla="*/ 2332038 w 2332038"/>
              <a:gd name="connsiteY1" fmla="*/ 206375 h 715167"/>
              <a:gd name="connsiteX2" fmla="*/ 2091531 w 2332038"/>
              <a:gd name="connsiteY2" fmla="*/ 715167 h 715167"/>
              <a:gd name="connsiteX3" fmla="*/ 0 w 2332038"/>
              <a:gd name="connsiteY3" fmla="*/ 470694 h 715167"/>
              <a:gd name="connsiteX4" fmla="*/ 623094 w 2332038"/>
              <a:gd name="connsiteY4" fmla="*/ 0 h 715167"/>
              <a:gd name="connsiteX0" fmla="*/ 163513 w 1872457"/>
              <a:gd name="connsiteY0" fmla="*/ 0 h 715167"/>
              <a:gd name="connsiteX1" fmla="*/ 1872457 w 1872457"/>
              <a:gd name="connsiteY1" fmla="*/ 206375 h 715167"/>
              <a:gd name="connsiteX2" fmla="*/ 1631950 w 1872457"/>
              <a:gd name="connsiteY2" fmla="*/ 715167 h 715167"/>
              <a:gd name="connsiteX3" fmla="*/ 0 w 1872457"/>
              <a:gd name="connsiteY3" fmla="*/ 520700 h 715167"/>
              <a:gd name="connsiteX4" fmla="*/ 163513 w 1872457"/>
              <a:gd name="connsiteY4" fmla="*/ 0 h 715167"/>
              <a:gd name="connsiteX0" fmla="*/ 30163 w 1739107"/>
              <a:gd name="connsiteY0" fmla="*/ 0 h 715167"/>
              <a:gd name="connsiteX1" fmla="*/ 1739107 w 1739107"/>
              <a:gd name="connsiteY1" fmla="*/ 206375 h 715167"/>
              <a:gd name="connsiteX2" fmla="*/ 1498600 w 1739107"/>
              <a:gd name="connsiteY2" fmla="*/ 715167 h 715167"/>
              <a:gd name="connsiteX3" fmla="*/ 0 w 1739107"/>
              <a:gd name="connsiteY3" fmla="*/ 530225 h 715167"/>
              <a:gd name="connsiteX4" fmla="*/ 30163 w 1739107"/>
              <a:gd name="connsiteY4" fmla="*/ 0 h 715167"/>
              <a:gd name="connsiteX0" fmla="*/ 18257 w 1727201"/>
              <a:gd name="connsiteY0" fmla="*/ 0 h 715167"/>
              <a:gd name="connsiteX1" fmla="*/ 1727201 w 1727201"/>
              <a:gd name="connsiteY1" fmla="*/ 206375 h 715167"/>
              <a:gd name="connsiteX2" fmla="*/ 1486694 w 1727201"/>
              <a:gd name="connsiteY2" fmla="*/ 715167 h 715167"/>
              <a:gd name="connsiteX3" fmla="*/ 0 w 1727201"/>
              <a:gd name="connsiteY3" fmla="*/ 537369 h 715167"/>
              <a:gd name="connsiteX4" fmla="*/ 18257 w 1727201"/>
              <a:gd name="connsiteY4" fmla="*/ 0 h 7151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201" h="715167">
                <a:moveTo>
                  <a:pt x="18257" y="0"/>
                </a:moveTo>
                <a:lnTo>
                  <a:pt x="1727201" y="206375"/>
                </a:lnTo>
                <a:lnTo>
                  <a:pt x="1486694" y="715167"/>
                </a:lnTo>
                <a:lnTo>
                  <a:pt x="0" y="537369"/>
                </a:lnTo>
                <a:lnTo>
                  <a:pt x="18257"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cxnSp>
        <p:nvCxnSpPr>
          <p:cNvPr id="138" name="Straight Arrow Connector 137">
            <a:extLst>
              <a:ext uri="{FF2B5EF4-FFF2-40B4-BE49-F238E27FC236}">
                <a16:creationId xmlns:a16="http://schemas.microsoft.com/office/drawing/2014/main" id="{B0769048-E83B-42C0-A540-3F580847A228}"/>
              </a:ext>
            </a:extLst>
          </p:cNvPr>
          <p:cNvCxnSpPr>
            <a:cxnSpLocks/>
          </p:cNvCxnSpPr>
          <p:nvPr/>
        </p:nvCxnSpPr>
        <p:spPr>
          <a:xfrm rot="8760000" flipH="1">
            <a:off x="2930220" y="2278845"/>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9" name="Straight Arrow Connector 138">
            <a:extLst>
              <a:ext uri="{FF2B5EF4-FFF2-40B4-BE49-F238E27FC236}">
                <a16:creationId xmlns:a16="http://schemas.microsoft.com/office/drawing/2014/main" id="{BE00E4BA-EB50-438A-98F1-02A743DF3D3A}"/>
              </a:ext>
            </a:extLst>
          </p:cNvPr>
          <p:cNvCxnSpPr>
            <a:cxnSpLocks/>
          </p:cNvCxnSpPr>
          <p:nvPr/>
        </p:nvCxnSpPr>
        <p:spPr>
          <a:xfrm rot="4680000" flipV="1">
            <a:off x="2977066" y="1418390"/>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0" name="Straight Arrow Connector 139">
            <a:extLst>
              <a:ext uri="{FF2B5EF4-FFF2-40B4-BE49-F238E27FC236}">
                <a16:creationId xmlns:a16="http://schemas.microsoft.com/office/drawing/2014/main" id="{161CE13B-8C2B-41ED-8D35-D7E01DC65B2D}"/>
              </a:ext>
            </a:extLst>
          </p:cNvPr>
          <p:cNvCxnSpPr>
            <a:cxnSpLocks/>
          </p:cNvCxnSpPr>
          <p:nvPr/>
        </p:nvCxnSpPr>
        <p:spPr>
          <a:xfrm rot="19560000" flipH="1">
            <a:off x="2983900" y="2392292"/>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1" name="Straight Arrow Connector 140">
            <a:extLst>
              <a:ext uri="{FF2B5EF4-FFF2-40B4-BE49-F238E27FC236}">
                <a16:creationId xmlns:a16="http://schemas.microsoft.com/office/drawing/2014/main" id="{EF6769F9-44E9-4FB3-9F44-FA166E264CD9}"/>
              </a:ext>
            </a:extLst>
          </p:cNvPr>
          <p:cNvCxnSpPr>
            <a:cxnSpLocks/>
          </p:cNvCxnSpPr>
          <p:nvPr/>
        </p:nvCxnSpPr>
        <p:spPr>
          <a:xfrm rot="420000" flipV="1">
            <a:off x="3850854" y="2672764"/>
            <a:ext cx="37490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2" name="Straight Arrow Connector 141">
            <a:extLst>
              <a:ext uri="{FF2B5EF4-FFF2-40B4-BE49-F238E27FC236}">
                <a16:creationId xmlns:a16="http://schemas.microsoft.com/office/drawing/2014/main" id="{14DF4CC4-22E4-4D7C-96E1-2A073067C3D3}"/>
              </a:ext>
            </a:extLst>
          </p:cNvPr>
          <p:cNvCxnSpPr>
            <a:cxnSpLocks noChangeAspect="1"/>
          </p:cNvCxnSpPr>
          <p:nvPr/>
        </p:nvCxnSpPr>
        <p:spPr>
          <a:xfrm rot="-240000" flipH="1" flipV="1">
            <a:off x="3929083" y="2236191"/>
            <a:ext cx="377822" cy="731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3" name="Straight Arrow Connector 142">
            <a:extLst>
              <a:ext uri="{FF2B5EF4-FFF2-40B4-BE49-F238E27FC236}">
                <a16:creationId xmlns:a16="http://schemas.microsoft.com/office/drawing/2014/main" id="{7250F51B-E421-441D-B373-EC408E4513EB}"/>
              </a:ext>
            </a:extLst>
          </p:cNvPr>
          <p:cNvCxnSpPr>
            <a:cxnSpLocks noChangeAspect="1"/>
          </p:cNvCxnSpPr>
          <p:nvPr/>
        </p:nvCxnSpPr>
        <p:spPr>
          <a:xfrm rot="10620000" flipH="1" flipV="1">
            <a:off x="3978920" y="2109291"/>
            <a:ext cx="377822" cy="731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1" name="Straight Arrow Connector 150">
            <a:extLst>
              <a:ext uri="{FF2B5EF4-FFF2-40B4-BE49-F238E27FC236}">
                <a16:creationId xmlns:a16="http://schemas.microsoft.com/office/drawing/2014/main" id="{79E8AE7E-35A0-4DFE-9404-3AB15284ACD9}"/>
              </a:ext>
            </a:extLst>
          </p:cNvPr>
          <p:cNvCxnSpPr>
            <a:cxnSpLocks/>
          </p:cNvCxnSpPr>
          <p:nvPr/>
        </p:nvCxnSpPr>
        <p:spPr>
          <a:xfrm rot="5400000" flipV="1">
            <a:off x="7253802" y="3612041"/>
            <a:ext cx="3657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2" name="Straight Arrow Connector 151">
            <a:extLst>
              <a:ext uri="{FF2B5EF4-FFF2-40B4-BE49-F238E27FC236}">
                <a16:creationId xmlns:a16="http://schemas.microsoft.com/office/drawing/2014/main" id="{5E68CBEB-1C24-4919-B012-A4F7D5A32FCF}"/>
              </a:ext>
            </a:extLst>
          </p:cNvPr>
          <p:cNvCxnSpPr>
            <a:cxnSpLocks/>
          </p:cNvCxnSpPr>
          <p:nvPr/>
        </p:nvCxnSpPr>
        <p:spPr>
          <a:xfrm rot="10800000" flipH="1">
            <a:off x="7545184" y="4315205"/>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3" name="Rectangle 152">
            <a:extLst>
              <a:ext uri="{FF2B5EF4-FFF2-40B4-BE49-F238E27FC236}">
                <a16:creationId xmlns:a16="http://schemas.microsoft.com/office/drawing/2014/main" id="{1B78A846-ABD4-4D74-88BA-2B27948217DA}"/>
              </a:ext>
            </a:extLst>
          </p:cNvPr>
          <p:cNvSpPr/>
          <p:nvPr/>
        </p:nvSpPr>
        <p:spPr>
          <a:xfrm>
            <a:off x="7380780" y="2581397"/>
            <a:ext cx="490198" cy="1828412"/>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69" name="Rectangle 168">
            <a:extLst>
              <a:ext uri="{FF2B5EF4-FFF2-40B4-BE49-F238E27FC236}">
                <a16:creationId xmlns:a16="http://schemas.microsoft.com/office/drawing/2014/main" id="{93F820B5-4DE1-4CBB-8378-FD472BC84F30}"/>
              </a:ext>
            </a:extLst>
          </p:cNvPr>
          <p:cNvSpPr/>
          <p:nvPr/>
        </p:nvSpPr>
        <p:spPr>
          <a:xfrm>
            <a:off x="7384176" y="746473"/>
            <a:ext cx="490198" cy="1828412"/>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00" name="Oval 299">
            <a:extLst>
              <a:ext uri="{FF2B5EF4-FFF2-40B4-BE49-F238E27FC236}">
                <a16:creationId xmlns:a16="http://schemas.microsoft.com/office/drawing/2014/main" id="{F1D59075-0218-4F2D-8875-3BBF8730CCB5}"/>
              </a:ext>
            </a:extLst>
          </p:cNvPr>
          <p:cNvSpPr/>
          <p:nvPr/>
        </p:nvSpPr>
        <p:spPr>
          <a:xfrm>
            <a:off x="7212108" y="4229006"/>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H</a:t>
            </a:r>
            <a:endParaRPr lang="en-US" dirty="0">
              <a:solidFill>
                <a:schemeClr val="accent6"/>
              </a:solidFill>
            </a:endParaRPr>
          </a:p>
        </p:txBody>
      </p:sp>
      <p:sp>
        <p:nvSpPr>
          <p:cNvPr id="150" name="Oval 149">
            <a:extLst>
              <a:ext uri="{FF2B5EF4-FFF2-40B4-BE49-F238E27FC236}">
                <a16:creationId xmlns:a16="http://schemas.microsoft.com/office/drawing/2014/main" id="{06764432-83D0-4EB5-83B6-52D8364AAAA7}"/>
              </a:ext>
            </a:extLst>
          </p:cNvPr>
          <p:cNvSpPr/>
          <p:nvPr/>
        </p:nvSpPr>
        <p:spPr>
          <a:xfrm>
            <a:off x="7697946" y="423583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W</a:t>
            </a:r>
            <a:endParaRPr lang="en-US" dirty="0">
              <a:solidFill>
                <a:schemeClr val="accent6"/>
              </a:solidFill>
            </a:endParaRPr>
          </a:p>
        </p:txBody>
      </p:sp>
      <p:sp>
        <p:nvSpPr>
          <p:cNvPr id="310" name="Oval 309">
            <a:extLst>
              <a:ext uri="{FF2B5EF4-FFF2-40B4-BE49-F238E27FC236}">
                <a16:creationId xmlns:a16="http://schemas.microsoft.com/office/drawing/2014/main" id="{C3D66646-F891-415E-9B93-C259E4A46E28}"/>
              </a:ext>
            </a:extLst>
          </p:cNvPr>
          <p:cNvSpPr/>
          <p:nvPr/>
        </p:nvSpPr>
        <p:spPr>
          <a:xfrm>
            <a:off x="7211823" y="5759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S</a:t>
            </a:r>
            <a:endParaRPr lang="en-US" dirty="0">
              <a:solidFill>
                <a:schemeClr val="accent6"/>
              </a:solidFill>
            </a:endParaRPr>
          </a:p>
        </p:txBody>
      </p:sp>
      <p:sp>
        <p:nvSpPr>
          <p:cNvPr id="171" name="Oval 170">
            <a:extLst>
              <a:ext uri="{FF2B5EF4-FFF2-40B4-BE49-F238E27FC236}">
                <a16:creationId xmlns:a16="http://schemas.microsoft.com/office/drawing/2014/main" id="{29D7F294-9E84-483C-BE9D-AED562153462}"/>
              </a:ext>
            </a:extLst>
          </p:cNvPr>
          <p:cNvSpPr/>
          <p:nvPr/>
        </p:nvSpPr>
        <p:spPr>
          <a:xfrm>
            <a:off x="7697858" y="569575"/>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Z</a:t>
            </a:r>
            <a:endParaRPr lang="en-US" dirty="0">
              <a:solidFill>
                <a:schemeClr val="accent6"/>
              </a:solidFill>
            </a:endParaRPr>
          </a:p>
        </p:txBody>
      </p:sp>
      <p:cxnSp>
        <p:nvCxnSpPr>
          <p:cNvPr id="172" name="Straight Arrow Connector 171">
            <a:extLst>
              <a:ext uri="{FF2B5EF4-FFF2-40B4-BE49-F238E27FC236}">
                <a16:creationId xmlns:a16="http://schemas.microsoft.com/office/drawing/2014/main" id="{0B0F1EA2-BED1-42E9-9C51-6D2934CE2589}"/>
              </a:ext>
            </a:extLst>
          </p:cNvPr>
          <p:cNvCxnSpPr>
            <a:cxnSpLocks/>
          </p:cNvCxnSpPr>
          <p:nvPr/>
        </p:nvCxnSpPr>
        <p:spPr>
          <a:xfrm rot="16200000" flipV="1">
            <a:off x="7527739" y="347873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3" name="Straight Arrow Connector 172">
            <a:extLst>
              <a:ext uri="{FF2B5EF4-FFF2-40B4-BE49-F238E27FC236}">
                <a16:creationId xmlns:a16="http://schemas.microsoft.com/office/drawing/2014/main" id="{E1C3EE26-505E-41A7-8B8F-C806FC94E906}"/>
              </a:ext>
            </a:extLst>
          </p:cNvPr>
          <p:cNvCxnSpPr>
            <a:cxnSpLocks/>
          </p:cNvCxnSpPr>
          <p:nvPr/>
        </p:nvCxnSpPr>
        <p:spPr>
          <a:xfrm rot="5400000" flipV="1">
            <a:off x="7154166" y="3478738"/>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4" name="Straight Arrow Connector 173">
            <a:extLst>
              <a:ext uri="{FF2B5EF4-FFF2-40B4-BE49-F238E27FC236}">
                <a16:creationId xmlns:a16="http://schemas.microsoft.com/office/drawing/2014/main" id="{9271D7CE-ED87-494F-9039-8999C4F24C64}"/>
              </a:ext>
            </a:extLst>
          </p:cNvPr>
          <p:cNvCxnSpPr>
            <a:cxnSpLocks/>
          </p:cNvCxnSpPr>
          <p:nvPr/>
        </p:nvCxnSpPr>
        <p:spPr>
          <a:xfrm rot="5400000" flipV="1">
            <a:off x="7653528" y="348927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5" name="Straight Arrow Connector 174">
            <a:extLst>
              <a:ext uri="{FF2B5EF4-FFF2-40B4-BE49-F238E27FC236}">
                <a16:creationId xmlns:a16="http://schemas.microsoft.com/office/drawing/2014/main" id="{20E4EE21-555F-48A5-B1E6-8DEF8FCABC1A}"/>
              </a:ext>
            </a:extLst>
          </p:cNvPr>
          <p:cNvCxnSpPr>
            <a:cxnSpLocks/>
          </p:cNvCxnSpPr>
          <p:nvPr/>
        </p:nvCxnSpPr>
        <p:spPr>
          <a:xfrm rot="16200000" flipV="1">
            <a:off x="7530158" y="1594347"/>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 name="Straight Arrow Connector 175">
            <a:extLst>
              <a:ext uri="{FF2B5EF4-FFF2-40B4-BE49-F238E27FC236}">
                <a16:creationId xmlns:a16="http://schemas.microsoft.com/office/drawing/2014/main" id="{537BAEEB-F52B-4152-B9D9-2EFD0A8928D0}"/>
              </a:ext>
            </a:extLst>
          </p:cNvPr>
          <p:cNvCxnSpPr>
            <a:cxnSpLocks/>
          </p:cNvCxnSpPr>
          <p:nvPr/>
        </p:nvCxnSpPr>
        <p:spPr>
          <a:xfrm rot="5400000" flipV="1">
            <a:off x="7156585" y="159434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7" name="Straight Arrow Connector 176">
            <a:extLst>
              <a:ext uri="{FF2B5EF4-FFF2-40B4-BE49-F238E27FC236}">
                <a16:creationId xmlns:a16="http://schemas.microsoft.com/office/drawing/2014/main" id="{5F663778-7005-4547-9F11-AC15179A8EB5}"/>
              </a:ext>
            </a:extLst>
          </p:cNvPr>
          <p:cNvCxnSpPr>
            <a:cxnSpLocks/>
          </p:cNvCxnSpPr>
          <p:nvPr/>
        </p:nvCxnSpPr>
        <p:spPr>
          <a:xfrm rot="10800000" flipH="1">
            <a:off x="7546328" y="4258686"/>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8" name="Straight Arrow Connector 177">
            <a:extLst>
              <a:ext uri="{FF2B5EF4-FFF2-40B4-BE49-F238E27FC236}">
                <a16:creationId xmlns:a16="http://schemas.microsoft.com/office/drawing/2014/main" id="{474332AC-2EEB-43FA-9F53-14010D3A81E0}"/>
              </a:ext>
            </a:extLst>
          </p:cNvPr>
          <p:cNvCxnSpPr>
            <a:cxnSpLocks/>
          </p:cNvCxnSpPr>
          <p:nvPr/>
        </p:nvCxnSpPr>
        <p:spPr>
          <a:xfrm rot="12780000" flipH="1">
            <a:off x="7587216" y="2365620"/>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9" name="Straight Arrow Connector 178">
            <a:extLst>
              <a:ext uri="{FF2B5EF4-FFF2-40B4-BE49-F238E27FC236}">
                <a16:creationId xmlns:a16="http://schemas.microsoft.com/office/drawing/2014/main" id="{E7367B9F-E168-49C1-9675-2B4E1CC3992F}"/>
              </a:ext>
            </a:extLst>
          </p:cNvPr>
          <p:cNvCxnSpPr>
            <a:cxnSpLocks/>
          </p:cNvCxnSpPr>
          <p:nvPr/>
        </p:nvCxnSpPr>
        <p:spPr>
          <a:xfrm rot="-1860000" flipH="1">
            <a:off x="7587216" y="2761017"/>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0" name="Straight Arrow Connector 179">
            <a:extLst>
              <a:ext uri="{FF2B5EF4-FFF2-40B4-BE49-F238E27FC236}">
                <a16:creationId xmlns:a16="http://schemas.microsoft.com/office/drawing/2014/main" id="{3BA14B83-9842-4001-8ED7-F320653B715B}"/>
              </a:ext>
            </a:extLst>
          </p:cNvPr>
          <p:cNvCxnSpPr>
            <a:cxnSpLocks/>
          </p:cNvCxnSpPr>
          <p:nvPr/>
        </p:nvCxnSpPr>
        <p:spPr>
          <a:xfrm flipH="1">
            <a:off x="7522398" y="910384"/>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4" name="Rectangle 153">
            <a:extLst>
              <a:ext uri="{FF2B5EF4-FFF2-40B4-BE49-F238E27FC236}">
                <a16:creationId xmlns:a16="http://schemas.microsoft.com/office/drawing/2014/main" id="{E73AB59D-2D08-4560-9076-01A3BA41AFCB}"/>
              </a:ext>
            </a:extLst>
          </p:cNvPr>
          <p:cNvSpPr/>
          <p:nvPr/>
        </p:nvSpPr>
        <p:spPr>
          <a:xfrm rot="5400000">
            <a:off x="5964783" y="1409000"/>
            <a:ext cx="506870" cy="2325120"/>
          </a:xfrm>
          <a:custGeom>
            <a:avLst/>
            <a:gdLst>
              <a:gd name="connsiteX0" fmla="*/ 0 w 490198"/>
              <a:gd name="connsiteY0" fmla="*/ 0 h 2325120"/>
              <a:gd name="connsiteX1" fmla="*/ 490198 w 490198"/>
              <a:gd name="connsiteY1" fmla="*/ 0 h 2325120"/>
              <a:gd name="connsiteX2" fmla="*/ 490198 w 490198"/>
              <a:gd name="connsiteY2" fmla="*/ 2325120 h 2325120"/>
              <a:gd name="connsiteX3" fmla="*/ 0 w 490198"/>
              <a:gd name="connsiteY3" fmla="*/ 2325120 h 2325120"/>
              <a:gd name="connsiteX4" fmla="*/ 0 w 490198"/>
              <a:gd name="connsiteY4" fmla="*/ 0 h 2325120"/>
              <a:gd name="connsiteX0" fmla="*/ 0 w 497342"/>
              <a:gd name="connsiteY0" fmla="*/ 0 h 2325120"/>
              <a:gd name="connsiteX1" fmla="*/ 490198 w 497342"/>
              <a:gd name="connsiteY1" fmla="*/ 0 h 2325120"/>
              <a:gd name="connsiteX2" fmla="*/ 497342 w 497342"/>
              <a:gd name="connsiteY2" fmla="*/ 2079851 h 2325120"/>
              <a:gd name="connsiteX3" fmla="*/ 0 w 497342"/>
              <a:gd name="connsiteY3" fmla="*/ 2325120 h 2325120"/>
              <a:gd name="connsiteX4" fmla="*/ 0 w 497342"/>
              <a:gd name="connsiteY4" fmla="*/ 0 h 2325120"/>
              <a:gd name="connsiteX0" fmla="*/ 0 w 504485"/>
              <a:gd name="connsiteY0" fmla="*/ 0 h 2325120"/>
              <a:gd name="connsiteX1" fmla="*/ 490198 w 504485"/>
              <a:gd name="connsiteY1" fmla="*/ 0 h 2325120"/>
              <a:gd name="connsiteX2" fmla="*/ 504485 w 504485"/>
              <a:gd name="connsiteY2" fmla="*/ 2060801 h 2325120"/>
              <a:gd name="connsiteX3" fmla="*/ 0 w 504485"/>
              <a:gd name="connsiteY3" fmla="*/ 2325120 h 2325120"/>
              <a:gd name="connsiteX4" fmla="*/ 0 w 504485"/>
              <a:gd name="connsiteY4" fmla="*/ 0 h 2325120"/>
              <a:gd name="connsiteX0" fmla="*/ 0 w 506870"/>
              <a:gd name="connsiteY0" fmla="*/ 0 h 2325120"/>
              <a:gd name="connsiteX1" fmla="*/ 490198 w 506870"/>
              <a:gd name="connsiteY1" fmla="*/ 0 h 2325120"/>
              <a:gd name="connsiteX2" fmla="*/ 506870 w 506870"/>
              <a:gd name="connsiteY2" fmla="*/ 2060801 h 2325120"/>
              <a:gd name="connsiteX3" fmla="*/ 0 w 506870"/>
              <a:gd name="connsiteY3" fmla="*/ 2325120 h 2325120"/>
              <a:gd name="connsiteX4" fmla="*/ 0 w 506870"/>
              <a:gd name="connsiteY4" fmla="*/ 0 h 2325120"/>
              <a:gd name="connsiteX0" fmla="*/ 0 w 506870"/>
              <a:gd name="connsiteY0" fmla="*/ 0 h 2325120"/>
              <a:gd name="connsiteX1" fmla="*/ 490198 w 506870"/>
              <a:gd name="connsiteY1" fmla="*/ 0 h 2325120"/>
              <a:gd name="connsiteX2" fmla="*/ 506870 w 506870"/>
              <a:gd name="connsiteY2" fmla="*/ 2067945 h 2325120"/>
              <a:gd name="connsiteX3" fmla="*/ 0 w 506870"/>
              <a:gd name="connsiteY3" fmla="*/ 2325120 h 2325120"/>
              <a:gd name="connsiteX4" fmla="*/ 0 w 506870"/>
              <a:gd name="connsiteY4" fmla="*/ 0 h 232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6870" h="2325120">
                <a:moveTo>
                  <a:pt x="0" y="0"/>
                </a:moveTo>
                <a:lnTo>
                  <a:pt x="490198" y="0"/>
                </a:lnTo>
                <a:cubicBezTo>
                  <a:pt x="492579" y="693284"/>
                  <a:pt x="504489" y="1374661"/>
                  <a:pt x="506870" y="2067945"/>
                </a:cubicBezTo>
                <a:lnTo>
                  <a:pt x="0" y="2325120"/>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4" name="Isosceles Triangle 3">
            <a:extLst>
              <a:ext uri="{FF2B5EF4-FFF2-40B4-BE49-F238E27FC236}">
                <a16:creationId xmlns:a16="http://schemas.microsoft.com/office/drawing/2014/main" id="{69B2BCC7-ED5C-4A07-BC26-90D6CEC87F88}"/>
              </a:ext>
            </a:extLst>
          </p:cNvPr>
          <p:cNvSpPr/>
          <p:nvPr/>
        </p:nvSpPr>
        <p:spPr>
          <a:xfrm rot="5400000">
            <a:off x="7367820" y="2333425"/>
            <a:ext cx="506881" cy="466695"/>
          </a:xfrm>
          <a:prstGeom prst="triangle">
            <a:avLst/>
          </a:prstGeom>
          <a:pattFill prst="smConfetti">
            <a:fgClr>
              <a:schemeClr val="tx1"/>
            </a:fgClr>
            <a:bgClr>
              <a:schemeClr val="bg1"/>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Oval 304">
            <a:extLst>
              <a:ext uri="{FF2B5EF4-FFF2-40B4-BE49-F238E27FC236}">
                <a16:creationId xmlns:a16="http://schemas.microsoft.com/office/drawing/2014/main" id="{4A8BBCCD-B5BF-48DD-8126-A474AB04C35A}"/>
              </a:ext>
            </a:extLst>
          </p:cNvPr>
          <p:cNvSpPr/>
          <p:nvPr/>
        </p:nvSpPr>
        <p:spPr>
          <a:xfrm>
            <a:off x="7207597" y="2631069"/>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M</a:t>
            </a:r>
            <a:endParaRPr lang="en-US" dirty="0">
              <a:solidFill>
                <a:schemeClr val="accent6"/>
              </a:solidFill>
            </a:endParaRPr>
          </a:p>
        </p:txBody>
      </p:sp>
      <p:sp>
        <p:nvSpPr>
          <p:cNvPr id="155" name="Oval 154">
            <a:extLst>
              <a:ext uri="{FF2B5EF4-FFF2-40B4-BE49-F238E27FC236}">
                <a16:creationId xmlns:a16="http://schemas.microsoft.com/office/drawing/2014/main" id="{91E354EA-BEB1-4527-8D24-B5BEA9BC2590}"/>
              </a:ext>
            </a:extLst>
          </p:cNvPr>
          <p:cNvSpPr/>
          <p:nvPr/>
        </p:nvSpPr>
        <p:spPr>
          <a:xfrm>
            <a:off x="7211823" y="213939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2</a:t>
            </a:r>
            <a:endParaRPr lang="en-US" dirty="0">
              <a:solidFill>
                <a:schemeClr val="accent6"/>
              </a:solidFill>
            </a:endParaRPr>
          </a:p>
        </p:txBody>
      </p:sp>
      <p:cxnSp>
        <p:nvCxnSpPr>
          <p:cNvPr id="157" name="Straight Arrow Connector 156">
            <a:extLst>
              <a:ext uri="{FF2B5EF4-FFF2-40B4-BE49-F238E27FC236}">
                <a16:creationId xmlns:a16="http://schemas.microsoft.com/office/drawing/2014/main" id="{FBB07E9D-B23C-432E-8977-BA2CA612D97B}"/>
              </a:ext>
            </a:extLst>
          </p:cNvPr>
          <p:cNvCxnSpPr>
            <a:cxnSpLocks/>
          </p:cNvCxnSpPr>
          <p:nvPr/>
        </p:nvCxnSpPr>
        <p:spPr>
          <a:xfrm rot="10800000" flipV="1">
            <a:off x="5914425" y="2375207"/>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8" name="Straight Arrow Connector 157">
            <a:extLst>
              <a:ext uri="{FF2B5EF4-FFF2-40B4-BE49-F238E27FC236}">
                <a16:creationId xmlns:a16="http://schemas.microsoft.com/office/drawing/2014/main" id="{04781B4D-BCFF-4606-B7EF-5CDB042EABCB}"/>
              </a:ext>
            </a:extLst>
          </p:cNvPr>
          <p:cNvCxnSpPr>
            <a:cxnSpLocks/>
          </p:cNvCxnSpPr>
          <p:nvPr/>
        </p:nvCxnSpPr>
        <p:spPr>
          <a:xfrm flipV="1">
            <a:off x="5935702" y="273838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9" name="Straight Arrow Connector 158">
            <a:extLst>
              <a:ext uri="{FF2B5EF4-FFF2-40B4-BE49-F238E27FC236}">
                <a16:creationId xmlns:a16="http://schemas.microsoft.com/office/drawing/2014/main" id="{1E953FCC-3041-492F-9C06-126D3DA61B3B}"/>
              </a:ext>
            </a:extLst>
          </p:cNvPr>
          <p:cNvCxnSpPr>
            <a:cxnSpLocks/>
          </p:cNvCxnSpPr>
          <p:nvPr/>
        </p:nvCxnSpPr>
        <p:spPr>
          <a:xfrm rot="6840000" flipH="1">
            <a:off x="4757416" y="2523018"/>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0" name="Straight Arrow Connector 159">
            <a:extLst>
              <a:ext uri="{FF2B5EF4-FFF2-40B4-BE49-F238E27FC236}">
                <a16:creationId xmlns:a16="http://schemas.microsoft.com/office/drawing/2014/main" id="{2E766E14-07EA-47B1-BB78-5FC389FA1863}"/>
              </a:ext>
            </a:extLst>
          </p:cNvPr>
          <p:cNvCxnSpPr>
            <a:cxnSpLocks/>
          </p:cNvCxnSpPr>
          <p:nvPr/>
        </p:nvCxnSpPr>
        <p:spPr>
          <a:xfrm rot="14580000" flipH="1">
            <a:off x="5191977" y="2532748"/>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1" name="Straight Arrow Connector 160">
            <a:extLst>
              <a:ext uri="{FF2B5EF4-FFF2-40B4-BE49-F238E27FC236}">
                <a16:creationId xmlns:a16="http://schemas.microsoft.com/office/drawing/2014/main" id="{6541D93B-95C7-49CB-8424-3ED580106190}"/>
              </a:ext>
            </a:extLst>
          </p:cNvPr>
          <p:cNvCxnSpPr>
            <a:cxnSpLocks/>
          </p:cNvCxnSpPr>
          <p:nvPr/>
        </p:nvCxnSpPr>
        <p:spPr>
          <a:xfrm rot="5340000" flipH="1">
            <a:off x="7170025" y="2550130"/>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2" name="Rectangle 161">
            <a:extLst>
              <a:ext uri="{FF2B5EF4-FFF2-40B4-BE49-F238E27FC236}">
                <a16:creationId xmlns:a16="http://schemas.microsoft.com/office/drawing/2014/main" id="{2FCCD8A7-8E62-4911-BBD5-942E62C09888}"/>
              </a:ext>
            </a:extLst>
          </p:cNvPr>
          <p:cNvSpPr/>
          <p:nvPr/>
        </p:nvSpPr>
        <p:spPr>
          <a:xfrm>
            <a:off x="4820576" y="4412041"/>
            <a:ext cx="490198" cy="1828412"/>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45" name="Oval 144">
            <a:extLst>
              <a:ext uri="{FF2B5EF4-FFF2-40B4-BE49-F238E27FC236}">
                <a16:creationId xmlns:a16="http://schemas.microsoft.com/office/drawing/2014/main" id="{3166C6E9-B363-4853-87E4-3408682BDA67}"/>
              </a:ext>
            </a:extLst>
          </p:cNvPr>
          <p:cNvSpPr/>
          <p:nvPr/>
        </p:nvSpPr>
        <p:spPr>
          <a:xfrm>
            <a:off x="4642581" y="6068898"/>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sp>
        <p:nvSpPr>
          <p:cNvPr id="295" name="Oval 294">
            <a:extLst>
              <a:ext uri="{FF2B5EF4-FFF2-40B4-BE49-F238E27FC236}">
                <a16:creationId xmlns:a16="http://schemas.microsoft.com/office/drawing/2014/main" id="{E997ED73-D3C0-41B5-A7D6-45EBCAE17432}"/>
              </a:ext>
            </a:extLst>
          </p:cNvPr>
          <p:cNvSpPr/>
          <p:nvPr/>
        </p:nvSpPr>
        <p:spPr>
          <a:xfrm>
            <a:off x="5134882" y="606439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C</a:t>
            </a:r>
            <a:endParaRPr lang="en-US" dirty="0">
              <a:solidFill>
                <a:schemeClr val="accent6"/>
              </a:solidFill>
            </a:endParaRPr>
          </a:p>
        </p:txBody>
      </p:sp>
      <p:sp>
        <p:nvSpPr>
          <p:cNvPr id="163" name="Rectangle 162">
            <a:extLst>
              <a:ext uri="{FF2B5EF4-FFF2-40B4-BE49-F238E27FC236}">
                <a16:creationId xmlns:a16="http://schemas.microsoft.com/office/drawing/2014/main" id="{F9034E10-D9AB-4135-A284-2CD4E75DCAD4}"/>
              </a:ext>
            </a:extLst>
          </p:cNvPr>
          <p:cNvSpPr/>
          <p:nvPr/>
        </p:nvSpPr>
        <p:spPr>
          <a:xfrm>
            <a:off x="4818888" y="2824734"/>
            <a:ext cx="490198" cy="1587094"/>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299" name="Oval 298">
            <a:extLst>
              <a:ext uri="{FF2B5EF4-FFF2-40B4-BE49-F238E27FC236}">
                <a16:creationId xmlns:a16="http://schemas.microsoft.com/office/drawing/2014/main" id="{6490FEBE-9AB0-4AD8-AE43-8E33920E4F89}"/>
              </a:ext>
            </a:extLst>
          </p:cNvPr>
          <p:cNvSpPr/>
          <p:nvPr/>
        </p:nvSpPr>
        <p:spPr>
          <a:xfrm>
            <a:off x="4645778" y="4236405"/>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G</a:t>
            </a:r>
            <a:endParaRPr lang="en-US" dirty="0">
              <a:solidFill>
                <a:schemeClr val="accent6"/>
              </a:solidFill>
            </a:endParaRPr>
          </a:p>
        </p:txBody>
      </p:sp>
      <p:sp>
        <p:nvSpPr>
          <p:cNvPr id="164" name="Oval 163">
            <a:extLst>
              <a:ext uri="{FF2B5EF4-FFF2-40B4-BE49-F238E27FC236}">
                <a16:creationId xmlns:a16="http://schemas.microsoft.com/office/drawing/2014/main" id="{6351AE8E-D9AA-4395-8F19-E59C647E3787}"/>
              </a:ext>
            </a:extLst>
          </p:cNvPr>
          <p:cNvSpPr/>
          <p:nvPr/>
        </p:nvSpPr>
        <p:spPr>
          <a:xfrm>
            <a:off x="5137904" y="423274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4</a:t>
            </a:r>
            <a:endParaRPr lang="en-US" dirty="0">
              <a:solidFill>
                <a:schemeClr val="accent6"/>
              </a:solidFill>
            </a:endParaRPr>
          </a:p>
        </p:txBody>
      </p:sp>
      <p:cxnSp>
        <p:nvCxnSpPr>
          <p:cNvPr id="146" name="Straight Arrow Connector 145">
            <a:extLst>
              <a:ext uri="{FF2B5EF4-FFF2-40B4-BE49-F238E27FC236}">
                <a16:creationId xmlns:a16="http://schemas.microsoft.com/office/drawing/2014/main" id="{920B0B40-82B8-4B06-822B-19E9D990A3D0}"/>
              </a:ext>
            </a:extLst>
          </p:cNvPr>
          <p:cNvCxnSpPr>
            <a:cxnSpLocks/>
          </p:cNvCxnSpPr>
          <p:nvPr/>
        </p:nvCxnSpPr>
        <p:spPr>
          <a:xfrm rot="10800000" flipH="1">
            <a:off x="4980749" y="6099434"/>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5" name="Straight Arrow Connector 164">
            <a:extLst>
              <a:ext uri="{FF2B5EF4-FFF2-40B4-BE49-F238E27FC236}">
                <a16:creationId xmlns:a16="http://schemas.microsoft.com/office/drawing/2014/main" id="{90244CC6-B651-4058-BF85-2BF3824ECC8D}"/>
              </a:ext>
            </a:extLst>
          </p:cNvPr>
          <p:cNvCxnSpPr>
            <a:cxnSpLocks/>
          </p:cNvCxnSpPr>
          <p:nvPr/>
        </p:nvCxnSpPr>
        <p:spPr>
          <a:xfrm flipH="1">
            <a:off x="4993449" y="4556384"/>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6" name="Straight Arrow Connector 165">
            <a:extLst>
              <a:ext uri="{FF2B5EF4-FFF2-40B4-BE49-F238E27FC236}">
                <a16:creationId xmlns:a16="http://schemas.microsoft.com/office/drawing/2014/main" id="{9FCBCFBD-CB77-46B7-A2B2-FC85D00DA5A4}"/>
              </a:ext>
            </a:extLst>
          </p:cNvPr>
          <p:cNvCxnSpPr>
            <a:cxnSpLocks/>
          </p:cNvCxnSpPr>
          <p:nvPr/>
        </p:nvCxnSpPr>
        <p:spPr>
          <a:xfrm rot="5400000" flipV="1">
            <a:off x="4600340" y="5275674"/>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7" name="Straight Arrow Connector 166">
            <a:extLst>
              <a:ext uri="{FF2B5EF4-FFF2-40B4-BE49-F238E27FC236}">
                <a16:creationId xmlns:a16="http://schemas.microsoft.com/office/drawing/2014/main" id="{71474199-EC44-4EE7-A416-7D1A57EC9E78}"/>
              </a:ext>
            </a:extLst>
          </p:cNvPr>
          <p:cNvCxnSpPr>
            <a:cxnSpLocks/>
          </p:cNvCxnSpPr>
          <p:nvPr/>
        </p:nvCxnSpPr>
        <p:spPr>
          <a:xfrm rot="16200000" flipV="1">
            <a:off x="4486877" y="5264163"/>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8" name="Straight Arrow Connector 167">
            <a:extLst>
              <a:ext uri="{FF2B5EF4-FFF2-40B4-BE49-F238E27FC236}">
                <a16:creationId xmlns:a16="http://schemas.microsoft.com/office/drawing/2014/main" id="{BEAD1892-4A4E-4640-984B-AF60D5BB0DCB}"/>
              </a:ext>
            </a:extLst>
          </p:cNvPr>
          <p:cNvCxnSpPr>
            <a:cxnSpLocks/>
          </p:cNvCxnSpPr>
          <p:nvPr/>
        </p:nvCxnSpPr>
        <p:spPr>
          <a:xfrm rot="16200000" flipV="1">
            <a:off x="4975007" y="5264163"/>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1" name="Straight Arrow Connector 180">
            <a:extLst>
              <a:ext uri="{FF2B5EF4-FFF2-40B4-BE49-F238E27FC236}">
                <a16:creationId xmlns:a16="http://schemas.microsoft.com/office/drawing/2014/main" id="{1808B85A-EC74-40D0-9FC5-FB3E0C67E47C}"/>
              </a:ext>
            </a:extLst>
          </p:cNvPr>
          <p:cNvCxnSpPr>
            <a:cxnSpLocks/>
          </p:cNvCxnSpPr>
          <p:nvPr/>
        </p:nvCxnSpPr>
        <p:spPr>
          <a:xfrm rot="5400000" flipV="1">
            <a:off x="5079765" y="5293114"/>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2" name="Isosceles Triangle 181">
            <a:extLst>
              <a:ext uri="{FF2B5EF4-FFF2-40B4-BE49-F238E27FC236}">
                <a16:creationId xmlns:a16="http://schemas.microsoft.com/office/drawing/2014/main" id="{BE89D873-85EF-4774-82F1-C8206A193B02}"/>
              </a:ext>
            </a:extLst>
          </p:cNvPr>
          <p:cNvSpPr/>
          <p:nvPr/>
        </p:nvSpPr>
        <p:spPr>
          <a:xfrm>
            <a:off x="4823004" y="2306666"/>
            <a:ext cx="485449" cy="521463"/>
          </a:xfrm>
          <a:custGeom>
            <a:avLst/>
            <a:gdLst>
              <a:gd name="connsiteX0" fmla="*/ 0 w 506881"/>
              <a:gd name="connsiteY0" fmla="*/ 466695 h 466695"/>
              <a:gd name="connsiteX1" fmla="*/ 253441 w 506881"/>
              <a:gd name="connsiteY1" fmla="*/ 0 h 466695"/>
              <a:gd name="connsiteX2" fmla="*/ 506881 w 506881"/>
              <a:gd name="connsiteY2" fmla="*/ 466695 h 466695"/>
              <a:gd name="connsiteX3" fmla="*/ 0 w 506881"/>
              <a:gd name="connsiteY3" fmla="*/ 466695 h 466695"/>
              <a:gd name="connsiteX0" fmla="*/ 0 w 506881"/>
              <a:gd name="connsiteY0" fmla="*/ 516701 h 516701"/>
              <a:gd name="connsiteX1" fmla="*/ 239153 w 506881"/>
              <a:gd name="connsiteY1" fmla="*/ 0 h 516701"/>
              <a:gd name="connsiteX2" fmla="*/ 506881 w 506881"/>
              <a:gd name="connsiteY2" fmla="*/ 516701 h 516701"/>
              <a:gd name="connsiteX3" fmla="*/ 0 w 506881"/>
              <a:gd name="connsiteY3" fmla="*/ 516701 h 516701"/>
              <a:gd name="connsiteX0" fmla="*/ 0 w 492593"/>
              <a:gd name="connsiteY0" fmla="*/ 516701 h 516701"/>
              <a:gd name="connsiteX1" fmla="*/ 239153 w 492593"/>
              <a:gd name="connsiteY1" fmla="*/ 0 h 516701"/>
              <a:gd name="connsiteX2" fmla="*/ 492593 w 492593"/>
              <a:gd name="connsiteY2" fmla="*/ 514320 h 516701"/>
              <a:gd name="connsiteX3" fmla="*/ 0 w 492593"/>
              <a:gd name="connsiteY3" fmla="*/ 516701 h 516701"/>
              <a:gd name="connsiteX0" fmla="*/ 0 w 485449"/>
              <a:gd name="connsiteY0" fmla="*/ 521463 h 521463"/>
              <a:gd name="connsiteX1" fmla="*/ 232009 w 485449"/>
              <a:gd name="connsiteY1" fmla="*/ 0 h 521463"/>
              <a:gd name="connsiteX2" fmla="*/ 485449 w 485449"/>
              <a:gd name="connsiteY2" fmla="*/ 514320 h 521463"/>
              <a:gd name="connsiteX3" fmla="*/ 0 w 485449"/>
              <a:gd name="connsiteY3" fmla="*/ 521463 h 521463"/>
            </a:gdLst>
            <a:ahLst/>
            <a:cxnLst>
              <a:cxn ang="0">
                <a:pos x="connsiteX0" y="connsiteY0"/>
              </a:cxn>
              <a:cxn ang="0">
                <a:pos x="connsiteX1" y="connsiteY1"/>
              </a:cxn>
              <a:cxn ang="0">
                <a:pos x="connsiteX2" y="connsiteY2"/>
              </a:cxn>
              <a:cxn ang="0">
                <a:pos x="connsiteX3" y="connsiteY3"/>
              </a:cxn>
            </a:cxnLst>
            <a:rect l="l" t="t" r="r" b="b"/>
            <a:pathLst>
              <a:path w="485449" h="521463">
                <a:moveTo>
                  <a:pt x="0" y="521463"/>
                </a:moveTo>
                <a:lnTo>
                  <a:pt x="232009" y="0"/>
                </a:lnTo>
                <a:lnTo>
                  <a:pt x="485449" y="514320"/>
                </a:lnTo>
                <a:lnTo>
                  <a:pt x="0" y="521463"/>
                </a:lnTo>
                <a:close/>
              </a:path>
            </a:pathLst>
          </a:custGeom>
          <a:pattFill prst="smConfetti">
            <a:fgClr>
              <a:schemeClr val="tx1"/>
            </a:fgClr>
            <a:bgClr>
              <a:schemeClr val="bg1"/>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Oval 155">
            <a:extLst>
              <a:ext uri="{FF2B5EF4-FFF2-40B4-BE49-F238E27FC236}">
                <a16:creationId xmlns:a16="http://schemas.microsoft.com/office/drawing/2014/main" id="{DF138E19-5963-4C00-86F5-DBA655EADEF0}"/>
              </a:ext>
            </a:extLst>
          </p:cNvPr>
          <p:cNvSpPr/>
          <p:nvPr/>
        </p:nvSpPr>
        <p:spPr>
          <a:xfrm>
            <a:off x="4881303" y="213345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3</a:t>
            </a:r>
            <a:endParaRPr lang="en-US" dirty="0">
              <a:solidFill>
                <a:schemeClr val="accent6"/>
              </a:solidFill>
            </a:endParaRPr>
          </a:p>
        </p:txBody>
      </p:sp>
      <p:sp>
        <p:nvSpPr>
          <p:cNvPr id="304" name="Oval 303">
            <a:extLst>
              <a:ext uri="{FF2B5EF4-FFF2-40B4-BE49-F238E27FC236}">
                <a16:creationId xmlns:a16="http://schemas.microsoft.com/office/drawing/2014/main" id="{873F9854-E082-4082-9F1D-E8B100BDAC05}"/>
              </a:ext>
            </a:extLst>
          </p:cNvPr>
          <p:cNvSpPr/>
          <p:nvPr/>
        </p:nvSpPr>
        <p:spPr>
          <a:xfrm>
            <a:off x="4633448" y="263780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L</a:t>
            </a:r>
            <a:endParaRPr lang="en-US" dirty="0">
              <a:solidFill>
                <a:schemeClr val="accent6"/>
              </a:solidFill>
            </a:endParaRPr>
          </a:p>
        </p:txBody>
      </p:sp>
      <p:sp>
        <p:nvSpPr>
          <p:cNvPr id="183" name="Oval 182">
            <a:extLst>
              <a:ext uri="{FF2B5EF4-FFF2-40B4-BE49-F238E27FC236}">
                <a16:creationId xmlns:a16="http://schemas.microsoft.com/office/drawing/2014/main" id="{3FFC500E-4C58-4DC7-A5E4-BC38B53F398D}"/>
              </a:ext>
            </a:extLst>
          </p:cNvPr>
          <p:cNvSpPr/>
          <p:nvPr/>
        </p:nvSpPr>
        <p:spPr>
          <a:xfrm>
            <a:off x="5166084" y="2658429"/>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5</a:t>
            </a:r>
            <a:endParaRPr lang="en-US" dirty="0">
              <a:solidFill>
                <a:schemeClr val="accent6"/>
              </a:solidFill>
            </a:endParaRPr>
          </a:p>
        </p:txBody>
      </p:sp>
      <p:cxnSp>
        <p:nvCxnSpPr>
          <p:cNvPr id="184" name="Straight Arrow Connector 183">
            <a:extLst>
              <a:ext uri="{FF2B5EF4-FFF2-40B4-BE49-F238E27FC236}">
                <a16:creationId xmlns:a16="http://schemas.microsoft.com/office/drawing/2014/main" id="{A032ACEC-B5E0-4F50-ADAD-CC32A7736D68}"/>
              </a:ext>
            </a:extLst>
          </p:cNvPr>
          <p:cNvCxnSpPr>
            <a:cxnSpLocks/>
          </p:cNvCxnSpPr>
          <p:nvPr/>
        </p:nvCxnSpPr>
        <p:spPr>
          <a:xfrm flipH="1">
            <a:off x="4993449" y="2924434"/>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5" name="Straight Arrow Connector 184">
            <a:extLst>
              <a:ext uri="{FF2B5EF4-FFF2-40B4-BE49-F238E27FC236}">
                <a16:creationId xmlns:a16="http://schemas.microsoft.com/office/drawing/2014/main" id="{6EB64C34-67AF-4563-87BA-096E44AB41DC}"/>
              </a:ext>
            </a:extLst>
          </p:cNvPr>
          <p:cNvCxnSpPr>
            <a:cxnSpLocks/>
          </p:cNvCxnSpPr>
          <p:nvPr/>
        </p:nvCxnSpPr>
        <p:spPr>
          <a:xfrm rot="10800000" flipH="1">
            <a:off x="4980749" y="4270916"/>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6" name="Straight Arrow Connector 185">
            <a:extLst>
              <a:ext uri="{FF2B5EF4-FFF2-40B4-BE49-F238E27FC236}">
                <a16:creationId xmlns:a16="http://schemas.microsoft.com/office/drawing/2014/main" id="{686A32AA-A2B2-42E9-A19C-A6510F1E26C3}"/>
              </a:ext>
            </a:extLst>
          </p:cNvPr>
          <p:cNvCxnSpPr>
            <a:cxnSpLocks/>
          </p:cNvCxnSpPr>
          <p:nvPr/>
        </p:nvCxnSpPr>
        <p:spPr>
          <a:xfrm rot="16200000" flipV="1">
            <a:off x="4976802" y="364901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7" name="Straight Arrow Connector 186">
            <a:extLst>
              <a:ext uri="{FF2B5EF4-FFF2-40B4-BE49-F238E27FC236}">
                <a16:creationId xmlns:a16="http://schemas.microsoft.com/office/drawing/2014/main" id="{FFC5E7CD-AC2B-4566-B67E-700874A24D27}"/>
              </a:ext>
            </a:extLst>
          </p:cNvPr>
          <p:cNvCxnSpPr>
            <a:cxnSpLocks/>
          </p:cNvCxnSpPr>
          <p:nvPr/>
        </p:nvCxnSpPr>
        <p:spPr>
          <a:xfrm rot="5400000" flipV="1">
            <a:off x="5081560" y="3677970"/>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8" name="Straight Arrow Connector 187">
            <a:extLst>
              <a:ext uri="{FF2B5EF4-FFF2-40B4-BE49-F238E27FC236}">
                <a16:creationId xmlns:a16="http://schemas.microsoft.com/office/drawing/2014/main" id="{8EB10A8C-A182-4862-908D-09E41AAD347F}"/>
              </a:ext>
            </a:extLst>
          </p:cNvPr>
          <p:cNvCxnSpPr>
            <a:cxnSpLocks/>
          </p:cNvCxnSpPr>
          <p:nvPr/>
        </p:nvCxnSpPr>
        <p:spPr>
          <a:xfrm rot="5400000" flipV="1">
            <a:off x="4598787" y="3649018"/>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9" name="Straight Arrow Connector 188">
            <a:extLst>
              <a:ext uri="{FF2B5EF4-FFF2-40B4-BE49-F238E27FC236}">
                <a16:creationId xmlns:a16="http://schemas.microsoft.com/office/drawing/2014/main" id="{81B8BE63-6DD7-4E1B-B798-065BDF5B447C}"/>
              </a:ext>
            </a:extLst>
          </p:cNvPr>
          <p:cNvCxnSpPr>
            <a:cxnSpLocks/>
          </p:cNvCxnSpPr>
          <p:nvPr/>
        </p:nvCxnSpPr>
        <p:spPr>
          <a:xfrm rot="16200000" flipV="1">
            <a:off x="4485324" y="3637507"/>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0" name="Rectangle 116">
            <a:extLst>
              <a:ext uri="{FF2B5EF4-FFF2-40B4-BE49-F238E27FC236}">
                <a16:creationId xmlns:a16="http://schemas.microsoft.com/office/drawing/2014/main" id="{EEEEF804-1CAE-4F25-A450-C56645A0617D}"/>
              </a:ext>
            </a:extLst>
          </p:cNvPr>
          <p:cNvSpPr/>
          <p:nvPr/>
        </p:nvSpPr>
        <p:spPr>
          <a:xfrm>
            <a:off x="2560800" y="2642997"/>
            <a:ext cx="774757" cy="1769588"/>
          </a:xfrm>
          <a:custGeom>
            <a:avLst/>
            <a:gdLst>
              <a:gd name="connsiteX0" fmla="*/ 0 w 115151"/>
              <a:gd name="connsiteY0" fmla="*/ 0 h 1833882"/>
              <a:gd name="connsiteX1" fmla="*/ 115151 w 115151"/>
              <a:gd name="connsiteY1" fmla="*/ 0 h 1833882"/>
              <a:gd name="connsiteX2" fmla="*/ 115151 w 115151"/>
              <a:gd name="connsiteY2" fmla="*/ 1833882 h 1833882"/>
              <a:gd name="connsiteX3" fmla="*/ 0 w 115151"/>
              <a:gd name="connsiteY3" fmla="*/ 1833882 h 1833882"/>
              <a:gd name="connsiteX4" fmla="*/ 0 w 115151"/>
              <a:gd name="connsiteY4" fmla="*/ 0 h 1833882"/>
              <a:gd name="connsiteX0" fmla="*/ 0 w 251676"/>
              <a:gd name="connsiteY0" fmla="*/ 0 h 1833882"/>
              <a:gd name="connsiteX1" fmla="*/ 251676 w 251676"/>
              <a:gd name="connsiteY1" fmla="*/ 0 h 1833882"/>
              <a:gd name="connsiteX2" fmla="*/ 115151 w 251676"/>
              <a:gd name="connsiteY2" fmla="*/ 1833882 h 1833882"/>
              <a:gd name="connsiteX3" fmla="*/ 0 w 251676"/>
              <a:gd name="connsiteY3" fmla="*/ 1833882 h 1833882"/>
              <a:gd name="connsiteX4" fmla="*/ 0 w 251676"/>
              <a:gd name="connsiteY4" fmla="*/ 0 h 1833882"/>
              <a:gd name="connsiteX0" fmla="*/ 0 w 442176"/>
              <a:gd name="connsiteY0" fmla="*/ 0 h 1833882"/>
              <a:gd name="connsiteX1" fmla="*/ 442176 w 442176"/>
              <a:gd name="connsiteY1" fmla="*/ 0 h 1833882"/>
              <a:gd name="connsiteX2" fmla="*/ 305651 w 442176"/>
              <a:gd name="connsiteY2" fmla="*/ 1833882 h 1833882"/>
              <a:gd name="connsiteX3" fmla="*/ 190500 w 442176"/>
              <a:gd name="connsiteY3" fmla="*/ 1833882 h 1833882"/>
              <a:gd name="connsiteX4" fmla="*/ 0 w 442176"/>
              <a:gd name="connsiteY4" fmla="*/ 0 h 1833882"/>
              <a:gd name="connsiteX0" fmla="*/ 0 w 527901"/>
              <a:gd name="connsiteY0" fmla="*/ 0 h 1837057"/>
              <a:gd name="connsiteX1" fmla="*/ 527901 w 527901"/>
              <a:gd name="connsiteY1" fmla="*/ 3175 h 1837057"/>
              <a:gd name="connsiteX2" fmla="*/ 391376 w 527901"/>
              <a:gd name="connsiteY2" fmla="*/ 1837057 h 1837057"/>
              <a:gd name="connsiteX3" fmla="*/ 276225 w 527901"/>
              <a:gd name="connsiteY3" fmla="*/ 1837057 h 1837057"/>
              <a:gd name="connsiteX4" fmla="*/ 0 w 527901"/>
              <a:gd name="connsiteY4" fmla="*/ 0 h 1837057"/>
              <a:gd name="connsiteX0" fmla="*/ 0 w 645376"/>
              <a:gd name="connsiteY0" fmla="*/ 3175 h 1840232"/>
              <a:gd name="connsiteX1" fmla="*/ 645376 w 645376"/>
              <a:gd name="connsiteY1" fmla="*/ 0 h 1840232"/>
              <a:gd name="connsiteX2" fmla="*/ 391376 w 645376"/>
              <a:gd name="connsiteY2" fmla="*/ 1840232 h 1840232"/>
              <a:gd name="connsiteX3" fmla="*/ 276225 w 645376"/>
              <a:gd name="connsiteY3" fmla="*/ 1840232 h 1840232"/>
              <a:gd name="connsiteX4" fmla="*/ 0 w 645376"/>
              <a:gd name="connsiteY4" fmla="*/ 3175 h 1840232"/>
              <a:gd name="connsiteX0" fmla="*/ 0 w 654901"/>
              <a:gd name="connsiteY0" fmla="*/ 0 h 1837057"/>
              <a:gd name="connsiteX1" fmla="*/ 654901 w 654901"/>
              <a:gd name="connsiteY1" fmla="*/ 3175 h 1837057"/>
              <a:gd name="connsiteX2" fmla="*/ 391376 w 654901"/>
              <a:gd name="connsiteY2" fmla="*/ 1837057 h 1837057"/>
              <a:gd name="connsiteX3" fmla="*/ 276225 w 654901"/>
              <a:gd name="connsiteY3" fmla="*/ 1837057 h 1837057"/>
              <a:gd name="connsiteX4" fmla="*/ 0 w 654901"/>
              <a:gd name="connsiteY4" fmla="*/ 0 h 1837057"/>
              <a:gd name="connsiteX0" fmla="*/ 0 w 658076"/>
              <a:gd name="connsiteY0" fmla="*/ 0 h 1833882"/>
              <a:gd name="connsiteX1" fmla="*/ 658076 w 658076"/>
              <a:gd name="connsiteY1" fmla="*/ 0 h 1833882"/>
              <a:gd name="connsiteX2" fmla="*/ 394551 w 658076"/>
              <a:gd name="connsiteY2" fmla="*/ 1833882 h 1833882"/>
              <a:gd name="connsiteX3" fmla="*/ 279400 w 658076"/>
              <a:gd name="connsiteY3" fmla="*/ 1833882 h 1833882"/>
              <a:gd name="connsiteX4" fmla="*/ 0 w 658076"/>
              <a:gd name="connsiteY4" fmla="*/ 0 h 1833882"/>
              <a:gd name="connsiteX0" fmla="*/ 0 w 696176"/>
              <a:gd name="connsiteY0" fmla="*/ 0 h 1833882"/>
              <a:gd name="connsiteX1" fmla="*/ 696176 w 696176"/>
              <a:gd name="connsiteY1" fmla="*/ 50006 h 1833882"/>
              <a:gd name="connsiteX2" fmla="*/ 394551 w 696176"/>
              <a:gd name="connsiteY2" fmla="*/ 1833882 h 1833882"/>
              <a:gd name="connsiteX3" fmla="*/ 279400 w 696176"/>
              <a:gd name="connsiteY3" fmla="*/ 1833882 h 1833882"/>
              <a:gd name="connsiteX4" fmla="*/ 0 w 696176"/>
              <a:gd name="connsiteY4" fmla="*/ 0 h 1833882"/>
              <a:gd name="connsiteX0" fmla="*/ 49213 w 416776"/>
              <a:gd name="connsiteY0" fmla="*/ 0 h 1833882"/>
              <a:gd name="connsiteX1" fmla="*/ 416776 w 416776"/>
              <a:gd name="connsiteY1" fmla="*/ 50006 h 1833882"/>
              <a:gd name="connsiteX2" fmla="*/ 115151 w 416776"/>
              <a:gd name="connsiteY2" fmla="*/ 1833882 h 1833882"/>
              <a:gd name="connsiteX3" fmla="*/ 0 w 416776"/>
              <a:gd name="connsiteY3" fmla="*/ 1833882 h 1833882"/>
              <a:gd name="connsiteX4" fmla="*/ 49213 w 416776"/>
              <a:gd name="connsiteY4" fmla="*/ 0 h 1833882"/>
              <a:gd name="connsiteX0" fmla="*/ 65881 w 416776"/>
              <a:gd name="connsiteY0" fmla="*/ 0 h 1838645"/>
              <a:gd name="connsiteX1" fmla="*/ 416776 w 416776"/>
              <a:gd name="connsiteY1" fmla="*/ 54769 h 1838645"/>
              <a:gd name="connsiteX2" fmla="*/ 115151 w 416776"/>
              <a:gd name="connsiteY2" fmla="*/ 1838645 h 1838645"/>
              <a:gd name="connsiteX3" fmla="*/ 0 w 416776"/>
              <a:gd name="connsiteY3" fmla="*/ 1838645 h 1838645"/>
              <a:gd name="connsiteX4" fmla="*/ 65881 w 416776"/>
              <a:gd name="connsiteY4" fmla="*/ 0 h 1838645"/>
              <a:gd name="connsiteX0" fmla="*/ 65881 w 516788"/>
              <a:gd name="connsiteY0" fmla="*/ 0 h 1838645"/>
              <a:gd name="connsiteX1" fmla="*/ 516788 w 516788"/>
              <a:gd name="connsiteY1" fmla="*/ 71438 h 1838645"/>
              <a:gd name="connsiteX2" fmla="*/ 115151 w 516788"/>
              <a:gd name="connsiteY2" fmla="*/ 1838645 h 1838645"/>
              <a:gd name="connsiteX3" fmla="*/ 0 w 516788"/>
              <a:gd name="connsiteY3" fmla="*/ 1838645 h 1838645"/>
              <a:gd name="connsiteX4" fmla="*/ 65881 w 516788"/>
              <a:gd name="connsiteY4" fmla="*/ 0 h 1838645"/>
              <a:gd name="connsiteX0" fmla="*/ 65881 w 659663"/>
              <a:gd name="connsiteY0" fmla="*/ 0 h 1838645"/>
              <a:gd name="connsiteX1" fmla="*/ 659663 w 659663"/>
              <a:gd name="connsiteY1" fmla="*/ 78582 h 1838645"/>
              <a:gd name="connsiteX2" fmla="*/ 115151 w 659663"/>
              <a:gd name="connsiteY2" fmla="*/ 1838645 h 1838645"/>
              <a:gd name="connsiteX3" fmla="*/ 0 w 659663"/>
              <a:gd name="connsiteY3" fmla="*/ 1838645 h 1838645"/>
              <a:gd name="connsiteX4" fmla="*/ 65881 w 659663"/>
              <a:gd name="connsiteY4" fmla="*/ 0 h 1838645"/>
              <a:gd name="connsiteX0" fmla="*/ 15875 w 609657"/>
              <a:gd name="connsiteY0" fmla="*/ 0 h 1841027"/>
              <a:gd name="connsiteX1" fmla="*/ 609657 w 609657"/>
              <a:gd name="connsiteY1" fmla="*/ 78582 h 1841027"/>
              <a:gd name="connsiteX2" fmla="*/ 65145 w 609657"/>
              <a:gd name="connsiteY2" fmla="*/ 1838645 h 1841027"/>
              <a:gd name="connsiteX3" fmla="*/ 0 w 609657"/>
              <a:gd name="connsiteY3" fmla="*/ 1841027 h 1841027"/>
              <a:gd name="connsiteX4" fmla="*/ 15875 w 609657"/>
              <a:gd name="connsiteY4" fmla="*/ 0 h 1841027"/>
              <a:gd name="connsiteX0" fmla="*/ 15875 w 609657"/>
              <a:gd name="connsiteY0" fmla="*/ 0 h 1845788"/>
              <a:gd name="connsiteX1" fmla="*/ 609657 w 609657"/>
              <a:gd name="connsiteY1" fmla="*/ 78582 h 1845788"/>
              <a:gd name="connsiteX2" fmla="*/ 12757 w 609657"/>
              <a:gd name="connsiteY2" fmla="*/ 1845788 h 1845788"/>
              <a:gd name="connsiteX3" fmla="*/ 0 w 609657"/>
              <a:gd name="connsiteY3" fmla="*/ 1841027 h 1845788"/>
              <a:gd name="connsiteX4" fmla="*/ 15875 w 609657"/>
              <a:gd name="connsiteY4" fmla="*/ 0 h 1845788"/>
              <a:gd name="connsiteX0" fmla="*/ 0 w 739832"/>
              <a:gd name="connsiteY0" fmla="*/ 13493 h 1767206"/>
              <a:gd name="connsiteX1" fmla="*/ 739832 w 739832"/>
              <a:gd name="connsiteY1" fmla="*/ 0 h 1767206"/>
              <a:gd name="connsiteX2" fmla="*/ 142932 w 739832"/>
              <a:gd name="connsiteY2" fmla="*/ 1767206 h 1767206"/>
              <a:gd name="connsiteX3" fmla="*/ 130175 w 739832"/>
              <a:gd name="connsiteY3" fmla="*/ 1762445 h 1767206"/>
              <a:gd name="connsiteX4" fmla="*/ 0 w 739832"/>
              <a:gd name="connsiteY4" fmla="*/ 13493 h 1767206"/>
              <a:gd name="connsiteX0" fmla="*/ 0 w 749357"/>
              <a:gd name="connsiteY0" fmla="*/ 7143 h 1767206"/>
              <a:gd name="connsiteX1" fmla="*/ 749357 w 749357"/>
              <a:gd name="connsiteY1" fmla="*/ 0 h 1767206"/>
              <a:gd name="connsiteX2" fmla="*/ 152457 w 749357"/>
              <a:gd name="connsiteY2" fmla="*/ 1767206 h 1767206"/>
              <a:gd name="connsiteX3" fmla="*/ 139700 w 749357"/>
              <a:gd name="connsiteY3" fmla="*/ 1762445 h 1767206"/>
              <a:gd name="connsiteX4" fmla="*/ 0 w 749357"/>
              <a:gd name="connsiteY4" fmla="*/ 7143 h 1767206"/>
              <a:gd name="connsiteX0" fmla="*/ 0 w 774757"/>
              <a:gd name="connsiteY0" fmla="*/ 0 h 1769588"/>
              <a:gd name="connsiteX1" fmla="*/ 774757 w 774757"/>
              <a:gd name="connsiteY1" fmla="*/ 2382 h 1769588"/>
              <a:gd name="connsiteX2" fmla="*/ 177857 w 774757"/>
              <a:gd name="connsiteY2" fmla="*/ 1769588 h 1769588"/>
              <a:gd name="connsiteX3" fmla="*/ 165100 w 774757"/>
              <a:gd name="connsiteY3" fmla="*/ 1764827 h 1769588"/>
              <a:gd name="connsiteX4" fmla="*/ 0 w 774757"/>
              <a:gd name="connsiteY4" fmla="*/ 0 h 1769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757" h="1769588">
                <a:moveTo>
                  <a:pt x="0" y="0"/>
                </a:moveTo>
                <a:lnTo>
                  <a:pt x="774757" y="2382"/>
                </a:lnTo>
                <a:lnTo>
                  <a:pt x="177857" y="1769588"/>
                </a:lnTo>
                <a:lnTo>
                  <a:pt x="165100" y="1764827"/>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solidFill>
                <a:schemeClr val="bg1"/>
              </a:solidFill>
            </a:endParaRPr>
          </a:p>
        </p:txBody>
      </p:sp>
      <p:sp>
        <p:nvSpPr>
          <p:cNvPr id="192" name="Isosceles Triangle 181">
            <a:extLst>
              <a:ext uri="{FF2B5EF4-FFF2-40B4-BE49-F238E27FC236}">
                <a16:creationId xmlns:a16="http://schemas.microsoft.com/office/drawing/2014/main" id="{286D726A-AA79-4D78-A087-1749FD0B48CC}"/>
              </a:ext>
            </a:extLst>
          </p:cNvPr>
          <p:cNvSpPr/>
          <p:nvPr/>
        </p:nvSpPr>
        <p:spPr>
          <a:xfrm>
            <a:off x="2551839" y="2095499"/>
            <a:ext cx="802204" cy="545037"/>
          </a:xfrm>
          <a:custGeom>
            <a:avLst/>
            <a:gdLst>
              <a:gd name="connsiteX0" fmla="*/ 0 w 506881"/>
              <a:gd name="connsiteY0" fmla="*/ 466695 h 466695"/>
              <a:gd name="connsiteX1" fmla="*/ 253441 w 506881"/>
              <a:gd name="connsiteY1" fmla="*/ 0 h 466695"/>
              <a:gd name="connsiteX2" fmla="*/ 506881 w 506881"/>
              <a:gd name="connsiteY2" fmla="*/ 466695 h 466695"/>
              <a:gd name="connsiteX3" fmla="*/ 0 w 506881"/>
              <a:gd name="connsiteY3" fmla="*/ 466695 h 466695"/>
              <a:gd name="connsiteX0" fmla="*/ 0 w 506881"/>
              <a:gd name="connsiteY0" fmla="*/ 516701 h 516701"/>
              <a:gd name="connsiteX1" fmla="*/ 239153 w 506881"/>
              <a:gd name="connsiteY1" fmla="*/ 0 h 516701"/>
              <a:gd name="connsiteX2" fmla="*/ 506881 w 506881"/>
              <a:gd name="connsiteY2" fmla="*/ 516701 h 516701"/>
              <a:gd name="connsiteX3" fmla="*/ 0 w 506881"/>
              <a:gd name="connsiteY3" fmla="*/ 516701 h 516701"/>
              <a:gd name="connsiteX0" fmla="*/ 0 w 492593"/>
              <a:gd name="connsiteY0" fmla="*/ 516701 h 516701"/>
              <a:gd name="connsiteX1" fmla="*/ 239153 w 492593"/>
              <a:gd name="connsiteY1" fmla="*/ 0 h 516701"/>
              <a:gd name="connsiteX2" fmla="*/ 492593 w 492593"/>
              <a:gd name="connsiteY2" fmla="*/ 514320 h 516701"/>
              <a:gd name="connsiteX3" fmla="*/ 0 w 492593"/>
              <a:gd name="connsiteY3" fmla="*/ 516701 h 516701"/>
              <a:gd name="connsiteX0" fmla="*/ 0 w 485449"/>
              <a:gd name="connsiteY0" fmla="*/ 521463 h 521463"/>
              <a:gd name="connsiteX1" fmla="*/ 232009 w 485449"/>
              <a:gd name="connsiteY1" fmla="*/ 0 h 521463"/>
              <a:gd name="connsiteX2" fmla="*/ 485449 w 485449"/>
              <a:gd name="connsiteY2" fmla="*/ 514320 h 521463"/>
              <a:gd name="connsiteX3" fmla="*/ 0 w 485449"/>
              <a:gd name="connsiteY3" fmla="*/ 521463 h 521463"/>
              <a:gd name="connsiteX0" fmla="*/ 0 w 740243"/>
              <a:gd name="connsiteY0" fmla="*/ 480982 h 514320"/>
              <a:gd name="connsiteX1" fmla="*/ 486803 w 740243"/>
              <a:gd name="connsiteY1" fmla="*/ 0 h 514320"/>
              <a:gd name="connsiteX2" fmla="*/ 740243 w 740243"/>
              <a:gd name="connsiteY2" fmla="*/ 514320 h 514320"/>
              <a:gd name="connsiteX3" fmla="*/ 0 w 740243"/>
              <a:gd name="connsiteY3" fmla="*/ 480982 h 514320"/>
              <a:gd name="connsiteX0" fmla="*/ 0 w 740243"/>
              <a:gd name="connsiteY0" fmla="*/ 464313 h 497651"/>
              <a:gd name="connsiteX1" fmla="*/ 615391 w 740243"/>
              <a:gd name="connsiteY1" fmla="*/ 0 h 497651"/>
              <a:gd name="connsiteX2" fmla="*/ 740243 w 740243"/>
              <a:gd name="connsiteY2" fmla="*/ 497651 h 497651"/>
              <a:gd name="connsiteX3" fmla="*/ 0 w 740243"/>
              <a:gd name="connsiteY3" fmla="*/ 464313 h 497651"/>
              <a:gd name="connsiteX0" fmla="*/ 0 w 615391"/>
              <a:gd name="connsiteY0" fmla="*/ 464313 h 533370"/>
              <a:gd name="connsiteX1" fmla="*/ 615391 w 615391"/>
              <a:gd name="connsiteY1" fmla="*/ 0 h 533370"/>
              <a:gd name="connsiteX2" fmla="*/ 599749 w 615391"/>
              <a:gd name="connsiteY2" fmla="*/ 533370 h 533370"/>
              <a:gd name="connsiteX3" fmla="*/ 0 w 615391"/>
              <a:gd name="connsiteY3" fmla="*/ 464313 h 533370"/>
              <a:gd name="connsiteX0" fmla="*/ 0 w 812241"/>
              <a:gd name="connsiteY0" fmla="*/ 530988 h 533370"/>
              <a:gd name="connsiteX1" fmla="*/ 812241 w 812241"/>
              <a:gd name="connsiteY1" fmla="*/ 0 h 533370"/>
              <a:gd name="connsiteX2" fmla="*/ 796599 w 812241"/>
              <a:gd name="connsiteY2" fmla="*/ 533370 h 533370"/>
              <a:gd name="connsiteX3" fmla="*/ 0 w 812241"/>
              <a:gd name="connsiteY3" fmla="*/ 530988 h 533370"/>
              <a:gd name="connsiteX0" fmla="*/ 0 w 796366"/>
              <a:gd name="connsiteY0" fmla="*/ 527813 h 533370"/>
              <a:gd name="connsiteX1" fmla="*/ 796366 w 796366"/>
              <a:gd name="connsiteY1" fmla="*/ 0 h 533370"/>
              <a:gd name="connsiteX2" fmla="*/ 780724 w 796366"/>
              <a:gd name="connsiteY2" fmla="*/ 533370 h 533370"/>
              <a:gd name="connsiteX3" fmla="*/ 0 w 796366"/>
              <a:gd name="connsiteY3" fmla="*/ 527813 h 533370"/>
              <a:gd name="connsiteX0" fmla="*/ 25632 w 821998"/>
              <a:gd name="connsiteY0" fmla="*/ 539480 h 545037"/>
              <a:gd name="connsiteX1" fmla="*/ 20655 w 821998"/>
              <a:gd name="connsiteY1" fmla="*/ 0 h 545037"/>
              <a:gd name="connsiteX2" fmla="*/ 821998 w 821998"/>
              <a:gd name="connsiteY2" fmla="*/ 11667 h 545037"/>
              <a:gd name="connsiteX3" fmla="*/ 806356 w 821998"/>
              <a:gd name="connsiteY3" fmla="*/ 545037 h 545037"/>
              <a:gd name="connsiteX4" fmla="*/ 25632 w 821998"/>
              <a:gd name="connsiteY4" fmla="*/ 539480 h 545037"/>
              <a:gd name="connsiteX0" fmla="*/ 5095 w 801461"/>
              <a:gd name="connsiteY0" fmla="*/ 539480 h 545037"/>
              <a:gd name="connsiteX1" fmla="*/ 118 w 801461"/>
              <a:gd name="connsiteY1" fmla="*/ 0 h 545037"/>
              <a:gd name="connsiteX2" fmla="*/ 801461 w 801461"/>
              <a:gd name="connsiteY2" fmla="*/ 11667 h 545037"/>
              <a:gd name="connsiteX3" fmla="*/ 785819 w 801461"/>
              <a:gd name="connsiteY3" fmla="*/ 545037 h 545037"/>
              <a:gd name="connsiteX4" fmla="*/ 5095 w 801461"/>
              <a:gd name="connsiteY4" fmla="*/ 539480 h 545037"/>
              <a:gd name="connsiteX0" fmla="*/ 5838 w 802204"/>
              <a:gd name="connsiteY0" fmla="*/ 539480 h 545037"/>
              <a:gd name="connsiteX1" fmla="*/ 861 w 802204"/>
              <a:gd name="connsiteY1" fmla="*/ 0 h 545037"/>
              <a:gd name="connsiteX2" fmla="*/ 802204 w 802204"/>
              <a:gd name="connsiteY2" fmla="*/ 11667 h 545037"/>
              <a:gd name="connsiteX3" fmla="*/ 786562 w 802204"/>
              <a:gd name="connsiteY3" fmla="*/ 545037 h 545037"/>
              <a:gd name="connsiteX4" fmla="*/ 5838 w 802204"/>
              <a:gd name="connsiteY4" fmla="*/ 539480 h 545037"/>
              <a:gd name="connsiteX0" fmla="*/ 5838 w 802204"/>
              <a:gd name="connsiteY0" fmla="*/ 539480 h 545037"/>
              <a:gd name="connsiteX1" fmla="*/ 861 w 802204"/>
              <a:gd name="connsiteY1" fmla="*/ 0 h 545037"/>
              <a:gd name="connsiteX2" fmla="*/ 802204 w 802204"/>
              <a:gd name="connsiteY2" fmla="*/ 11667 h 545037"/>
              <a:gd name="connsiteX3" fmla="*/ 786562 w 802204"/>
              <a:gd name="connsiteY3" fmla="*/ 545037 h 545037"/>
              <a:gd name="connsiteX4" fmla="*/ 5838 w 802204"/>
              <a:gd name="connsiteY4" fmla="*/ 539480 h 545037"/>
              <a:gd name="connsiteX0" fmla="*/ 7406 w 803772"/>
              <a:gd name="connsiteY0" fmla="*/ 539480 h 545037"/>
              <a:gd name="connsiteX1" fmla="*/ 2429 w 803772"/>
              <a:gd name="connsiteY1" fmla="*/ 0 h 545037"/>
              <a:gd name="connsiteX2" fmla="*/ 803772 w 803772"/>
              <a:gd name="connsiteY2" fmla="*/ 11667 h 545037"/>
              <a:gd name="connsiteX3" fmla="*/ 788130 w 803772"/>
              <a:gd name="connsiteY3" fmla="*/ 545037 h 545037"/>
              <a:gd name="connsiteX4" fmla="*/ 7406 w 803772"/>
              <a:gd name="connsiteY4" fmla="*/ 539480 h 545037"/>
              <a:gd name="connsiteX0" fmla="*/ 5540 w 801906"/>
              <a:gd name="connsiteY0" fmla="*/ 539480 h 545037"/>
              <a:gd name="connsiteX1" fmla="*/ 563 w 801906"/>
              <a:gd name="connsiteY1" fmla="*/ 0 h 545037"/>
              <a:gd name="connsiteX2" fmla="*/ 801906 w 801906"/>
              <a:gd name="connsiteY2" fmla="*/ 11667 h 545037"/>
              <a:gd name="connsiteX3" fmla="*/ 786264 w 801906"/>
              <a:gd name="connsiteY3" fmla="*/ 545037 h 545037"/>
              <a:gd name="connsiteX4" fmla="*/ 5540 w 801906"/>
              <a:gd name="connsiteY4" fmla="*/ 539480 h 545037"/>
              <a:gd name="connsiteX0" fmla="*/ 5838 w 802204"/>
              <a:gd name="connsiteY0" fmla="*/ 539480 h 545037"/>
              <a:gd name="connsiteX1" fmla="*/ 861 w 802204"/>
              <a:gd name="connsiteY1" fmla="*/ 0 h 545037"/>
              <a:gd name="connsiteX2" fmla="*/ 802204 w 802204"/>
              <a:gd name="connsiteY2" fmla="*/ 11667 h 545037"/>
              <a:gd name="connsiteX3" fmla="*/ 786562 w 802204"/>
              <a:gd name="connsiteY3" fmla="*/ 545037 h 545037"/>
              <a:gd name="connsiteX4" fmla="*/ 5838 w 802204"/>
              <a:gd name="connsiteY4" fmla="*/ 539480 h 545037"/>
              <a:gd name="connsiteX0" fmla="*/ 5838 w 802204"/>
              <a:gd name="connsiteY0" fmla="*/ 539480 h 545037"/>
              <a:gd name="connsiteX1" fmla="*/ 861 w 802204"/>
              <a:gd name="connsiteY1" fmla="*/ 0 h 545037"/>
              <a:gd name="connsiteX2" fmla="*/ 802204 w 802204"/>
              <a:gd name="connsiteY2" fmla="*/ 11667 h 545037"/>
              <a:gd name="connsiteX3" fmla="*/ 786562 w 802204"/>
              <a:gd name="connsiteY3" fmla="*/ 545037 h 545037"/>
              <a:gd name="connsiteX4" fmla="*/ 5838 w 802204"/>
              <a:gd name="connsiteY4" fmla="*/ 539480 h 5450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204" h="545037">
                <a:moveTo>
                  <a:pt x="5838" y="539480"/>
                </a:moveTo>
                <a:cubicBezTo>
                  <a:pt x="6296" y="417862"/>
                  <a:pt x="-2772" y="83518"/>
                  <a:pt x="861" y="0"/>
                </a:cubicBezTo>
                <a:lnTo>
                  <a:pt x="802204" y="11667"/>
                </a:lnTo>
                <a:lnTo>
                  <a:pt x="786562" y="545037"/>
                </a:lnTo>
                <a:lnTo>
                  <a:pt x="5838" y="539480"/>
                </a:lnTo>
                <a:close/>
              </a:path>
            </a:pathLst>
          </a:custGeom>
          <a:pattFill prst="smConfetti">
            <a:fgClr>
              <a:schemeClr val="tx1"/>
            </a:fgClr>
            <a:bgClr>
              <a:schemeClr val="bg1"/>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a:extLst>
              <a:ext uri="{FF2B5EF4-FFF2-40B4-BE49-F238E27FC236}">
                <a16:creationId xmlns:a16="http://schemas.microsoft.com/office/drawing/2014/main" id="{67A1B56D-8F01-4230-8937-D9F688EC4F8B}"/>
              </a:ext>
            </a:extLst>
          </p:cNvPr>
          <p:cNvSpPr/>
          <p:nvPr/>
        </p:nvSpPr>
        <p:spPr>
          <a:xfrm>
            <a:off x="3191014" y="1897289"/>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V</a:t>
            </a:r>
            <a:endParaRPr lang="en-US" dirty="0">
              <a:solidFill>
                <a:schemeClr val="accent6"/>
              </a:solidFill>
            </a:endParaRPr>
          </a:p>
        </p:txBody>
      </p:sp>
      <p:sp>
        <p:nvSpPr>
          <p:cNvPr id="193" name="Oval 192">
            <a:extLst>
              <a:ext uri="{FF2B5EF4-FFF2-40B4-BE49-F238E27FC236}">
                <a16:creationId xmlns:a16="http://schemas.microsoft.com/office/drawing/2014/main" id="{42C95D24-807A-45C2-B23E-26C5D817F53C}"/>
              </a:ext>
            </a:extLst>
          </p:cNvPr>
          <p:cNvSpPr/>
          <p:nvPr/>
        </p:nvSpPr>
        <p:spPr>
          <a:xfrm>
            <a:off x="3201289" y="2465783"/>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6</a:t>
            </a:r>
            <a:endParaRPr lang="en-US" dirty="0">
              <a:solidFill>
                <a:schemeClr val="accent6"/>
              </a:solidFill>
            </a:endParaRPr>
          </a:p>
        </p:txBody>
      </p:sp>
      <p:sp>
        <p:nvSpPr>
          <p:cNvPr id="298" name="Oval 297">
            <a:extLst>
              <a:ext uri="{FF2B5EF4-FFF2-40B4-BE49-F238E27FC236}">
                <a16:creationId xmlns:a16="http://schemas.microsoft.com/office/drawing/2014/main" id="{BDD707F5-0BE8-471A-B269-DAB47FAED13A}"/>
              </a:ext>
            </a:extLst>
          </p:cNvPr>
          <p:cNvSpPr/>
          <p:nvPr/>
        </p:nvSpPr>
        <p:spPr>
          <a:xfrm>
            <a:off x="2555071" y="4245565"/>
            <a:ext cx="352122" cy="352122"/>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F</a:t>
            </a:r>
            <a:endParaRPr lang="en-US" dirty="0">
              <a:solidFill>
                <a:schemeClr val="accent6"/>
              </a:solidFill>
            </a:endParaRPr>
          </a:p>
        </p:txBody>
      </p:sp>
      <p:cxnSp>
        <p:nvCxnSpPr>
          <p:cNvPr id="194" name="Straight Arrow Connector 193">
            <a:extLst>
              <a:ext uri="{FF2B5EF4-FFF2-40B4-BE49-F238E27FC236}">
                <a16:creationId xmlns:a16="http://schemas.microsoft.com/office/drawing/2014/main" id="{986ADC7F-59C1-4BED-BE29-4A81C33FECA9}"/>
              </a:ext>
            </a:extLst>
          </p:cNvPr>
          <p:cNvCxnSpPr>
            <a:cxnSpLocks/>
          </p:cNvCxnSpPr>
          <p:nvPr/>
        </p:nvCxnSpPr>
        <p:spPr>
          <a:xfrm rot="16320000" flipH="1">
            <a:off x="3334620" y="2355603"/>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5" name="Straight Arrow Connector 194">
            <a:extLst>
              <a:ext uri="{FF2B5EF4-FFF2-40B4-BE49-F238E27FC236}">
                <a16:creationId xmlns:a16="http://schemas.microsoft.com/office/drawing/2014/main" id="{C73648A5-1F92-4363-BD64-9AE84474F88B}"/>
              </a:ext>
            </a:extLst>
          </p:cNvPr>
          <p:cNvCxnSpPr>
            <a:cxnSpLocks/>
          </p:cNvCxnSpPr>
          <p:nvPr/>
        </p:nvCxnSpPr>
        <p:spPr>
          <a:xfrm rot="11220000" flipV="1">
            <a:off x="3832200" y="2799418"/>
            <a:ext cx="37490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6" name="Straight Arrow Connector 195">
            <a:extLst>
              <a:ext uri="{FF2B5EF4-FFF2-40B4-BE49-F238E27FC236}">
                <a16:creationId xmlns:a16="http://schemas.microsoft.com/office/drawing/2014/main" id="{B0A09CE7-F94A-4732-98C5-06601309EC58}"/>
              </a:ext>
            </a:extLst>
          </p:cNvPr>
          <p:cNvCxnSpPr>
            <a:cxnSpLocks/>
          </p:cNvCxnSpPr>
          <p:nvPr/>
        </p:nvCxnSpPr>
        <p:spPr>
          <a:xfrm flipH="1">
            <a:off x="2808938" y="2709099"/>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7" name="Straight Arrow Connector 196">
            <a:extLst>
              <a:ext uri="{FF2B5EF4-FFF2-40B4-BE49-F238E27FC236}">
                <a16:creationId xmlns:a16="http://schemas.microsoft.com/office/drawing/2014/main" id="{081EA834-0711-40DB-828D-9EBEF28B05CE}"/>
              </a:ext>
            </a:extLst>
          </p:cNvPr>
          <p:cNvCxnSpPr>
            <a:cxnSpLocks/>
          </p:cNvCxnSpPr>
          <p:nvPr/>
        </p:nvCxnSpPr>
        <p:spPr>
          <a:xfrm rot="5040000" flipV="1">
            <a:off x="2402637" y="336068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8" name="Straight Arrow Connector 197">
            <a:extLst>
              <a:ext uri="{FF2B5EF4-FFF2-40B4-BE49-F238E27FC236}">
                <a16:creationId xmlns:a16="http://schemas.microsoft.com/office/drawing/2014/main" id="{BB9A299E-6750-4E12-B98C-51CCD0D85ABF}"/>
              </a:ext>
            </a:extLst>
          </p:cNvPr>
          <p:cNvCxnSpPr>
            <a:cxnSpLocks/>
          </p:cNvCxnSpPr>
          <p:nvPr/>
        </p:nvCxnSpPr>
        <p:spPr>
          <a:xfrm rot="17220000" flipV="1">
            <a:off x="2853907" y="3325546"/>
            <a:ext cx="3657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9" name="Rectangle 198">
            <a:extLst>
              <a:ext uri="{FF2B5EF4-FFF2-40B4-BE49-F238E27FC236}">
                <a16:creationId xmlns:a16="http://schemas.microsoft.com/office/drawing/2014/main" id="{3C8D6C19-FBF8-45D0-AF00-C247544DBFDD}"/>
              </a:ext>
            </a:extLst>
          </p:cNvPr>
          <p:cNvSpPr/>
          <p:nvPr/>
        </p:nvSpPr>
        <p:spPr>
          <a:xfrm rot="5400000">
            <a:off x="1216964" y="1292178"/>
            <a:ext cx="546609" cy="2144649"/>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302" name="Oval 301">
            <a:extLst>
              <a:ext uri="{FF2B5EF4-FFF2-40B4-BE49-F238E27FC236}">
                <a16:creationId xmlns:a16="http://schemas.microsoft.com/office/drawing/2014/main" id="{8219E6CA-0701-46C4-9495-F0DAC3BE6D5C}"/>
              </a:ext>
            </a:extLst>
          </p:cNvPr>
          <p:cNvSpPr/>
          <p:nvPr/>
        </p:nvSpPr>
        <p:spPr>
          <a:xfrm>
            <a:off x="227183" y="2410794"/>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J</a:t>
            </a:r>
            <a:endParaRPr lang="en-US" dirty="0">
              <a:solidFill>
                <a:schemeClr val="accent6"/>
              </a:solidFill>
            </a:endParaRPr>
          </a:p>
        </p:txBody>
      </p:sp>
      <p:sp>
        <p:nvSpPr>
          <p:cNvPr id="303" name="Oval 302">
            <a:extLst>
              <a:ext uri="{FF2B5EF4-FFF2-40B4-BE49-F238E27FC236}">
                <a16:creationId xmlns:a16="http://schemas.microsoft.com/office/drawing/2014/main" id="{15FA5F7E-26C9-47B3-BC05-D68924780B80}"/>
              </a:ext>
            </a:extLst>
          </p:cNvPr>
          <p:cNvSpPr/>
          <p:nvPr/>
        </p:nvSpPr>
        <p:spPr>
          <a:xfrm>
            <a:off x="2391464" y="2453601"/>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K</a:t>
            </a:r>
            <a:endParaRPr lang="en-US" dirty="0">
              <a:solidFill>
                <a:schemeClr val="accent6"/>
              </a:solidFill>
            </a:endParaRPr>
          </a:p>
        </p:txBody>
      </p:sp>
      <p:sp>
        <p:nvSpPr>
          <p:cNvPr id="200" name="Oval 199">
            <a:extLst>
              <a:ext uri="{FF2B5EF4-FFF2-40B4-BE49-F238E27FC236}">
                <a16:creationId xmlns:a16="http://schemas.microsoft.com/office/drawing/2014/main" id="{33B58272-AE58-42BE-BAEF-BF012DC0E469}"/>
              </a:ext>
            </a:extLst>
          </p:cNvPr>
          <p:cNvSpPr/>
          <p:nvPr/>
        </p:nvSpPr>
        <p:spPr>
          <a:xfrm>
            <a:off x="2378951" y="1906846"/>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7</a:t>
            </a:r>
            <a:endParaRPr lang="en-US" dirty="0">
              <a:solidFill>
                <a:schemeClr val="accent6"/>
              </a:solidFill>
            </a:endParaRPr>
          </a:p>
        </p:txBody>
      </p:sp>
      <p:cxnSp>
        <p:nvCxnSpPr>
          <p:cNvPr id="201" name="Straight Arrow Connector 200">
            <a:extLst>
              <a:ext uri="{FF2B5EF4-FFF2-40B4-BE49-F238E27FC236}">
                <a16:creationId xmlns:a16="http://schemas.microsoft.com/office/drawing/2014/main" id="{8B414D9D-CB3F-4E09-B452-04EA3F895CBB}"/>
              </a:ext>
            </a:extLst>
          </p:cNvPr>
          <p:cNvCxnSpPr>
            <a:cxnSpLocks/>
          </p:cNvCxnSpPr>
          <p:nvPr/>
        </p:nvCxnSpPr>
        <p:spPr>
          <a:xfrm rot="-5760000" flipV="1">
            <a:off x="2296991" y="3375479"/>
            <a:ext cx="54707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0" name="Straight Arrow Connector 209">
            <a:extLst>
              <a:ext uri="{FF2B5EF4-FFF2-40B4-BE49-F238E27FC236}">
                <a16:creationId xmlns:a16="http://schemas.microsoft.com/office/drawing/2014/main" id="{361572C8-C1D5-49F6-9D58-5310E887FB3A}"/>
              </a:ext>
            </a:extLst>
          </p:cNvPr>
          <p:cNvCxnSpPr>
            <a:cxnSpLocks/>
          </p:cNvCxnSpPr>
          <p:nvPr/>
        </p:nvCxnSpPr>
        <p:spPr>
          <a:xfrm rot="10800000" flipV="1">
            <a:off x="1297865" y="2142041"/>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2" name="Straight Arrow Connector 221">
            <a:extLst>
              <a:ext uri="{FF2B5EF4-FFF2-40B4-BE49-F238E27FC236}">
                <a16:creationId xmlns:a16="http://schemas.microsoft.com/office/drawing/2014/main" id="{BE58A6F0-5964-4961-A21C-1C691B011EE6}"/>
              </a:ext>
            </a:extLst>
          </p:cNvPr>
          <p:cNvCxnSpPr>
            <a:cxnSpLocks/>
          </p:cNvCxnSpPr>
          <p:nvPr/>
        </p:nvCxnSpPr>
        <p:spPr>
          <a:xfrm flipV="1">
            <a:off x="1297864" y="258139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7" name="Oval 226">
            <a:extLst>
              <a:ext uri="{FF2B5EF4-FFF2-40B4-BE49-F238E27FC236}">
                <a16:creationId xmlns:a16="http://schemas.microsoft.com/office/drawing/2014/main" id="{16C4F353-31E9-48EA-A22B-FBF140A992AF}"/>
              </a:ext>
            </a:extLst>
          </p:cNvPr>
          <p:cNvSpPr/>
          <p:nvPr/>
        </p:nvSpPr>
        <p:spPr>
          <a:xfrm>
            <a:off x="235430" y="1915804"/>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8</a:t>
            </a:r>
            <a:endParaRPr lang="en-US" dirty="0">
              <a:solidFill>
                <a:schemeClr val="accent6"/>
              </a:solidFill>
            </a:endParaRPr>
          </a:p>
        </p:txBody>
      </p:sp>
      <p:cxnSp>
        <p:nvCxnSpPr>
          <p:cNvPr id="243" name="Straight Arrow Connector 242">
            <a:extLst>
              <a:ext uri="{FF2B5EF4-FFF2-40B4-BE49-F238E27FC236}">
                <a16:creationId xmlns:a16="http://schemas.microsoft.com/office/drawing/2014/main" id="{30898D16-BC04-4746-8751-CB4A6F7A812F}"/>
              </a:ext>
            </a:extLst>
          </p:cNvPr>
          <p:cNvCxnSpPr>
            <a:cxnSpLocks/>
          </p:cNvCxnSpPr>
          <p:nvPr/>
        </p:nvCxnSpPr>
        <p:spPr>
          <a:xfrm rot="-5820000" flipV="1">
            <a:off x="2188892" y="1390993"/>
            <a:ext cx="4572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3" name="Straight Arrow Connector 272">
            <a:extLst>
              <a:ext uri="{FF2B5EF4-FFF2-40B4-BE49-F238E27FC236}">
                <a16:creationId xmlns:a16="http://schemas.microsoft.com/office/drawing/2014/main" id="{9BD7F3F2-C25E-4CCD-ABDA-F48C381EFEBA}"/>
              </a:ext>
            </a:extLst>
          </p:cNvPr>
          <p:cNvCxnSpPr>
            <a:cxnSpLocks/>
          </p:cNvCxnSpPr>
          <p:nvPr/>
        </p:nvCxnSpPr>
        <p:spPr>
          <a:xfrm rot="10800000" flipH="1">
            <a:off x="2838584" y="2046905"/>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4" name="Straight Connector 273">
            <a:extLst>
              <a:ext uri="{FF2B5EF4-FFF2-40B4-BE49-F238E27FC236}">
                <a16:creationId xmlns:a16="http://schemas.microsoft.com/office/drawing/2014/main" id="{D6170A56-6BB3-463D-B4F2-21517B0DAE71}"/>
              </a:ext>
            </a:extLst>
          </p:cNvPr>
          <p:cNvCxnSpPr>
            <a:cxnSpLocks/>
            <a:stCxn id="170" idx="6"/>
          </p:cNvCxnSpPr>
          <p:nvPr/>
        </p:nvCxnSpPr>
        <p:spPr>
          <a:xfrm>
            <a:off x="8061739" y="2568066"/>
            <a:ext cx="1643943" cy="1152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06" name="Oval 305">
            <a:extLst>
              <a:ext uri="{FF2B5EF4-FFF2-40B4-BE49-F238E27FC236}">
                <a16:creationId xmlns:a16="http://schemas.microsoft.com/office/drawing/2014/main" id="{91BE7614-ABEE-4C51-A742-71FFD52B95A5}"/>
              </a:ext>
            </a:extLst>
          </p:cNvPr>
          <p:cNvSpPr/>
          <p:nvPr/>
        </p:nvSpPr>
        <p:spPr>
          <a:xfrm>
            <a:off x="9533403" y="2409704"/>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N</a:t>
            </a:r>
            <a:endParaRPr lang="en-US" dirty="0"/>
          </a:p>
        </p:txBody>
      </p:sp>
      <p:sp>
        <p:nvSpPr>
          <p:cNvPr id="170" name="Oval 169">
            <a:extLst>
              <a:ext uri="{FF2B5EF4-FFF2-40B4-BE49-F238E27FC236}">
                <a16:creationId xmlns:a16="http://schemas.microsoft.com/office/drawing/2014/main" id="{E7F3F1E6-7842-4DBF-93BE-E2D74FE936CD}"/>
              </a:ext>
            </a:extLst>
          </p:cNvPr>
          <p:cNvSpPr/>
          <p:nvPr/>
        </p:nvSpPr>
        <p:spPr>
          <a:xfrm>
            <a:off x="7709617" y="2392005"/>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1</a:t>
            </a:r>
            <a:endParaRPr lang="en-US" dirty="0">
              <a:solidFill>
                <a:schemeClr val="accent6"/>
              </a:solidFill>
            </a:endParaRPr>
          </a:p>
        </p:txBody>
      </p:sp>
    </p:spTree>
    <p:extLst>
      <p:ext uri="{BB962C8B-B14F-4D97-AF65-F5344CB8AC3E}">
        <p14:creationId xmlns:p14="http://schemas.microsoft.com/office/powerpoint/2010/main" val="844041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2" name="Group 251">
            <a:extLst>
              <a:ext uri="{FF2B5EF4-FFF2-40B4-BE49-F238E27FC236}">
                <a16:creationId xmlns:a16="http://schemas.microsoft.com/office/drawing/2014/main" id="{3FD7EEEF-3529-4A48-AD2B-C975FF0DD39E}"/>
              </a:ext>
            </a:extLst>
          </p:cNvPr>
          <p:cNvGrpSpPr/>
          <p:nvPr/>
        </p:nvGrpSpPr>
        <p:grpSpPr>
          <a:xfrm>
            <a:off x="418305" y="747246"/>
            <a:ext cx="2325597" cy="1338636"/>
            <a:chOff x="318136" y="1316095"/>
            <a:chExt cx="1776224" cy="1399494"/>
          </a:xfrm>
        </p:grpSpPr>
        <p:sp>
          <p:nvSpPr>
            <p:cNvPr id="265" name="Rectangle 264">
              <a:extLst>
                <a:ext uri="{FF2B5EF4-FFF2-40B4-BE49-F238E27FC236}">
                  <a16:creationId xmlns:a16="http://schemas.microsoft.com/office/drawing/2014/main" id="{5D9919B7-BDC0-4F4F-B243-ADB954D1BC7D}"/>
                </a:ext>
              </a:extLst>
            </p:cNvPr>
            <p:cNvSpPr/>
            <p:nvPr/>
          </p:nvSpPr>
          <p:spPr>
            <a:xfrm rot="5400000">
              <a:off x="506501" y="1127730"/>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67" name="Straight Arrow Connector 266">
              <a:extLst>
                <a:ext uri="{FF2B5EF4-FFF2-40B4-BE49-F238E27FC236}">
                  <a16:creationId xmlns:a16="http://schemas.microsoft.com/office/drawing/2014/main" id="{062326DE-29F4-4128-8063-0B1520C23852}"/>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8" name="Straight Arrow Connector 267">
              <a:extLst>
                <a:ext uri="{FF2B5EF4-FFF2-40B4-BE49-F238E27FC236}">
                  <a16:creationId xmlns:a16="http://schemas.microsoft.com/office/drawing/2014/main" id="{EBD747DF-6F21-4AD4-803D-624B37980DDB}"/>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9" name="Straight Arrow Connector 268">
              <a:extLst>
                <a:ext uri="{FF2B5EF4-FFF2-40B4-BE49-F238E27FC236}">
                  <a16:creationId xmlns:a16="http://schemas.microsoft.com/office/drawing/2014/main" id="{7E3F25D0-7679-44D0-B9E9-9851092A28DE}"/>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53" name="Group 252">
            <a:extLst>
              <a:ext uri="{FF2B5EF4-FFF2-40B4-BE49-F238E27FC236}">
                <a16:creationId xmlns:a16="http://schemas.microsoft.com/office/drawing/2014/main" id="{2374E498-73CE-47F1-8271-78A7F34DEAC2}"/>
              </a:ext>
            </a:extLst>
          </p:cNvPr>
          <p:cNvGrpSpPr/>
          <p:nvPr/>
        </p:nvGrpSpPr>
        <p:grpSpPr>
          <a:xfrm>
            <a:off x="417944" y="2637806"/>
            <a:ext cx="2325597" cy="1774127"/>
            <a:chOff x="318136" y="1316090"/>
            <a:chExt cx="1776224" cy="1399494"/>
          </a:xfrm>
        </p:grpSpPr>
        <p:sp>
          <p:nvSpPr>
            <p:cNvPr id="260" name="Rectangle 259">
              <a:extLst>
                <a:ext uri="{FF2B5EF4-FFF2-40B4-BE49-F238E27FC236}">
                  <a16:creationId xmlns:a16="http://schemas.microsoft.com/office/drawing/2014/main" id="{29514B38-0EFA-4A78-8535-F699CE69EA4D}"/>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61" name="Straight Arrow Connector 260">
              <a:extLst>
                <a:ext uri="{FF2B5EF4-FFF2-40B4-BE49-F238E27FC236}">
                  <a16:creationId xmlns:a16="http://schemas.microsoft.com/office/drawing/2014/main" id="{AA6842D4-9767-4970-A599-1150CFA35DE7}"/>
                </a:ext>
              </a:extLst>
            </p:cNvPr>
            <p:cNvCxnSpPr>
              <a:cxnSpLocks/>
            </p:cNvCxnSpPr>
            <p:nvPr/>
          </p:nvCxnSpPr>
          <p:spPr>
            <a:xfrm rot="16200000" flipV="1">
              <a:off x="1817079" y="193922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2" name="Straight Arrow Connector 261">
              <a:extLst>
                <a:ext uri="{FF2B5EF4-FFF2-40B4-BE49-F238E27FC236}">
                  <a16:creationId xmlns:a16="http://schemas.microsoft.com/office/drawing/2014/main" id="{59B9B561-5039-439D-82F6-0D8FF3951E7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3" name="Straight Arrow Connector 262">
              <a:extLst>
                <a:ext uri="{FF2B5EF4-FFF2-40B4-BE49-F238E27FC236}">
                  <a16:creationId xmlns:a16="http://schemas.microsoft.com/office/drawing/2014/main" id="{12A0B741-8CE6-49B3-94E9-822F86E57B44}"/>
                </a:ext>
              </a:extLst>
            </p:cNvPr>
            <p:cNvCxnSpPr>
              <a:cxnSpLocks/>
            </p:cNvCxnSpPr>
            <p:nvPr/>
          </p:nvCxnSpPr>
          <p:spPr>
            <a:xfrm rot="5400000" flipV="1">
              <a:off x="162586"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4" name="Straight Arrow Connector 263">
              <a:extLst>
                <a:ext uri="{FF2B5EF4-FFF2-40B4-BE49-F238E27FC236}">
                  <a16:creationId xmlns:a16="http://schemas.microsoft.com/office/drawing/2014/main" id="{A61BABD6-ABBA-4CDA-8C92-04AE4F0F25F1}"/>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54" name="Group 253">
            <a:extLst>
              <a:ext uri="{FF2B5EF4-FFF2-40B4-BE49-F238E27FC236}">
                <a16:creationId xmlns:a16="http://schemas.microsoft.com/office/drawing/2014/main" id="{168685E4-FB57-4593-90FE-4BAE72C0E41B}"/>
              </a:ext>
            </a:extLst>
          </p:cNvPr>
          <p:cNvGrpSpPr/>
          <p:nvPr/>
        </p:nvGrpSpPr>
        <p:grpSpPr>
          <a:xfrm>
            <a:off x="417944" y="4411934"/>
            <a:ext cx="2325597" cy="1832347"/>
            <a:chOff x="318136" y="1316090"/>
            <a:chExt cx="1776224" cy="1399494"/>
          </a:xfrm>
        </p:grpSpPr>
        <p:sp>
          <p:nvSpPr>
            <p:cNvPr id="255" name="Rectangle 254">
              <a:extLst>
                <a:ext uri="{FF2B5EF4-FFF2-40B4-BE49-F238E27FC236}">
                  <a16:creationId xmlns:a16="http://schemas.microsoft.com/office/drawing/2014/main" id="{C96C5F7A-8062-4C64-A47C-3C0EA1F4A9A1}"/>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56" name="Straight Arrow Connector 255">
              <a:extLst>
                <a:ext uri="{FF2B5EF4-FFF2-40B4-BE49-F238E27FC236}">
                  <a16:creationId xmlns:a16="http://schemas.microsoft.com/office/drawing/2014/main" id="{D8AF5737-5F69-498D-8244-E2D92D7822AF}"/>
                </a:ext>
              </a:extLst>
            </p:cNvPr>
            <p:cNvCxnSpPr>
              <a:cxnSpLocks/>
            </p:cNvCxnSpPr>
            <p:nvPr/>
          </p:nvCxnSpPr>
          <p:spPr>
            <a:xfrm rot="16200000" flipV="1">
              <a:off x="1806122" y="19669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7" name="Straight Arrow Connector 256">
              <a:extLst>
                <a:ext uri="{FF2B5EF4-FFF2-40B4-BE49-F238E27FC236}">
                  <a16:creationId xmlns:a16="http://schemas.microsoft.com/office/drawing/2014/main" id="{5C960DAB-7576-41DE-91BF-93767C394DE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8" name="Straight Arrow Connector 257">
              <a:extLst>
                <a:ext uri="{FF2B5EF4-FFF2-40B4-BE49-F238E27FC236}">
                  <a16:creationId xmlns:a16="http://schemas.microsoft.com/office/drawing/2014/main" id="{7EEEDC97-ACA7-4FAC-A842-F4841C135DD6}"/>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9" name="Straight Arrow Connector 258">
              <a:extLst>
                <a:ext uri="{FF2B5EF4-FFF2-40B4-BE49-F238E27FC236}">
                  <a16:creationId xmlns:a16="http://schemas.microsoft.com/office/drawing/2014/main" id="{962A0292-9F9F-435D-99E1-7D79EC4F2272}"/>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 name="Título 1">
            <a:extLst>
              <a:ext uri="{FF2B5EF4-FFF2-40B4-BE49-F238E27FC236}">
                <a16:creationId xmlns:a16="http://schemas.microsoft.com/office/drawing/2014/main" id="{D5503A07-0117-4081-A30C-D1624E0122FE}"/>
              </a:ext>
            </a:extLst>
          </p:cNvPr>
          <p:cNvSpPr>
            <a:spLocks noGrp="1"/>
          </p:cNvSpPr>
          <p:nvPr>
            <p:ph type="title"/>
          </p:nvPr>
        </p:nvSpPr>
        <p:spPr/>
        <p:txBody>
          <a:bodyPr/>
          <a:lstStyle/>
          <a:p>
            <a:r>
              <a:rPr lang="en-US" dirty="0"/>
              <a:t>Mesh Example – Edge 10</a:t>
            </a:r>
          </a:p>
        </p:txBody>
      </p:sp>
      <p:grpSp>
        <p:nvGrpSpPr>
          <p:cNvPr id="234" name="Group 233">
            <a:extLst>
              <a:ext uri="{FF2B5EF4-FFF2-40B4-BE49-F238E27FC236}">
                <a16:creationId xmlns:a16="http://schemas.microsoft.com/office/drawing/2014/main" id="{F7373373-5128-40BF-BC7C-67477999153F}"/>
              </a:ext>
            </a:extLst>
          </p:cNvPr>
          <p:cNvGrpSpPr/>
          <p:nvPr/>
        </p:nvGrpSpPr>
        <p:grpSpPr>
          <a:xfrm>
            <a:off x="2731060" y="747240"/>
            <a:ext cx="2325597" cy="1832347"/>
            <a:chOff x="318136" y="1316090"/>
            <a:chExt cx="1776224" cy="1399494"/>
          </a:xfrm>
        </p:grpSpPr>
        <p:sp>
          <p:nvSpPr>
            <p:cNvPr id="247" name="Rectangle 246">
              <a:extLst>
                <a:ext uri="{FF2B5EF4-FFF2-40B4-BE49-F238E27FC236}">
                  <a16:creationId xmlns:a16="http://schemas.microsoft.com/office/drawing/2014/main" id="{D45BF7AA-566D-466E-A2CE-54C10DF71D1A}"/>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48" name="Straight Arrow Connector 247">
              <a:extLst>
                <a:ext uri="{FF2B5EF4-FFF2-40B4-BE49-F238E27FC236}">
                  <a16:creationId xmlns:a16="http://schemas.microsoft.com/office/drawing/2014/main" id="{A44ED70F-1AE5-40BA-934F-F803D3CDE5F3}"/>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9" name="Straight Arrow Connector 248">
              <a:extLst>
                <a:ext uri="{FF2B5EF4-FFF2-40B4-BE49-F238E27FC236}">
                  <a16:creationId xmlns:a16="http://schemas.microsoft.com/office/drawing/2014/main" id="{7B762EFC-714F-4236-8963-00B77C457FF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0" name="Straight Arrow Connector 249">
              <a:extLst>
                <a:ext uri="{FF2B5EF4-FFF2-40B4-BE49-F238E27FC236}">
                  <a16:creationId xmlns:a16="http://schemas.microsoft.com/office/drawing/2014/main" id="{DBCEC684-5407-43F1-B0B6-BA7F5753A16A}"/>
                </a:ext>
              </a:extLst>
            </p:cNvPr>
            <p:cNvCxnSpPr>
              <a:cxnSpLocks/>
            </p:cNvCxnSpPr>
            <p:nvPr/>
          </p:nvCxnSpPr>
          <p:spPr>
            <a:xfrm rot="6000000" flipV="1">
              <a:off x="304380" y="196308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1" name="Straight Arrow Connector 250">
              <a:extLst>
                <a:ext uri="{FF2B5EF4-FFF2-40B4-BE49-F238E27FC236}">
                  <a16:creationId xmlns:a16="http://schemas.microsoft.com/office/drawing/2014/main" id="{BFE955E4-AC4D-4FA9-8DD0-7631C5985B45}"/>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35" name="Group 234">
            <a:extLst>
              <a:ext uri="{FF2B5EF4-FFF2-40B4-BE49-F238E27FC236}">
                <a16:creationId xmlns:a16="http://schemas.microsoft.com/office/drawing/2014/main" id="{60BDC115-0567-4C94-8188-43F0FA243DB4}"/>
              </a:ext>
            </a:extLst>
          </p:cNvPr>
          <p:cNvGrpSpPr/>
          <p:nvPr/>
        </p:nvGrpSpPr>
        <p:grpSpPr>
          <a:xfrm>
            <a:off x="2730699" y="2579587"/>
            <a:ext cx="2325597" cy="1832347"/>
            <a:chOff x="318136" y="1316090"/>
            <a:chExt cx="1776224" cy="1399494"/>
          </a:xfrm>
        </p:grpSpPr>
        <p:sp>
          <p:nvSpPr>
            <p:cNvPr id="242" name="Rectangle 241">
              <a:extLst>
                <a:ext uri="{FF2B5EF4-FFF2-40B4-BE49-F238E27FC236}">
                  <a16:creationId xmlns:a16="http://schemas.microsoft.com/office/drawing/2014/main" id="{A55BD290-DD98-4A88-AECD-679E6CEBC6C5}"/>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44" name="Straight Arrow Connector 243">
              <a:extLst>
                <a:ext uri="{FF2B5EF4-FFF2-40B4-BE49-F238E27FC236}">
                  <a16:creationId xmlns:a16="http://schemas.microsoft.com/office/drawing/2014/main" id="{4B582994-9247-430E-AA5B-3124734F530C}"/>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6" name="Straight Arrow Connector 245">
              <a:extLst>
                <a:ext uri="{FF2B5EF4-FFF2-40B4-BE49-F238E27FC236}">
                  <a16:creationId xmlns:a16="http://schemas.microsoft.com/office/drawing/2014/main" id="{3D4822F1-FD86-4865-9FEE-D31F7D8893EC}"/>
                </a:ext>
              </a:extLst>
            </p:cNvPr>
            <p:cNvCxnSpPr>
              <a:cxnSpLocks/>
            </p:cNvCxnSpPr>
            <p:nvPr/>
          </p:nvCxnSpPr>
          <p:spPr>
            <a:xfrm rot="10800000" flipV="1">
              <a:off x="974623" y="1362644"/>
              <a:ext cx="2863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5" name="Straight Arrow Connector 244">
              <a:extLst>
                <a:ext uri="{FF2B5EF4-FFF2-40B4-BE49-F238E27FC236}">
                  <a16:creationId xmlns:a16="http://schemas.microsoft.com/office/drawing/2014/main" id="{902A780F-47D6-4181-9248-1E030BC97FAB}"/>
                </a:ext>
              </a:extLst>
            </p:cNvPr>
            <p:cNvCxnSpPr>
              <a:cxnSpLocks/>
            </p:cNvCxnSpPr>
            <p:nvPr/>
          </p:nvCxnSpPr>
          <p:spPr>
            <a:xfrm rot="6420000" flipV="1">
              <a:off x="499935" y="1907509"/>
              <a:ext cx="27935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36" name="Group 235">
            <a:extLst>
              <a:ext uri="{FF2B5EF4-FFF2-40B4-BE49-F238E27FC236}">
                <a16:creationId xmlns:a16="http://schemas.microsoft.com/office/drawing/2014/main" id="{F0D814B7-1684-4AAB-8FD8-B5C2394F4DE9}"/>
              </a:ext>
            </a:extLst>
          </p:cNvPr>
          <p:cNvGrpSpPr/>
          <p:nvPr/>
        </p:nvGrpSpPr>
        <p:grpSpPr>
          <a:xfrm>
            <a:off x="2730699" y="4411934"/>
            <a:ext cx="2325597" cy="1832347"/>
            <a:chOff x="318136" y="1316090"/>
            <a:chExt cx="1776224" cy="1399494"/>
          </a:xfrm>
        </p:grpSpPr>
        <p:sp>
          <p:nvSpPr>
            <p:cNvPr id="237" name="Rectangle 236">
              <a:extLst>
                <a:ext uri="{FF2B5EF4-FFF2-40B4-BE49-F238E27FC236}">
                  <a16:creationId xmlns:a16="http://schemas.microsoft.com/office/drawing/2014/main" id="{A460903A-ADBE-4AE8-9634-74421E1E4421}"/>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39" name="Straight Arrow Connector 238">
              <a:extLst>
                <a:ext uri="{FF2B5EF4-FFF2-40B4-BE49-F238E27FC236}">
                  <a16:creationId xmlns:a16="http://schemas.microsoft.com/office/drawing/2014/main" id="{65198430-3E18-406C-8B8C-777D03F28335}"/>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0" name="Straight Arrow Connector 239">
              <a:extLst>
                <a:ext uri="{FF2B5EF4-FFF2-40B4-BE49-F238E27FC236}">
                  <a16:creationId xmlns:a16="http://schemas.microsoft.com/office/drawing/2014/main" id="{46E2307C-2A7F-45FA-87E7-07959D55C615}"/>
                </a:ext>
              </a:extLst>
            </p:cNvPr>
            <p:cNvCxnSpPr>
              <a:cxnSpLocks/>
            </p:cNvCxnSpPr>
            <p:nvPr/>
          </p:nvCxnSpPr>
          <p:spPr>
            <a:xfrm rot="5400000" flipV="1">
              <a:off x="1747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1" name="Straight Arrow Connector 240">
              <a:extLst>
                <a:ext uri="{FF2B5EF4-FFF2-40B4-BE49-F238E27FC236}">
                  <a16:creationId xmlns:a16="http://schemas.microsoft.com/office/drawing/2014/main" id="{D96B0CD2-81A0-48F7-809D-5ADB6F2EB233}"/>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2" name="Group 201">
            <a:extLst>
              <a:ext uri="{FF2B5EF4-FFF2-40B4-BE49-F238E27FC236}">
                <a16:creationId xmlns:a16="http://schemas.microsoft.com/office/drawing/2014/main" id="{1FED2BCD-D4E8-455B-9353-9E7E8A0EA52D}"/>
              </a:ext>
            </a:extLst>
          </p:cNvPr>
          <p:cNvGrpSpPr/>
          <p:nvPr/>
        </p:nvGrpSpPr>
        <p:grpSpPr>
          <a:xfrm>
            <a:off x="5056295" y="747240"/>
            <a:ext cx="2325596" cy="1832347"/>
            <a:chOff x="318136" y="1316090"/>
            <a:chExt cx="1776224" cy="1399494"/>
          </a:xfrm>
        </p:grpSpPr>
        <p:sp>
          <p:nvSpPr>
            <p:cNvPr id="229" name="Rectangle 228">
              <a:extLst>
                <a:ext uri="{FF2B5EF4-FFF2-40B4-BE49-F238E27FC236}">
                  <a16:creationId xmlns:a16="http://schemas.microsoft.com/office/drawing/2014/main" id="{8062F188-9BE3-40CF-BAFD-CAFFAA11E452}"/>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30" name="Straight Arrow Connector 229">
              <a:extLst>
                <a:ext uri="{FF2B5EF4-FFF2-40B4-BE49-F238E27FC236}">
                  <a16:creationId xmlns:a16="http://schemas.microsoft.com/office/drawing/2014/main" id="{AECCFD08-25A0-4B03-BDFA-20BA8FF313FC}"/>
                </a:ext>
              </a:extLst>
            </p:cNvPr>
            <p:cNvCxnSpPr>
              <a:cxnSpLocks/>
            </p:cNvCxnSpPr>
            <p:nvPr/>
          </p:nvCxnSpPr>
          <p:spPr>
            <a:xfrm rot="16200000" flipV="1">
              <a:off x="1820678"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1" name="Straight Arrow Connector 230">
              <a:extLst>
                <a:ext uri="{FF2B5EF4-FFF2-40B4-BE49-F238E27FC236}">
                  <a16:creationId xmlns:a16="http://schemas.microsoft.com/office/drawing/2014/main" id="{0DA57120-F429-4DEB-938E-5891BD3AB37A}"/>
                </a:ext>
              </a:extLst>
            </p:cNvPr>
            <p:cNvCxnSpPr>
              <a:cxnSpLocks/>
            </p:cNvCxnSpPr>
            <p:nvPr/>
          </p:nvCxnSpPr>
          <p:spPr>
            <a:xfrm flipV="1">
              <a:off x="990195" y="246878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2" name="Straight Arrow Connector 231">
              <a:extLst>
                <a:ext uri="{FF2B5EF4-FFF2-40B4-BE49-F238E27FC236}">
                  <a16:creationId xmlns:a16="http://schemas.microsoft.com/office/drawing/2014/main" id="{B009FEAE-5938-441C-8B45-BB35D02B5936}"/>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3" name="Straight Arrow Connector 232">
              <a:extLst>
                <a:ext uri="{FF2B5EF4-FFF2-40B4-BE49-F238E27FC236}">
                  <a16:creationId xmlns:a16="http://schemas.microsoft.com/office/drawing/2014/main" id="{6C37DEE2-659F-4F10-B9B0-3D74816AB67D}"/>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3" name="Group 202">
            <a:extLst>
              <a:ext uri="{FF2B5EF4-FFF2-40B4-BE49-F238E27FC236}">
                <a16:creationId xmlns:a16="http://schemas.microsoft.com/office/drawing/2014/main" id="{BFB941BD-1D2C-46FE-8DEF-5C3E07E24822}"/>
              </a:ext>
            </a:extLst>
          </p:cNvPr>
          <p:cNvGrpSpPr/>
          <p:nvPr/>
        </p:nvGrpSpPr>
        <p:grpSpPr>
          <a:xfrm>
            <a:off x="5055934" y="2579587"/>
            <a:ext cx="2325596" cy="1832347"/>
            <a:chOff x="318136" y="1316090"/>
            <a:chExt cx="1776224" cy="1399494"/>
          </a:xfrm>
        </p:grpSpPr>
        <p:sp>
          <p:nvSpPr>
            <p:cNvPr id="224" name="Rectangle 223">
              <a:extLst>
                <a:ext uri="{FF2B5EF4-FFF2-40B4-BE49-F238E27FC236}">
                  <a16:creationId xmlns:a16="http://schemas.microsoft.com/office/drawing/2014/main" id="{623EBB0C-A58E-4601-B1A7-48655AB8B6F6}"/>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25" name="Straight Arrow Connector 224">
              <a:extLst>
                <a:ext uri="{FF2B5EF4-FFF2-40B4-BE49-F238E27FC236}">
                  <a16:creationId xmlns:a16="http://schemas.microsoft.com/office/drawing/2014/main" id="{AF7D7B31-F9B6-4A27-ADBE-BBC2C64079F8}"/>
                </a:ext>
              </a:extLst>
            </p:cNvPr>
            <p:cNvCxnSpPr>
              <a:cxnSpLocks/>
            </p:cNvCxnSpPr>
            <p:nvPr/>
          </p:nvCxnSpPr>
          <p:spPr>
            <a:xfrm rot="16200000" flipV="1">
              <a:off x="1820667" y="201088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6" name="Straight Arrow Connector 225">
              <a:extLst>
                <a:ext uri="{FF2B5EF4-FFF2-40B4-BE49-F238E27FC236}">
                  <a16:creationId xmlns:a16="http://schemas.microsoft.com/office/drawing/2014/main" id="{1BC8CB39-5C2E-4BD9-AEF5-84CAECEDD1FB}"/>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8" name="Straight Arrow Connector 227">
              <a:extLst>
                <a:ext uri="{FF2B5EF4-FFF2-40B4-BE49-F238E27FC236}">
                  <a16:creationId xmlns:a16="http://schemas.microsoft.com/office/drawing/2014/main" id="{54F98CCC-B28F-4ED5-A2B4-D2E5C46355CB}"/>
                </a:ext>
              </a:extLst>
            </p:cNvPr>
            <p:cNvCxnSpPr>
              <a:cxnSpLocks/>
            </p:cNvCxnSpPr>
            <p:nvPr/>
          </p:nvCxnSpPr>
          <p:spPr>
            <a:xfrm rot="10800000" flipV="1">
              <a:off x="990195" y="153769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4" name="Group 203">
            <a:extLst>
              <a:ext uri="{FF2B5EF4-FFF2-40B4-BE49-F238E27FC236}">
                <a16:creationId xmlns:a16="http://schemas.microsoft.com/office/drawing/2014/main" id="{55506D04-7782-418C-AC99-5FB405335414}"/>
              </a:ext>
            </a:extLst>
          </p:cNvPr>
          <p:cNvGrpSpPr/>
          <p:nvPr/>
        </p:nvGrpSpPr>
        <p:grpSpPr>
          <a:xfrm>
            <a:off x="5055934" y="4411934"/>
            <a:ext cx="2325596" cy="1832347"/>
            <a:chOff x="318136" y="1316090"/>
            <a:chExt cx="1776224" cy="1399494"/>
          </a:xfrm>
        </p:grpSpPr>
        <p:sp>
          <p:nvSpPr>
            <p:cNvPr id="219" name="Rectangle 218">
              <a:extLst>
                <a:ext uri="{FF2B5EF4-FFF2-40B4-BE49-F238E27FC236}">
                  <a16:creationId xmlns:a16="http://schemas.microsoft.com/office/drawing/2014/main" id="{056883D2-AE14-41D7-92E9-A43358CF3C34}"/>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20" name="Straight Arrow Connector 219">
              <a:extLst>
                <a:ext uri="{FF2B5EF4-FFF2-40B4-BE49-F238E27FC236}">
                  <a16:creationId xmlns:a16="http://schemas.microsoft.com/office/drawing/2014/main" id="{6668B10C-D061-47E8-9076-42FCD480CD97}"/>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1" name="Straight Arrow Connector 220">
              <a:extLst>
                <a:ext uri="{FF2B5EF4-FFF2-40B4-BE49-F238E27FC236}">
                  <a16:creationId xmlns:a16="http://schemas.microsoft.com/office/drawing/2014/main" id="{B01960BF-C5CF-421D-81DC-3B08440D9FB7}"/>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3" name="Straight Arrow Connector 222">
              <a:extLst>
                <a:ext uri="{FF2B5EF4-FFF2-40B4-BE49-F238E27FC236}">
                  <a16:creationId xmlns:a16="http://schemas.microsoft.com/office/drawing/2014/main" id="{97B2D6FA-CFFD-4FE9-B230-5E2A3FEBD5B2}"/>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5" name="Group 204">
            <a:extLst>
              <a:ext uri="{FF2B5EF4-FFF2-40B4-BE49-F238E27FC236}">
                <a16:creationId xmlns:a16="http://schemas.microsoft.com/office/drawing/2014/main" id="{113A97E4-1B9B-4884-BB1D-1A0CAF96BA58}"/>
              </a:ext>
            </a:extLst>
          </p:cNvPr>
          <p:cNvGrpSpPr/>
          <p:nvPr/>
        </p:nvGrpSpPr>
        <p:grpSpPr>
          <a:xfrm>
            <a:off x="7868859" y="743307"/>
            <a:ext cx="1841693" cy="1576696"/>
            <a:chOff x="321580" y="1316090"/>
            <a:chExt cx="1776224" cy="1399494"/>
          </a:xfrm>
        </p:grpSpPr>
        <p:sp>
          <p:nvSpPr>
            <p:cNvPr id="214" name="Rectangle 213">
              <a:extLst>
                <a:ext uri="{FF2B5EF4-FFF2-40B4-BE49-F238E27FC236}">
                  <a16:creationId xmlns:a16="http://schemas.microsoft.com/office/drawing/2014/main" id="{C0C77131-5AB4-4F13-A30C-6BB1B3200A48}"/>
                </a:ext>
              </a:extLst>
            </p:cNvPr>
            <p:cNvSpPr/>
            <p:nvPr/>
          </p:nvSpPr>
          <p:spPr>
            <a:xfrm rot="5400000">
              <a:off x="509945"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15" name="Straight Arrow Connector 214">
              <a:extLst>
                <a:ext uri="{FF2B5EF4-FFF2-40B4-BE49-F238E27FC236}">
                  <a16:creationId xmlns:a16="http://schemas.microsoft.com/office/drawing/2014/main" id="{8E281038-E96E-491B-8204-4E19E55989E1}"/>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6" name="Straight Arrow Connector 215">
              <a:extLst>
                <a:ext uri="{FF2B5EF4-FFF2-40B4-BE49-F238E27FC236}">
                  <a16:creationId xmlns:a16="http://schemas.microsoft.com/office/drawing/2014/main" id="{4E45AA5B-C60D-49E6-86C4-E1401994E18D}"/>
                </a:ext>
              </a:extLst>
            </p:cNvPr>
            <p:cNvCxnSpPr>
              <a:cxnSpLocks/>
            </p:cNvCxnSpPr>
            <p:nvPr/>
          </p:nvCxnSpPr>
          <p:spPr>
            <a:xfrm flipV="1">
              <a:off x="990195" y="265883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7" name="Straight Arrow Connector 216">
              <a:extLst>
                <a:ext uri="{FF2B5EF4-FFF2-40B4-BE49-F238E27FC236}">
                  <a16:creationId xmlns:a16="http://schemas.microsoft.com/office/drawing/2014/main" id="{A2F57384-A8EC-4598-ADAD-F96D9D69CFE2}"/>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8" name="Straight Arrow Connector 217">
              <a:extLst>
                <a:ext uri="{FF2B5EF4-FFF2-40B4-BE49-F238E27FC236}">
                  <a16:creationId xmlns:a16="http://schemas.microsoft.com/office/drawing/2014/main" id="{8D6230D9-0781-4424-97B2-69236B2BCB80}"/>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6" name="Group 205">
            <a:extLst>
              <a:ext uri="{FF2B5EF4-FFF2-40B4-BE49-F238E27FC236}">
                <a16:creationId xmlns:a16="http://schemas.microsoft.com/office/drawing/2014/main" id="{AD6B3106-B749-467C-B87B-D650AEA914DF}"/>
              </a:ext>
            </a:extLst>
          </p:cNvPr>
          <p:cNvGrpSpPr/>
          <p:nvPr/>
        </p:nvGrpSpPr>
        <p:grpSpPr>
          <a:xfrm>
            <a:off x="7868859" y="2805723"/>
            <a:ext cx="1841695" cy="1606211"/>
            <a:chOff x="321856" y="1316090"/>
            <a:chExt cx="1776224" cy="1399494"/>
          </a:xfrm>
        </p:grpSpPr>
        <p:sp>
          <p:nvSpPr>
            <p:cNvPr id="207" name="Rectangle 206">
              <a:extLst>
                <a:ext uri="{FF2B5EF4-FFF2-40B4-BE49-F238E27FC236}">
                  <a16:creationId xmlns:a16="http://schemas.microsoft.com/office/drawing/2014/main" id="{1678FADC-7F3B-49A6-98C4-4D3548E84F43}"/>
                </a:ext>
              </a:extLst>
            </p:cNvPr>
            <p:cNvSpPr/>
            <p:nvPr/>
          </p:nvSpPr>
          <p:spPr>
            <a:xfrm rot="5400000">
              <a:off x="51022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08" name="Straight Arrow Connector 207">
              <a:extLst>
                <a:ext uri="{FF2B5EF4-FFF2-40B4-BE49-F238E27FC236}">
                  <a16:creationId xmlns:a16="http://schemas.microsoft.com/office/drawing/2014/main" id="{A3E4A723-5F98-4CEF-A925-7E3485761F07}"/>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9" name="Straight Arrow Connector 208">
              <a:extLst>
                <a:ext uri="{FF2B5EF4-FFF2-40B4-BE49-F238E27FC236}">
                  <a16:creationId xmlns:a16="http://schemas.microsoft.com/office/drawing/2014/main" id="{8AA12322-40C1-47F9-B7BE-3EF5FE9A6E1E}"/>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1" name="Straight Arrow Connector 210">
              <a:extLst>
                <a:ext uri="{FF2B5EF4-FFF2-40B4-BE49-F238E27FC236}">
                  <a16:creationId xmlns:a16="http://schemas.microsoft.com/office/drawing/2014/main" id="{AADCD4C8-FCC5-46BF-BF1A-B6D6AC5E7A25}"/>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2" name="Straight Arrow Connector 211">
              <a:extLst>
                <a:ext uri="{FF2B5EF4-FFF2-40B4-BE49-F238E27FC236}">
                  <a16:creationId xmlns:a16="http://schemas.microsoft.com/office/drawing/2014/main" id="{27243F2A-86A6-4D95-92FB-ACB943D6E06E}"/>
                </a:ext>
              </a:extLst>
            </p:cNvPr>
            <p:cNvCxnSpPr>
              <a:cxnSpLocks/>
            </p:cNvCxnSpPr>
            <p:nvPr/>
          </p:nvCxnSpPr>
          <p:spPr>
            <a:xfrm rot="13380000" flipV="1">
              <a:off x="905204" y="201839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3" name="Straight Arrow Connector 212">
              <a:extLst>
                <a:ext uri="{FF2B5EF4-FFF2-40B4-BE49-F238E27FC236}">
                  <a16:creationId xmlns:a16="http://schemas.microsoft.com/office/drawing/2014/main" id="{FAD53B5E-A0E7-4F09-898F-0218D9DD5014}"/>
                </a:ext>
              </a:extLst>
            </p:cNvPr>
            <p:cNvCxnSpPr>
              <a:cxnSpLocks/>
            </p:cNvCxnSpPr>
            <p:nvPr/>
          </p:nvCxnSpPr>
          <p:spPr>
            <a:xfrm rot="2520000" flipV="1">
              <a:off x="987275" y="19408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cxnSp>
        <p:nvCxnSpPr>
          <p:cNvPr id="270" name="Straight Connector 269">
            <a:extLst>
              <a:ext uri="{FF2B5EF4-FFF2-40B4-BE49-F238E27FC236}">
                <a16:creationId xmlns:a16="http://schemas.microsoft.com/office/drawing/2014/main" id="{4334DD71-E463-478A-ABA7-9A5AFA94D68C}"/>
              </a:ext>
            </a:extLst>
          </p:cNvPr>
          <p:cNvCxnSpPr>
            <a:cxnSpLocks/>
          </p:cNvCxnSpPr>
          <p:nvPr/>
        </p:nvCxnSpPr>
        <p:spPr>
          <a:xfrm>
            <a:off x="7854608" y="2791391"/>
            <a:ext cx="1851436" cy="1620543"/>
          </a:xfrm>
          <a:prstGeom prst="line">
            <a:avLst/>
          </a:prstGeom>
          <a:ln w="19050"/>
        </p:spPr>
        <p:style>
          <a:lnRef idx="1">
            <a:schemeClr val="dk1"/>
          </a:lnRef>
          <a:fillRef idx="0">
            <a:schemeClr val="dk1"/>
          </a:fillRef>
          <a:effectRef idx="0">
            <a:schemeClr val="dk1"/>
          </a:effectRef>
          <a:fontRef idx="minor">
            <a:schemeClr val="tx1"/>
          </a:fontRef>
        </p:style>
      </p:cxnSp>
      <p:cxnSp>
        <p:nvCxnSpPr>
          <p:cNvPr id="271" name="Straight Connector 270">
            <a:extLst>
              <a:ext uri="{FF2B5EF4-FFF2-40B4-BE49-F238E27FC236}">
                <a16:creationId xmlns:a16="http://schemas.microsoft.com/office/drawing/2014/main" id="{FF2FCAAA-7996-4B03-8DD5-8487CFC4BDF1}"/>
              </a:ext>
            </a:extLst>
          </p:cNvPr>
          <p:cNvCxnSpPr>
            <a:cxnSpLocks/>
          </p:cNvCxnSpPr>
          <p:nvPr/>
        </p:nvCxnSpPr>
        <p:spPr>
          <a:xfrm flipH="1">
            <a:off x="7870977" y="747240"/>
            <a:ext cx="1834705" cy="1559426"/>
          </a:xfrm>
          <a:prstGeom prst="line">
            <a:avLst/>
          </a:prstGeom>
          <a:ln w="19050"/>
        </p:spPr>
        <p:style>
          <a:lnRef idx="1">
            <a:schemeClr val="dk1"/>
          </a:lnRef>
          <a:fillRef idx="0">
            <a:schemeClr val="dk1"/>
          </a:fillRef>
          <a:effectRef idx="0">
            <a:schemeClr val="dk1"/>
          </a:effectRef>
          <a:fontRef idx="minor">
            <a:schemeClr val="tx1"/>
          </a:fontRef>
        </p:style>
      </p:cxnSp>
      <p:cxnSp>
        <p:nvCxnSpPr>
          <p:cNvPr id="275" name="Straight Connector 274">
            <a:extLst>
              <a:ext uri="{FF2B5EF4-FFF2-40B4-BE49-F238E27FC236}">
                <a16:creationId xmlns:a16="http://schemas.microsoft.com/office/drawing/2014/main" id="{3074EE5F-DA69-449F-A09A-8107C8B3EFCA}"/>
              </a:ext>
            </a:extLst>
          </p:cNvPr>
          <p:cNvCxnSpPr>
            <a:cxnSpLocks/>
          </p:cNvCxnSpPr>
          <p:nvPr/>
        </p:nvCxnSpPr>
        <p:spPr>
          <a:xfrm flipH="1">
            <a:off x="7870978" y="747240"/>
            <a:ext cx="1834705" cy="1559426"/>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cxnSp>
        <p:nvCxnSpPr>
          <p:cNvPr id="276" name="Straight Connector 275">
            <a:extLst>
              <a:ext uri="{FF2B5EF4-FFF2-40B4-BE49-F238E27FC236}">
                <a16:creationId xmlns:a16="http://schemas.microsoft.com/office/drawing/2014/main" id="{E1E30BB6-810A-49DF-80A7-7D3519084021}"/>
              </a:ext>
            </a:extLst>
          </p:cNvPr>
          <p:cNvCxnSpPr>
            <a:cxnSpLocks/>
          </p:cNvCxnSpPr>
          <p:nvPr/>
        </p:nvCxnSpPr>
        <p:spPr>
          <a:xfrm>
            <a:off x="7870977" y="2804728"/>
            <a:ext cx="1834705" cy="160720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B0127BF5-9E71-434E-BFEA-92B1F11F419B}"/>
              </a:ext>
            </a:extLst>
          </p:cNvPr>
          <p:cNvSpPr txBox="1"/>
          <p:nvPr/>
        </p:nvSpPr>
        <p:spPr>
          <a:xfrm>
            <a:off x="9163832" y="3696535"/>
            <a:ext cx="548206" cy="483564"/>
          </a:xfrm>
          <a:prstGeom prst="rect">
            <a:avLst/>
          </a:prstGeom>
          <a:noFill/>
        </p:spPr>
        <p:txBody>
          <a:bodyPr wrap="none" rtlCol="0">
            <a:spAutoFit/>
          </a:bodyPr>
          <a:lstStyle/>
          <a:p>
            <a:r>
              <a:rPr lang="en-US" dirty="0">
                <a:solidFill>
                  <a:srgbClr val="FF0000"/>
                </a:solidFill>
              </a:rPr>
              <a:t>11</a:t>
            </a:r>
          </a:p>
        </p:txBody>
      </p:sp>
      <p:sp>
        <p:nvSpPr>
          <p:cNvPr id="289" name="TextBox 288">
            <a:extLst>
              <a:ext uri="{FF2B5EF4-FFF2-40B4-BE49-F238E27FC236}">
                <a16:creationId xmlns:a16="http://schemas.microsoft.com/office/drawing/2014/main" id="{24581527-E833-4F7A-B3EE-3288FAB5F615}"/>
              </a:ext>
            </a:extLst>
          </p:cNvPr>
          <p:cNvSpPr txBox="1"/>
          <p:nvPr/>
        </p:nvSpPr>
        <p:spPr>
          <a:xfrm>
            <a:off x="8915152" y="800550"/>
            <a:ext cx="548206" cy="483564"/>
          </a:xfrm>
          <a:prstGeom prst="rect">
            <a:avLst/>
          </a:prstGeom>
          <a:noFill/>
        </p:spPr>
        <p:txBody>
          <a:bodyPr wrap="none" rtlCol="0">
            <a:spAutoFit/>
          </a:bodyPr>
          <a:lstStyle/>
          <a:p>
            <a:r>
              <a:rPr lang="en-US" dirty="0">
                <a:solidFill>
                  <a:srgbClr val="FF0000"/>
                </a:solidFill>
              </a:rPr>
              <a:t>12</a:t>
            </a:r>
          </a:p>
        </p:txBody>
      </p:sp>
      <p:cxnSp>
        <p:nvCxnSpPr>
          <p:cNvPr id="290" name="Straight Arrow Connector 289">
            <a:extLst>
              <a:ext uri="{FF2B5EF4-FFF2-40B4-BE49-F238E27FC236}">
                <a16:creationId xmlns:a16="http://schemas.microsoft.com/office/drawing/2014/main" id="{55C17A50-C856-4DEA-A8D4-C1B4076FDFD0}"/>
              </a:ext>
            </a:extLst>
          </p:cNvPr>
          <p:cNvCxnSpPr>
            <a:cxnSpLocks/>
          </p:cNvCxnSpPr>
          <p:nvPr/>
        </p:nvCxnSpPr>
        <p:spPr>
          <a:xfrm rot="8280000" flipV="1">
            <a:off x="8430356" y="1667123"/>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1" name="Straight Arrow Connector 290">
            <a:extLst>
              <a:ext uri="{FF2B5EF4-FFF2-40B4-BE49-F238E27FC236}">
                <a16:creationId xmlns:a16="http://schemas.microsoft.com/office/drawing/2014/main" id="{C66BA0EC-7817-4849-B3EA-67F8BC789B5F}"/>
              </a:ext>
            </a:extLst>
          </p:cNvPr>
          <p:cNvCxnSpPr>
            <a:cxnSpLocks/>
          </p:cNvCxnSpPr>
          <p:nvPr/>
        </p:nvCxnSpPr>
        <p:spPr>
          <a:xfrm rot="19080000" flipV="1">
            <a:off x="8362360" y="1581048"/>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3" name="Oval 292">
            <a:extLst>
              <a:ext uri="{FF2B5EF4-FFF2-40B4-BE49-F238E27FC236}">
                <a16:creationId xmlns:a16="http://schemas.microsoft.com/office/drawing/2014/main" id="{0D654E35-13F6-4427-8485-0D92293A1AB4}"/>
              </a:ext>
            </a:extLst>
          </p:cNvPr>
          <p:cNvSpPr/>
          <p:nvPr/>
        </p:nvSpPr>
        <p:spPr>
          <a:xfrm>
            <a:off x="229402" y="605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294" name="Oval 293">
            <a:extLst>
              <a:ext uri="{FF2B5EF4-FFF2-40B4-BE49-F238E27FC236}">
                <a16:creationId xmlns:a16="http://schemas.microsoft.com/office/drawing/2014/main" id="{607B11A5-EAE0-49A3-AADF-8535D706D5E2}"/>
              </a:ext>
            </a:extLst>
          </p:cNvPr>
          <p:cNvSpPr/>
          <p:nvPr/>
        </p:nvSpPr>
        <p:spPr>
          <a:xfrm>
            <a:off x="2565414" y="606741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296" name="Oval 295">
            <a:extLst>
              <a:ext uri="{FF2B5EF4-FFF2-40B4-BE49-F238E27FC236}">
                <a16:creationId xmlns:a16="http://schemas.microsoft.com/office/drawing/2014/main" id="{E97EB18D-FAEC-405D-BFD1-C5F02588E5A4}"/>
              </a:ext>
            </a:extLst>
          </p:cNvPr>
          <p:cNvSpPr/>
          <p:nvPr/>
        </p:nvSpPr>
        <p:spPr>
          <a:xfrm>
            <a:off x="7205470" y="605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297" name="Oval 296">
            <a:extLst>
              <a:ext uri="{FF2B5EF4-FFF2-40B4-BE49-F238E27FC236}">
                <a16:creationId xmlns:a16="http://schemas.microsoft.com/office/drawing/2014/main" id="{70D668ED-BDF2-4917-86BC-B9E90DF3DFD0}"/>
              </a:ext>
            </a:extLst>
          </p:cNvPr>
          <p:cNvSpPr/>
          <p:nvPr/>
        </p:nvSpPr>
        <p:spPr>
          <a:xfrm>
            <a:off x="227183" y="4235873"/>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sp>
        <p:nvSpPr>
          <p:cNvPr id="301" name="Oval 300">
            <a:extLst>
              <a:ext uri="{FF2B5EF4-FFF2-40B4-BE49-F238E27FC236}">
                <a16:creationId xmlns:a16="http://schemas.microsoft.com/office/drawing/2014/main" id="{BD03B9AE-6261-492E-8508-FA9AE486F270}"/>
              </a:ext>
            </a:extLst>
          </p:cNvPr>
          <p:cNvSpPr/>
          <p:nvPr/>
        </p:nvSpPr>
        <p:spPr>
          <a:xfrm>
            <a:off x="9535977" y="4233748"/>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I</a:t>
            </a:r>
            <a:endParaRPr lang="en-US" dirty="0"/>
          </a:p>
        </p:txBody>
      </p:sp>
      <p:sp>
        <p:nvSpPr>
          <p:cNvPr id="307" name="Oval 306">
            <a:extLst>
              <a:ext uri="{FF2B5EF4-FFF2-40B4-BE49-F238E27FC236}">
                <a16:creationId xmlns:a16="http://schemas.microsoft.com/office/drawing/2014/main" id="{263F7E91-7613-4A0A-BF02-B5093EA16EE5}"/>
              </a:ext>
            </a:extLst>
          </p:cNvPr>
          <p:cNvSpPr/>
          <p:nvPr/>
        </p:nvSpPr>
        <p:spPr>
          <a:xfrm>
            <a:off x="227183" y="577930"/>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P</a:t>
            </a:r>
            <a:endParaRPr lang="en-US" dirty="0"/>
          </a:p>
        </p:txBody>
      </p:sp>
      <p:sp>
        <p:nvSpPr>
          <p:cNvPr id="309" name="Oval 308">
            <a:extLst>
              <a:ext uri="{FF2B5EF4-FFF2-40B4-BE49-F238E27FC236}">
                <a16:creationId xmlns:a16="http://schemas.microsoft.com/office/drawing/2014/main" id="{8EFD28D6-F8A2-4A21-97B7-E16C35904818}"/>
              </a:ext>
            </a:extLst>
          </p:cNvPr>
          <p:cNvSpPr/>
          <p:nvPr/>
        </p:nvSpPr>
        <p:spPr>
          <a:xfrm>
            <a:off x="4883176" y="572998"/>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R</a:t>
            </a:r>
            <a:endParaRPr lang="en-US" dirty="0"/>
          </a:p>
        </p:txBody>
      </p:sp>
      <p:sp>
        <p:nvSpPr>
          <p:cNvPr id="311" name="Oval 310">
            <a:extLst>
              <a:ext uri="{FF2B5EF4-FFF2-40B4-BE49-F238E27FC236}">
                <a16:creationId xmlns:a16="http://schemas.microsoft.com/office/drawing/2014/main" id="{8E53C076-C635-4633-8B12-F48E65DBEDD5}"/>
              </a:ext>
            </a:extLst>
          </p:cNvPr>
          <p:cNvSpPr/>
          <p:nvPr/>
        </p:nvSpPr>
        <p:spPr>
          <a:xfrm>
            <a:off x="9545597" y="57497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T</a:t>
            </a:r>
            <a:endParaRPr lang="en-US" dirty="0"/>
          </a:p>
        </p:txBody>
      </p:sp>
      <p:sp>
        <p:nvSpPr>
          <p:cNvPr id="121" name="TextBox 120">
            <a:extLst>
              <a:ext uri="{FF2B5EF4-FFF2-40B4-BE49-F238E27FC236}">
                <a16:creationId xmlns:a16="http://schemas.microsoft.com/office/drawing/2014/main" id="{F38C266C-0EEA-4DE5-9318-4D834978FAE0}"/>
              </a:ext>
            </a:extLst>
          </p:cNvPr>
          <p:cNvSpPr txBox="1"/>
          <p:nvPr/>
        </p:nvSpPr>
        <p:spPr>
          <a:xfrm>
            <a:off x="10156652" y="1683206"/>
            <a:ext cx="4378498" cy="923330"/>
          </a:xfrm>
          <a:prstGeom prst="rect">
            <a:avLst/>
          </a:prstGeom>
          <a:ln w="19050">
            <a:solidFill>
              <a:schemeClr val="tx1"/>
            </a:solidFill>
          </a:ln>
        </p:spPr>
        <p:style>
          <a:lnRef idx="1">
            <a:schemeClr val="accent1"/>
          </a:lnRef>
          <a:fillRef idx="3">
            <a:schemeClr val="accent1"/>
          </a:fillRef>
          <a:effectRef idx="2">
            <a:schemeClr val="accent1"/>
          </a:effectRef>
          <a:fontRef idx="minor">
            <a:schemeClr val="lt1"/>
          </a:fontRef>
        </p:style>
        <p:txBody>
          <a:bodyPr wrap="square">
            <a:spAutoFit/>
          </a:bodyPr>
          <a:lstStyle/>
          <a:p>
            <a:pPr algn="just"/>
            <a:r>
              <a:rPr lang="en-US" dirty="0">
                <a:latin typeface="Consolas" panose="020B0609020204030204" pitchFamily="49" charset="0"/>
              </a:rPr>
              <a:t>Edge 11:</a:t>
            </a:r>
          </a:p>
          <a:p>
            <a:pPr algn="just"/>
            <a:r>
              <a:rPr lang="en-US" dirty="0">
                <a:latin typeface="Consolas" panose="020B0609020204030204" pitchFamily="49" charset="0"/>
              </a:rPr>
              <a:t>1: Hole</a:t>
            </a:r>
          </a:p>
          <a:p>
            <a:pPr algn="just"/>
            <a:r>
              <a:rPr lang="en-US" dirty="0">
                <a:latin typeface="Consolas" panose="020B0609020204030204" pitchFamily="49" charset="0"/>
              </a:rPr>
              <a:t>I: Canonical and Border.</a:t>
            </a:r>
          </a:p>
        </p:txBody>
      </p:sp>
      <p:sp>
        <p:nvSpPr>
          <p:cNvPr id="117" name="Rectangle 116">
            <a:extLst>
              <a:ext uri="{FF2B5EF4-FFF2-40B4-BE49-F238E27FC236}">
                <a16:creationId xmlns:a16="http://schemas.microsoft.com/office/drawing/2014/main" id="{BB24C0C0-E59E-4211-B5CB-E3E0B2566CC5}"/>
              </a:ext>
            </a:extLst>
          </p:cNvPr>
          <p:cNvSpPr/>
          <p:nvPr/>
        </p:nvSpPr>
        <p:spPr>
          <a:xfrm>
            <a:off x="2399402" y="744947"/>
            <a:ext cx="949383" cy="1363982"/>
          </a:xfrm>
          <a:custGeom>
            <a:avLst/>
            <a:gdLst>
              <a:gd name="connsiteX0" fmla="*/ 0 w 115151"/>
              <a:gd name="connsiteY0" fmla="*/ 0 h 1833882"/>
              <a:gd name="connsiteX1" fmla="*/ 115151 w 115151"/>
              <a:gd name="connsiteY1" fmla="*/ 0 h 1833882"/>
              <a:gd name="connsiteX2" fmla="*/ 115151 w 115151"/>
              <a:gd name="connsiteY2" fmla="*/ 1833882 h 1833882"/>
              <a:gd name="connsiteX3" fmla="*/ 0 w 115151"/>
              <a:gd name="connsiteY3" fmla="*/ 1833882 h 1833882"/>
              <a:gd name="connsiteX4" fmla="*/ 0 w 115151"/>
              <a:gd name="connsiteY4" fmla="*/ 0 h 1833882"/>
              <a:gd name="connsiteX0" fmla="*/ 0 w 251676"/>
              <a:gd name="connsiteY0" fmla="*/ 0 h 1833882"/>
              <a:gd name="connsiteX1" fmla="*/ 251676 w 251676"/>
              <a:gd name="connsiteY1" fmla="*/ 0 h 1833882"/>
              <a:gd name="connsiteX2" fmla="*/ 115151 w 251676"/>
              <a:gd name="connsiteY2" fmla="*/ 1833882 h 1833882"/>
              <a:gd name="connsiteX3" fmla="*/ 0 w 251676"/>
              <a:gd name="connsiteY3" fmla="*/ 1833882 h 1833882"/>
              <a:gd name="connsiteX4" fmla="*/ 0 w 251676"/>
              <a:gd name="connsiteY4" fmla="*/ 0 h 1833882"/>
              <a:gd name="connsiteX0" fmla="*/ 0 w 442176"/>
              <a:gd name="connsiteY0" fmla="*/ 0 h 1833882"/>
              <a:gd name="connsiteX1" fmla="*/ 442176 w 442176"/>
              <a:gd name="connsiteY1" fmla="*/ 0 h 1833882"/>
              <a:gd name="connsiteX2" fmla="*/ 305651 w 442176"/>
              <a:gd name="connsiteY2" fmla="*/ 1833882 h 1833882"/>
              <a:gd name="connsiteX3" fmla="*/ 190500 w 442176"/>
              <a:gd name="connsiteY3" fmla="*/ 1833882 h 1833882"/>
              <a:gd name="connsiteX4" fmla="*/ 0 w 442176"/>
              <a:gd name="connsiteY4" fmla="*/ 0 h 1833882"/>
              <a:gd name="connsiteX0" fmla="*/ 0 w 527901"/>
              <a:gd name="connsiteY0" fmla="*/ 0 h 1837057"/>
              <a:gd name="connsiteX1" fmla="*/ 527901 w 527901"/>
              <a:gd name="connsiteY1" fmla="*/ 3175 h 1837057"/>
              <a:gd name="connsiteX2" fmla="*/ 391376 w 527901"/>
              <a:gd name="connsiteY2" fmla="*/ 1837057 h 1837057"/>
              <a:gd name="connsiteX3" fmla="*/ 276225 w 527901"/>
              <a:gd name="connsiteY3" fmla="*/ 1837057 h 1837057"/>
              <a:gd name="connsiteX4" fmla="*/ 0 w 527901"/>
              <a:gd name="connsiteY4" fmla="*/ 0 h 1837057"/>
              <a:gd name="connsiteX0" fmla="*/ 0 w 645376"/>
              <a:gd name="connsiteY0" fmla="*/ 3175 h 1840232"/>
              <a:gd name="connsiteX1" fmla="*/ 645376 w 645376"/>
              <a:gd name="connsiteY1" fmla="*/ 0 h 1840232"/>
              <a:gd name="connsiteX2" fmla="*/ 391376 w 645376"/>
              <a:gd name="connsiteY2" fmla="*/ 1840232 h 1840232"/>
              <a:gd name="connsiteX3" fmla="*/ 276225 w 645376"/>
              <a:gd name="connsiteY3" fmla="*/ 1840232 h 1840232"/>
              <a:gd name="connsiteX4" fmla="*/ 0 w 645376"/>
              <a:gd name="connsiteY4" fmla="*/ 3175 h 1840232"/>
              <a:gd name="connsiteX0" fmla="*/ 0 w 654901"/>
              <a:gd name="connsiteY0" fmla="*/ 0 h 1837057"/>
              <a:gd name="connsiteX1" fmla="*/ 654901 w 654901"/>
              <a:gd name="connsiteY1" fmla="*/ 3175 h 1837057"/>
              <a:gd name="connsiteX2" fmla="*/ 391376 w 654901"/>
              <a:gd name="connsiteY2" fmla="*/ 1837057 h 1837057"/>
              <a:gd name="connsiteX3" fmla="*/ 276225 w 654901"/>
              <a:gd name="connsiteY3" fmla="*/ 1837057 h 1837057"/>
              <a:gd name="connsiteX4" fmla="*/ 0 w 654901"/>
              <a:gd name="connsiteY4" fmla="*/ 0 h 1837057"/>
              <a:gd name="connsiteX0" fmla="*/ 0 w 658076"/>
              <a:gd name="connsiteY0" fmla="*/ 0 h 1833882"/>
              <a:gd name="connsiteX1" fmla="*/ 658076 w 658076"/>
              <a:gd name="connsiteY1" fmla="*/ 0 h 1833882"/>
              <a:gd name="connsiteX2" fmla="*/ 394551 w 658076"/>
              <a:gd name="connsiteY2" fmla="*/ 1833882 h 1833882"/>
              <a:gd name="connsiteX3" fmla="*/ 279400 w 658076"/>
              <a:gd name="connsiteY3" fmla="*/ 1833882 h 1833882"/>
              <a:gd name="connsiteX4" fmla="*/ 0 w 658076"/>
              <a:gd name="connsiteY4" fmla="*/ 0 h 1833882"/>
              <a:gd name="connsiteX0" fmla="*/ 0 w 832701"/>
              <a:gd name="connsiteY0" fmla="*/ 0 h 1833882"/>
              <a:gd name="connsiteX1" fmla="*/ 658076 w 832701"/>
              <a:gd name="connsiteY1" fmla="*/ 0 h 1833882"/>
              <a:gd name="connsiteX2" fmla="*/ 832701 w 832701"/>
              <a:gd name="connsiteY2" fmla="*/ 1459232 h 1833882"/>
              <a:gd name="connsiteX3" fmla="*/ 279400 w 832701"/>
              <a:gd name="connsiteY3" fmla="*/ 1833882 h 1833882"/>
              <a:gd name="connsiteX4" fmla="*/ 0 w 832701"/>
              <a:gd name="connsiteY4" fmla="*/ 0 h 1833882"/>
              <a:gd name="connsiteX0" fmla="*/ 0 w 832701"/>
              <a:gd name="connsiteY0" fmla="*/ 0 h 1814832"/>
              <a:gd name="connsiteX1" fmla="*/ 658076 w 832701"/>
              <a:gd name="connsiteY1" fmla="*/ 0 h 1814832"/>
              <a:gd name="connsiteX2" fmla="*/ 832701 w 832701"/>
              <a:gd name="connsiteY2" fmla="*/ 1459232 h 1814832"/>
              <a:gd name="connsiteX3" fmla="*/ 317500 w 832701"/>
              <a:gd name="connsiteY3" fmla="*/ 1814832 h 1814832"/>
              <a:gd name="connsiteX4" fmla="*/ 0 w 832701"/>
              <a:gd name="connsiteY4" fmla="*/ 0 h 1814832"/>
              <a:gd name="connsiteX0" fmla="*/ 0 w 832701"/>
              <a:gd name="connsiteY0" fmla="*/ 0 h 1830707"/>
              <a:gd name="connsiteX1" fmla="*/ 658076 w 832701"/>
              <a:gd name="connsiteY1" fmla="*/ 0 h 1830707"/>
              <a:gd name="connsiteX2" fmla="*/ 832701 w 832701"/>
              <a:gd name="connsiteY2" fmla="*/ 1459232 h 1830707"/>
              <a:gd name="connsiteX3" fmla="*/ 333375 w 832701"/>
              <a:gd name="connsiteY3" fmla="*/ 1830707 h 1830707"/>
              <a:gd name="connsiteX4" fmla="*/ 0 w 832701"/>
              <a:gd name="connsiteY4" fmla="*/ 0 h 1830707"/>
              <a:gd name="connsiteX0" fmla="*/ 0 w 949383"/>
              <a:gd name="connsiteY0" fmla="*/ 0 h 1830707"/>
              <a:gd name="connsiteX1" fmla="*/ 658076 w 949383"/>
              <a:gd name="connsiteY1" fmla="*/ 0 h 1830707"/>
              <a:gd name="connsiteX2" fmla="*/ 949383 w 949383"/>
              <a:gd name="connsiteY2" fmla="*/ 1361601 h 1830707"/>
              <a:gd name="connsiteX3" fmla="*/ 333375 w 949383"/>
              <a:gd name="connsiteY3" fmla="*/ 1830707 h 1830707"/>
              <a:gd name="connsiteX4" fmla="*/ 0 w 949383"/>
              <a:gd name="connsiteY4" fmla="*/ 0 h 1830707"/>
              <a:gd name="connsiteX0" fmla="*/ 0 w 949383"/>
              <a:gd name="connsiteY0" fmla="*/ 0 h 1481457"/>
              <a:gd name="connsiteX1" fmla="*/ 658076 w 949383"/>
              <a:gd name="connsiteY1" fmla="*/ 0 h 1481457"/>
              <a:gd name="connsiteX2" fmla="*/ 949383 w 949383"/>
              <a:gd name="connsiteY2" fmla="*/ 1361601 h 1481457"/>
              <a:gd name="connsiteX3" fmla="*/ 273050 w 949383"/>
              <a:gd name="connsiteY3" fmla="*/ 1481457 h 1481457"/>
              <a:gd name="connsiteX4" fmla="*/ 0 w 949383"/>
              <a:gd name="connsiteY4" fmla="*/ 0 h 1481457"/>
              <a:gd name="connsiteX0" fmla="*/ 0 w 949383"/>
              <a:gd name="connsiteY0" fmla="*/ 0 h 1361601"/>
              <a:gd name="connsiteX1" fmla="*/ 658076 w 949383"/>
              <a:gd name="connsiteY1" fmla="*/ 0 h 1361601"/>
              <a:gd name="connsiteX2" fmla="*/ 949383 w 949383"/>
              <a:gd name="connsiteY2" fmla="*/ 1361601 h 1361601"/>
              <a:gd name="connsiteX3" fmla="*/ 231775 w 949383"/>
              <a:gd name="connsiteY3" fmla="*/ 1357632 h 1361601"/>
              <a:gd name="connsiteX4" fmla="*/ 0 w 949383"/>
              <a:gd name="connsiteY4" fmla="*/ 0 h 1361601"/>
              <a:gd name="connsiteX0" fmla="*/ 0 w 949383"/>
              <a:gd name="connsiteY0" fmla="*/ 0 h 1376682"/>
              <a:gd name="connsiteX1" fmla="*/ 658076 w 949383"/>
              <a:gd name="connsiteY1" fmla="*/ 0 h 1376682"/>
              <a:gd name="connsiteX2" fmla="*/ 949383 w 949383"/>
              <a:gd name="connsiteY2" fmla="*/ 1361601 h 1376682"/>
              <a:gd name="connsiteX3" fmla="*/ 244475 w 949383"/>
              <a:gd name="connsiteY3" fmla="*/ 1376682 h 1376682"/>
              <a:gd name="connsiteX4" fmla="*/ 0 w 949383"/>
              <a:gd name="connsiteY4" fmla="*/ 0 h 1376682"/>
              <a:gd name="connsiteX0" fmla="*/ 0 w 949383"/>
              <a:gd name="connsiteY0" fmla="*/ 0 h 1383032"/>
              <a:gd name="connsiteX1" fmla="*/ 658076 w 949383"/>
              <a:gd name="connsiteY1" fmla="*/ 0 h 1383032"/>
              <a:gd name="connsiteX2" fmla="*/ 949383 w 949383"/>
              <a:gd name="connsiteY2" fmla="*/ 1361601 h 1383032"/>
              <a:gd name="connsiteX3" fmla="*/ 180975 w 949383"/>
              <a:gd name="connsiteY3" fmla="*/ 1383032 h 1383032"/>
              <a:gd name="connsiteX4" fmla="*/ 0 w 949383"/>
              <a:gd name="connsiteY4" fmla="*/ 0 h 1383032"/>
              <a:gd name="connsiteX0" fmla="*/ 0 w 949383"/>
              <a:gd name="connsiteY0" fmla="*/ 0 h 1379857"/>
              <a:gd name="connsiteX1" fmla="*/ 658076 w 949383"/>
              <a:gd name="connsiteY1" fmla="*/ 0 h 1379857"/>
              <a:gd name="connsiteX2" fmla="*/ 949383 w 949383"/>
              <a:gd name="connsiteY2" fmla="*/ 1361601 h 1379857"/>
              <a:gd name="connsiteX3" fmla="*/ 171450 w 949383"/>
              <a:gd name="connsiteY3" fmla="*/ 1379857 h 1379857"/>
              <a:gd name="connsiteX4" fmla="*/ 0 w 949383"/>
              <a:gd name="connsiteY4" fmla="*/ 0 h 1379857"/>
              <a:gd name="connsiteX0" fmla="*/ 0 w 949383"/>
              <a:gd name="connsiteY0" fmla="*/ 0 h 1361601"/>
              <a:gd name="connsiteX1" fmla="*/ 658076 w 949383"/>
              <a:gd name="connsiteY1" fmla="*/ 0 h 1361601"/>
              <a:gd name="connsiteX2" fmla="*/ 949383 w 949383"/>
              <a:gd name="connsiteY2" fmla="*/ 1361601 h 1361601"/>
              <a:gd name="connsiteX3" fmla="*/ 168275 w 949383"/>
              <a:gd name="connsiteY3" fmla="*/ 1351282 h 1361601"/>
              <a:gd name="connsiteX4" fmla="*/ 0 w 949383"/>
              <a:gd name="connsiteY4" fmla="*/ 0 h 1361601"/>
              <a:gd name="connsiteX0" fmla="*/ 0 w 949383"/>
              <a:gd name="connsiteY0" fmla="*/ 0 h 1363982"/>
              <a:gd name="connsiteX1" fmla="*/ 658076 w 949383"/>
              <a:gd name="connsiteY1" fmla="*/ 0 h 1363982"/>
              <a:gd name="connsiteX2" fmla="*/ 949383 w 949383"/>
              <a:gd name="connsiteY2" fmla="*/ 1361601 h 1363982"/>
              <a:gd name="connsiteX3" fmla="*/ 152400 w 949383"/>
              <a:gd name="connsiteY3" fmla="*/ 1363982 h 1363982"/>
              <a:gd name="connsiteX4" fmla="*/ 0 w 949383"/>
              <a:gd name="connsiteY4" fmla="*/ 0 h 1363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9383" h="1363982">
                <a:moveTo>
                  <a:pt x="0" y="0"/>
                </a:moveTo>
                <a:lnTo>
                  <a:pt x="658076" y="0"/>
                </a:lnTo>
                <a:lnTo>
                  <a:pt x="949383" y="1361601"/>
                </a:lnTo>
                <a:lnTo>
                  <a:pt x="152400" y="1363982"/>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solidFill>
                <a:schemeClr val="bg1"/>
              </a:solidFill>
            </a:endParaRPr>
          </a:p>
        </p:txBody>
      </p:sp>
      <p:cxnSp>
        <p:nvCxnSpPr>
          <p:cNvPr id="124" name="Straight Arrow Connector 123">
            <a:extLst>
              <a:ext uri="{FF2B5EF4-FFF2-40B4-BE49-F238E27FC236}">
                <a16:creationId xmlns:a16="http://schemas.microsoft.com/office/drawing/2014/main" id="{21462356-04AF-4D7A-A146-231EED1F52AA}"/>
              </a:ext>
            </a:extLst>
          </p:cNvPr>
          <p:cNvCxnSpPr>
            <a:cxnSpLocks/>
          </p:cNvCxnSpPr>
          <p:nvPr/>
        </p:nvCxnSpPr>
        <p:spPr>
          <a:xfrm rot="4980000" flipV="1">
            <a:off x="2302065" y="1378454"/>
            <a:ext cx="4572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0" name="Oval 119">
            <a:extLst>
              <a:ext uri="{FF2B5EF4-FFF2-40B4-BE49-F238E27FC236}">
                <a16:creationId xmlns:a16="http://schemas.microsoft.com/office/drawing/2014/main" id="{24D8D6EB-429F-4F83-A03D-CB6219EAEEAF}"/>
              </a:ext>
            </a:extLst>
          </p:cNvPr>
          <p:cNvSpPr/>
          <p:nvPr/>
        </p:nvSpPr>
        <p:spPr>
          <a:xfrm>
            <a:off x="2878465" y="58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U</a:t>
            </a:r>
            <a:endParaRPr lang="en-US" dirty="0">
              <a:solidFill>
                <a:schemeClr val="accent6"/>
              </a:solidFill>
            </a:endParaRPr>
          </a:p>
        </p:txBody>
      </p:sp>
      <p:sp>
        <p:nvSpPr>
          <p:cNvPr id="308" name="Oval 307">
            <a:extLst>
              <a:ext uri="{FF2B5EF4-FFF2-40B4-BE49-F238E27FC236}">
                <a16:creationId xmlns:a16="http://schemas.microsoft.com/office/drawing/2014/main" id="{8F2DCE16-B03E-4878-9628-6458FA06E654}"/>
              </a:ext>
            </a:extLst>
          </p:cNvPr>
          <p:cNvSpPr/>
          <p:nvPr/>
        </p:nvSpPr>
        <p:spPr>
          <a:xfrm>
            <a:off x="2226010" y="58755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Q</a:t>
            </a:r>
            <a:endParaRPr lang="en-US" dirty="0">
              <a:solidFill>
                <a:schemeClr val="accent6"/>
              </a:solidFill>
            </a:endParaRPr>
          </a:p>
        </p:txBody>
      </p:sp>
      <p:cxnSp>
        <p:nvCxnSpPr>
          <p:cNvPr id="125" name="Straight Arrow Connector 124">
            <a:extLst>
              <a:ext uri="{FF2B5EF4-FFF2-40B4-BE49-F238E27FC236}">
                <a16:creationId xmlns:a16="http://schemas.microsoft.com/office/drawing/2014/main" id="{7D53D871-5EE3-4AAA-A583-1CBA76CD1AC1}"/>
              </a:ext>
            </a:extLst>
          </p:cNvPr>
          <p:cNvCxnSpPr>
            <a:cxnSpLocks/>
          </p:cNvCxnSpPr>
          <p:nvPr/>
        </p:nvCxnSpPr>
        <p:spPr>
          <a:xfrm rot="15480000" flipV="1">
            <a:off x="2861238" y="142988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6" name="Straight Arrow Connector 125">
            <a:extLst>
              <a:ext uri="{FF2B5EF4-FFF2-40B4-BE49-F238E27FC236}">
                <a16:creationId xmlns:a16="http://schemas.microsoft.com/office/drawing/2014/main" id="{0645B774-23D8-4005-A05B-FD1044FEE987}"/>
              </a:ext>
            </a:extLst>
          </p:cNvPr>
          <p:cNvCxnSpPr>
            <a:cxnSpLocks/>
          </p:cNvCxnSpPr>
          <p:nvPr/>
        </p:nvCxnSpPr>
        <p:spPr>
          <a:xfrm flipH="1">
            <a:off x="2634185" y="820689"/>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128" name="Group 127">
            <a:extLst>
              <a:ext uri="{FF2B5EF4-FFF2-40B4-BE49-F238E27FC236}">
                <a16:creationId xmlns:a16="http://schemas.microsoft.com/office/drawing/2014/main" id="{0F3EF7AA-6FDB-4389-B4A7-1B092F6C7C3F}"/>
              </a:ext>
            </a:extLst>
          </p:cNvPr>
          <p:cNvGrpSpPr/>
          <p:nvPr/>
        </p:nvGrpSpPr>
        <p:grpSpPr>
          <a:xfrm>
            <a:off x="7517721" y="4695252"/>
            <a:ext cx="2977526" cy="1342058"/>
            <a:chOff x="9063622" y="4495872"/>
            <a:chExt cx="2977526" cy="1342058"/>
          </a:xfrm>
        </p:grpSpPr>
        <p:grpSp>
          <p:nvGrpSpPr>
            <p:cNvPr id="129" name="Group 128">
              <a:extLst>
                <a:ext uri="{FF2B5EF4-FFF2-40B4-BE49-F238E27FC236}">
                  <a16:creationId xmlns:a16="http://schemas.microsoft.com/office/drawing/2014/main" id="{6271B160-5500-4EDF-B13E-7BE98E38B950}"/>
                </a:ext>
              </a:extLst>
            </p:cNvPr>
            <p:cNvGrpSpPr/>
            <p:nvPr/>
          </p:nvGrpSpPr>
          <p:grpSpPr>
            <a:xfrm>
              <a:off x="9063622" y="4495872"/>
              <a:ext cx="1951540" cy="369332"/>
              <a:chOff x="5793989" y="4428721"/>
              <a:chExt cx="1951540" cy="369332"/>
            </a:xfrm>
          </p:grpSpPr>
          <p:sp>
            <p:nvSpPr>
              <p:cNvPr id="136" name="Oval 135">
                <a:extLst>
                  <a:ext uri="{FF2B5EF4-FFF2-40B4-BE49-F238E27FC236}">
                    <a16:creationId xmlns:a16="http://schemas.microsoft.com/office/drawing/2014/main" id="{96D570CB-9AD5-46E7-A1D8-FF90ED354312}"/>
                  </a:ext>
                </a:extLst>
              </p:cNvPr>
              <p:cNvSpPr/>
              <p:nvPr/>
            </p:nvSpPr>
            <p:spPr>
              <a:xfrm>
                <a:off x="5793989" y="447891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X</a:t>
                </a:r>
                <a:endParaRPr lang="en-US" dirty="0"/>
              </a:p>
            </p:txBody>
          </p:sp>
          <p:sp>
            <p:nvSpPr>
              <p:cNvPr id="137" name="TextBox 136">
                <a:extLst>
                  <a:ext uri="{FF2B5EF4-FFF2-40B4-BE49-F238E27FC236}">
                    <a16:creationId xmlns:a16="http://schemas.microsoft.com/office/drawing/2014/main" id="{6884A116-07A5-4487-B11C-D503B3CD996B}"/>
                  </a:ext>
                </a:extLst>
              </p:cNvPr>
              <p:cNvSpPr txBox="1"/>
              <p:nvPr/>
            </p:nvSpPr>
            <p:spPr>
              <a:xfrm>
                <a:off x="6060452" y="4428721"/>
                <a:ext cx="1685077" cy="369332"/>
              </a:xfrm>
              <a:prstGeom prst="rect">
                <a:avLst/>
              </a:prstGeom>
              <a:noFill/>
            </p:spPr>
            <p:txBody>
              <a:bodyPr wrap="none" rtlCol="0">
                <a:spAutoFit/>
              </a:bodyPr>
              <a:lstStyle/>
              <a:p>
                <a:r>
                  <a:rPr lang="en-US" dirty="0"/>
                  <a:t>Regular vertex</a:t>
                </a:r>
              </a:p>
            </p:txBody>
          </p:sp>
        </p:grpSp>
        <p:grpSp>
          <p:nvGrpSpPr>
            <p:cNvPr id="130" name="Group 129">
              <a:extLst>
                <a:ext uri="{FF2B5EF4-FFF2-40B4-BE49-F238E27FC236}">
                  <a16:creationId xmlns:a16="http://schemas.microsoft.com/office/drawing/2014/main" id="{22BD9A63-4B0E-42AA-8911-64A002869876}"/>
                </a:ext>
              </a:extLst>
            </p:cNvPr>
            <p:cNvGrpSpPr/>
            <p:nvPr/>
          </p:nvGrpSpPr>
          <p:grpSpPr>
            <a:xfrm>
              <a:off x="9063622" y="4959034"/>
              <a:ext cx="2977526" cy="369332"/>
              <a:chOff x="5793989" y="4891883"/>
              <a:chExt cx="2977526" cy="369332"/>
            </a:xfrm>
          </p:grpSpPr>
          <p:sp>
            <p:nvSpPr>
              <p:cNvPr id="134" name="Oval 133">
                <a:extLst>
                  <a:ext uri="{FF2B5EF4-FFF2-40B4-BE49-F238E27FC236}">
                    <a16:creationId xmlns:a16="http://schemas.microsoft.com/office/drawing/2014/main" id="{817B9C89-5ECC-4077-AD52-216CBA748887}"/>
                  </a:ext>
                </a:extLst>
              </p:cNvPr>
              <p:cNvSpPr/>
              <p:nvPr/>
            </p:nvSpPr>
            <p:spPr>
              <a:xfrm>
                <a:off x="5793989" y="4942079"/>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sp>
            <p:nvSpPr>
              <p:cNvPr id="135" name="TextBox 134">
                <a:extLst>
                  <a:ext uri="{FF2B5EF4-FFF2-40B4-BE49-F238E27FC236}">
                    <a16:creationId xmlns:a16="http://schemas.microsoft.com/office/drawing/2014/main" id="{C4B5BD52-DD86-4E0D-8EF2-B7F3212A5D63}"/>
                  </a:ext>
                </a:extLst>
              </p:cNvPr>
              <p:cNvSpPr txBox="1"/>
              <p:nvPr/>
            </p:nvSpPr>
            <p:spPr>
              <a:xfrm>
                <a:off x="6060452" y="4891883"/>
                <a:ext cx="2711063" cy="369332"/>
              </a:xfrm>
              <a:prstGeom prst="rect">
                <a:avLst/>
              </a:prstGeom>
              <a:noFill/>
            </p:spPr>
            <p:txBody>
              <a:bodyPr wrap="none" rtlCol="0">
                <a:spAutoFit/>
              </a:bodyPr>
              <a:lstStyle/>
              <a:p>
                <a:r>
                  <a:rPr lang="en-US" dirty="0"/>
                  <a:t>Interface Element Vertex</a:t>
                </a:r>
              </a:p>
            </p:txBody>
          </p:sp>
        </p:grpSp>
        <p:grpSp>
          <p:nvGrpSpPr>
            <p:cNvPr id="131" name="Group 130">
              <a:extLst>
                <a:ext uri="{FF2B5EF4-FFF2-40B4-BE49-F238E27FC236}">
                  <a16:creationId xmlns:a16="http://schemas.microsoft.com/office/drawing/2014/main" id="{45F7203A-AB4C-46B0-B45A-7F8290805208}"/>
                </a:ext>
              </a:extLst>
            </p:cNvPr>
            <p:cNvGrpSpPr/>
            <p:nvPr/>
          </p:nvGrpSpPr>
          <p:grpSpPr>
            <a:xfrm>
              <a:off x="9063622" y="5468598"/>
              <a:ext cx="1951540" cy="369332"/>
              <a:chOff x="5793989" y="5411274"/>
              <a:chExt cx="1951540" cy="369332"/>
            </a:xfrm>
          </p:grpSpPr>
          <p:sp>
            <p:nvSpPr>
              <p:cNvPr id="132" name="Oval 131">
                <a:extLst>
                  <a:ext uri="{FF2B5EF4-FFF2-40B4-BE49-F238E27FC236}">
                    <a16:creationId xmlns:a16="http://schemas.microsoft.com/office/drawing/2014/main" id="{317466B4-104B-4EDB-BFB1-7CA5FC26121E}"/>
                  </a:ext>
                </a:extLst>
              </p:cNvPr>
              <p:cNvSpPr/>
              <p:nvPr/>
            </p:nvSpPr>
            <p:spPr>
              <a:xfrm>
                <a:off x="5793989" y="5461470"/>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sp>
            <p:nvSpPr>
              <p:cNvPr id="133" name="TextBox 132">
                <a:extLst>
                  <a:ext uri="{FF2B5EF4-FFF2-40B4-BE49-F238E27FC236}">
                    <a16:creationId xmlns:a16="http://schemas.microsoft.com/office/drawing/2014/main" id="{F193CB36-8669-495E-9824-7C013274B110}"/>
                  </a:ext>
                </a:extLst>
              </p:cNvPr>
              <p:cNvSpPr txBox="1"/>
              <p:nvPr/>
            </p:nvSpPr>
            <p:spPr>
              <a:xfrm>
                <a:off x="6060452" y="5411274"/>
                <a:ext cx="1685077" cy="369332"/>
              </a:xfrm>
              <a:prstGeom prst="rect">
                <a:avLst/>
              </a:prstGeom>
              <a:noFill/>
            </p:spPr>
            <p:txBody>
              <a:bodyPr wrap="none" rtlCol="0">
                <a:spAutoFit/>
              </a:bodyPr>
              <a:lstStyle/>
              <a:p>
                <a:r>
                  <a:rPr lang="en-US" dirty="0"/>
                  <a:t>Collapse Edge</a:t>
                </a:r>
              </a:p>
            </p:txBody>
          </p:sp>
        </p:grpSp>
      </p:grpSp>
      <p:sp>
        <p:nvSpPr>
          <p:cNvPr id="3" name="Freeform: Shape 2">
            <a:extLst>
              <a:ext uri="{FF2B5EF4-FFF2-40B4-BE49-F238E27FC236}">
                <a16:creationId xmlns:a16="http://schemas.microsoft.com/office/drawing/2014/main" id="{F0CF0035-77BE-41F8-96B9-F0A019030BC3}"/>
              </a:ext>
            </a:extLst>
          </p:cNvPr>
          <p:cNvSpPr/>
          <p:nvPr/>
        </p:nvSpPr>
        <p:spPr>
          <a:xfrm>
            <a:off x="3335337" y="2108200"/>
            <a:ext cx="1727201" cy="715167"/>
          </a:xfrm>
          <a:custGeom>
            <a:avLst/>
            <a:gdLst>
              <a:gd name="connsiteX0" fmla="*/ 501650 w 2317750"/>
              <a:gd name="connsiteY0" fmla="*/ 0 h 368300"/>
              <a:gd name="connsiteX1" fmla="*/ 2317750 w 2317750"/>
              <a:gd name="connsiteY1" fmla="*/ 365125 h 368300"/>
              <a:gd name="connsiteX2" fmla="*/ 0 w 2317750"/>
              <a:gd name="connsiteY2" fmla="*/ 368300 h 368300"/>
              <a:gd name="connsiteX3" fmla="*/ 501650 w 2317750"/>
              <a:gd name="connsiteY3" fmla="*/ 0 h 368300"/>
              <a:gd name="connsiteX0" fmla="*/ 501650 w 2317750"/>
              <a:gd name="connsiteY0" fmla="*/ 0 h 368300"/>
              <a:gd name="connsiteX1" fmla="*/ 2317750 w 2317750"/>
              <a:gd name="connsiteY1" fmla="*/ 365125 h 368300"/>
              <a:gd name="connsiteX2" fmla="*/ 0 w 2317750"/>
              <a:gd name="connsiteY2" fmla="*/ 368300 h 368300"/>
              <a:gd name="connsiteX3" fmla="*/ 501650 w 2317750"/>
              <a:gd name="connsiteY3" fmla="*/ 0 h 368300"/>
              <a:gd name="connsiteX0" fmla="*/ 501650 w 2317750"/>
              <a:gd name="connsiteY0" fmla="*/ 0 h 375444"/>
              <a:gd name="connsiteX1" fmla="*/ 2317750 w 2317750"/>
              <a:gd name="connsiteY1" fmla="*/ 365125 h 375444"/>
              <a:gd name="connsiteX2" fmla="*/ 0 w 2317750"/>
              <a:gd name="connsiteY2" fmla="*/ 375444 h 375444"/>
              <a:gd name="connsiteX3" fmla="*/ 501650 w 2317750"/>
              <a:gd name="connsiteY3" fmla="*/ 0 h 375444"/>
              <a:gd name="connsiteX0" fmla="*/ 501650 w 2332038"/>
              <a:gd name="connsiteY0" fmla="*/ 0 h 375444"/>
              <a:gd name="connsiteX1" fmla="*/ 2332038 w 2332038"/>
              <a:gd name="connsiteY1" fmla="*/ 374650 h 375444"/>
              <a:gd name="connsiteX2" fmla="*/ 0 w 2332038"/>
              <a:gd name="connsiteY2" fmla="*/ 375444 h 375444"/>
              <a:gd name="connsiteX3" fmla="*/ 501650 w 2332038"/>
              <a:gd name="connsiteY3" fmla="*/ 0 h 375444"/>
              <a:gd name="connsiteX0" fmla="*/ 623094 w 2332038"/>
              <a:gd name="connsiteY0" fmla="*/ 0 h 470694"/>
              <a:gd name="connsiteX1" fmla="*/ 2332038 w 2332038"/>
              <a:gd name="connsiteY1" fmla="*/ 469900 h 470694"/>
              <a:gd name="connsiteX2" fmla="*/ 0 w 2332038"/>
              <a:gd name="connsiteY2" fmla="*/ 470694 h 470694"/>
              <a:gd name="connsiteX3" fmla="*/ 623094 w 2332038"/>
              <a:gd name="connsiteY3" fmla="*/ 0 h 470694"/>
              <a:gd name="connsiteX0" fmla="*/ 623094 w 2322513"/>
              <a:gd name="connsiteY0" fmla="*/ 0 h 703262"/>
              <a:gd name="connsiteX1" fmla="*/ 2322513 w 2322513"/>
              <a:gd name="connsiteY1" fmla="*/ 703262 h 703262"/>
              <a:gd name="connsiteX2" fmla="*/ 0 w 2322513"/>
              <a:gd name="connsiteY2" fmla="*/ 470694 h 703262"/>
              <a:gd name="connsiteX3" fmla="*/ 623094 w 2322513"/>
              <a:gd name="connsiteY3" fmla="*/ 0 h 703262"/>
              <a:gd name="connsiteX0" fmla="*/ 623094 w 2322513"/>
              <a:gd name="connsiteY0" fmla="*/ 0 h 691355"/>
              <a:gd name="connsiteX1" fmla="*/ 2322513 w 2322513"/>
              <a:gd name="connsiteY1" fmla="*/ 691355 h 691355"/>
              <a:gd name="connsiteX2" fmla="*/ 0 w 2322513"/>
              <a:gd name="connsiteY2" fmla="*/ 470694 h 691355"/>
              <a:gd name="connsiteX3" fmla="*/ 623094 w 2322513"/>
              <a:gd name="connsiteY3" fmla="*/ 0 h 691355"/>
              <a:gd name="connsiteX0" fmla="*/ 623094 w 2324894"/>
              <a:gd name="connsiteY0" fmla="*/ 0 h 693736"/>
              <a:gd name="connsiteX1" fmla="*/ 2324894 w 2324894"/>
              <a:gd name="connsiteY1" fmla="*/ 693736 h 693736"/>
              <a:gd name="connsiteX2" fmla="*/ 0 w 2324894"/>
              <a:gd name="connsiteY2" fmla="*/ 470694 h 693736"/>
              <a:gd name="connsiteX3" fmla="*/ 623094 w 2324894"/>
              <a:gd name="connsiteY3" fmla="*/ 0 h 693736"/>
              <a:gd name="connsiteX0" fmla="*/ 623094 w 2332038"/>
              <a:gd name="connsiteY0" fmla="*/ 0 h 693736"/>
              <a:gd name="connsiteX1" fmla="*/ 2332038 w 2332038"/>
              <a:gd name="connsiteY1" fmla="*/ 206375 h 693736"/>
              <a:gd name="connsiteX2" fmla="*/ 2324894 w 2332038"/>
              <a:gd name="connsiteY2" fmla="*/ 693736 h 693736"/>
              <a:gd name="connsiteX3" fmla="*/ 0 w 2332038"/>
              <a:gd name="connsiteY3" fmla="*/ 470694 h 693736"/>
              <a:gd name="connsiteX4" fmla="*/ 623094 w 2332038"/>
              <a:gd name="connsiteY4" fmla="*/ 0 h 693736"/>
              <a:gd name="connsiteX0" fmla="*/ 623094 w 2332038"/>
              <a:gd name="connsiteY0" fmla="*/ 0 h 693736"/>
              <a:gd name="connsiteX1" fmla="*/ 2332038 w 2332038"/>
              <a:gd name="connsiteY1" fmla="*/ 206375 h 693736"/>
              <a:gd name="connsiteX2" fmla="*/ 2324894 w 2332038"/>
              <a:gd name="connsiteY2" fmla="*/ 693736 h 693736"/>
              <a:gd name="connsiteX3" fmla="*/ 0 w 2332038"/>
              <a:gd name="connsiteY3" fmla="*/ 470694 h 693736"/>
              <a:gd name="connsiteX4" fmla="*/ 623094 w 2332038"/>
              <a:gd name="connsiteY4" fmla="*/ 0 h 693736"/>
              <a:gd name="connsiteX0" fmla="*/ 623094 w 2332038"/>
              <a:gd name="connsiteY0" fmla="*/ 0 h 693736"/>
              <a:gd name="connsiteX1" fmla="*/ 2332038 w 2332038"/>
              <a:gd name="connsiteY1" fmla="*/ 206375 h 693736"/>
              <a:gd name="connsiteX2" fmla="*/ 2324894 w 2332038"/>
              <a:gd name="connsiteY2" fmla="*/ 693736 h 693736"/>
              <a:gd name="connsiteX3" fmla="*/ 0 w 2332038"/>
              <a:gd name="connsiteY3" fmla="*/ 470694 h 693736"/>
              <a:gd name="connsiteX4" fmla="*/ 623094 w 2332038"/>
              <a:gd name="connsiteY4" fmla="*/ 0 h 693736"/>
              <a:gd name="connsiteX0" fmla="*/ 623094 w 2332038"/>
              <a:gd name="connsiteY0" fmla="*/ 0 h 693736"/>
              <a:gd name="connsiteX1" fmla="*/ 2332038 w 2332038"/>
              <a:gd name="connsiteY1" fmla="*/ 206375 h 693736"/>
              <a:gd name="connsiteX2" fmla="*/ 2324894 w 2332038"/>
              <a:gd name="connsiteY2" fmla="*/ 693736 h 693736"/>
              <a:gd name="connsiteX3" fmla="*/ 0 w 2332038"/>
              <a:gd name="connsiteY3" fmla="*/ 470694 h 693736"/>
              <a:gd name="connsiteX4" fmla="*/ 623094 w 2332038"/>
              <a:gd name="connsiteY4" fmla="*/ 0 h 693736"/>
              <a:gd name="connsiteX0" fmla="*/ 623094 w 2332038"/>
              <a:gd name="connsiteY0" fmla="*/ 0 h 693736"/>
              <a:gd name="connsiteX1" fmla="*/ 2332038 w 2332038"/>
              <a:gd name="connsiteY1" fmla="*/ 206375 h 693736"/>
              <a:gd name="connsiteX2" fmla="*/ 2324894 w 2332038"/>
              <a:gd name="connsiteY2" fmla="*/ 693736 h 693736"/>
              <a:gd name="connsiteX3" fmla="*/ 0 w 2332038"/>
              <a:gd name="connsiteY3" fmla="*/ 470694 h 693736"/>
              <a:gd name="connsiteX4" fmla="*/ 623094 w 2332038"/>
              <a:gd name="connsiteY4" fmla="*/ 0 h 693736"/>
              <a:gd name="connsiteX0" fmla="*/ 623094 w 2332038"/>
              <a:gd name="connsiteY0" fmla="*/ 0 h 715167"/>
              <a:gd name="connsiteX1" fmla="*/ 2332038 w 2332038"/>
              <a:gd name="connsiteY1" fmla="*/ 206375 h 715167"/>
              <a:gd name="connsiteX2" fmla="*/ 2091531 w 2332038"/>
              <a:gd name="connsiteY2" fmla="*/ 715167 h 715167"/>
              <a:gd name="connsiteX3" fmla="*/ 0 w 2332038"/>
              <a:gd name="connsiteY3" fmla="*/ 470694 h 715167"/>
              <a:gd name="connsiteX4" fmla="*/ 623094 w 2332038"/>
              <a:gd name="connsiteY4" fmla="*/ 0 h 715167"/>
              <a:gd name="connsiteX0" fmla="*/ 163513 w 1872457"/>
              <a:gd name="connsiteY0" fmla="*/ 0 h 715167"/>
              <a:gd name="connsiteX1" fmla="*/ 1872457 w 1872457"/>
              <a:gd name="connsiteY1" fmla="*/ 206375 h 715167"/>
              <a:gd name="connsiteX2" fmla="*/ 1631950 w 1872457"/>
              <a:gd name="connsiteY2" fmla="*/ 715167 h 715167"/>
              <a:gd name="connsiteX3" fmla="*/ 0 w 1872457"/>
              <a:gd name="connsiteY3" fmla="*/ 520700 h 715167"/>
              <a:gd name="connsiteX4" fmla="*/ 163513 w 1872457"/>
              <a:gd name="connsiteY4" fmla="*/ 0 h 715167"/>
              <a:gd name="connsiteX0" fmla="*/ 30163 w 1739107"/>
              <a:gd name="connsiteY0" fmla="*/ 0 h 715167"/>
              <a:gd name="connsiteX1" fmla="*/ 1739107 w 1739107"/>
              <a:gd name="connsiteY1" fmla="*/ 206375 h 715167"/>
              <a:gd name="connsiteX2" fmla="*/ 1498600 w 1739107"/>
              <a:gd name="connsiteY2" fmla="*/ 715167 h 715167"/>
              <a:gd name="connsiteX3" fmla="*/ 0 w 1739107"/>
              <a:gd name="connsiteY3" fmla="*/ 530225 h 715167"/>
              <a:gd name="connsiteX4" fmla="*/ 30163 w 1739107"/>
              <a:gd name="connsiteY4" fmla="*/ 0 h 715167"/>
              <a:gd name="connsiteX0" fmla="*/ 18257 w 1727201"/>
              <a:gd name="connsiteY0" fmla="*/ 0 h 715167"/>
              <a:gd name="connsiteX1" fmla="*/ 1727201 w 1727201"/>
              <a:gd name="connsiteY1" fmla="*/ 206375 h 715167"/>
              <a:gd name="connsiteX2" fmla="*/ 1486694 w 1727201"/>
              <a:gd name="connsiteY2" fmla="*/ 715167 h 715167"/>
              <a:gd name="connsiteX3" fmla="*/ 0 w 1727201"/>
              <a:gd name="connsiteY3" fmla="*/ 537369 h 715167"/>
              <a:gd name="connsiteX4" fmla="*/ 18257 w 1727201"/>
              <a:gd name="connsiteY4" fmla="*/ 0 h 7151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201" h="715167">
                <a:moveTo>
                  <a:pt x="18257" y="0"/>
                </a:moveTo>
                <a:lnTo>
                  <a:pt x="1727201" y="206375"/>
                </a:lnTo>
                <a:lnTo>
                  <a:pt x="1486694" y="715167"/>
                </a:lnTo>
                <a:lnTo>
                  <a:pt x="0" y="537369"/>
                </a:lnTo>
                <a:lnTo>
                  <a:pt x="18257"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cxnSp>
        <p:nvCxnSpPr>
          <p:cNvPr id="138" name="Straight Arrow Connector 137">
            <a:extLst>
              <a:ext uri="{FF2B5EF4-FFF2-40B4-BE49-F238E27FC236}">
                <a16:creationId xmlns:a16="http://schemas.microsoft.com/office/drawing/2014/main" id="{B0769048-E83B-42C0-A540-3F580847A228}"/>
              </a:ext>
            </a:extLst>
          </p:cNvPr>
          <p:cNvCxnSpPr>
            <a:cxnSpLocks/>
          </p:cNvCxnSpPr>
          <p:nvPr/>
        </p:nvCxnSpPr>
        <p:spPr>
          <a:xfrm rot="8760000" flipH="1">
            <a:off x="2930220" y="2278845"/>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9" name="Straight Arrow Connector 138">
            <a:extLst>
              <a:ext uri="{FF2B5EF4-FFF2-40B4-BE49-F238E27FC236}">
                <a16:creationId xmlns:a16="http://schemas.microsoft.com/office/drawing/2014/main" id="{BE00E4BA-EB50-438A-98F1-02A743DF3D3A}"/>
              </a:ext>
            </a:extLst>
          </p:cNvPr>
          <p:cNvCxnSpPr>
            <a:cxnSpLocks/>
          </p:cNvCxnSpPr>
          <p:nvPr/>
        </p:nvCxnSpPr>
        <p:spPr>
          <a:xfrm rot="4680000" flipV="1">
            <a:off x="2977066" y="1418390"/>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0" name="Straight Arrow Connector 139">
            <a:extLst>
              <a:ext uri="{FF2B5EF4-FFF2-40B4-BE49-F238E27FC236}">
                <a16:creationId xmlns:a16="http://schemas.microsoft.com/office/drawing/2014/main" id="{161CE13B-8C2B-41ED-8D35-D7E01DC65B2D}"/>
              </a:ext>
            </a:extLst>
          </p:cNvPr>
          <p:cNvCxnSpPr>
            <a:cxnSpLocks/>
          </p:cNvCxnSpPr>
          <p:nvPr/>
        </p:nvCxnSpPr>
        <p:spPr>
          <a:xfrm rot="19560000" flipH="1">
            <a:off x="2983900" y="2392292"/>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1" name="Straight Arrow Connector 140">
            <a:extLst>
              <a:ext uri="{FF2B5EF4-FFF2-40B4-BE49-F238E27FC236}">
                <a16:creationId xmlns:a16="http://schemas.microsoft.com/office/drawing/2014/main" id="{EF6769F9-44E9-4FB3-9F44-FA166E264CD9}"/>
              </a:ext>
            </a:extLst>
          </p:cNvPr>
          <p:cNvCxnSpPr>
            <a:cxnSpLocks/>
          </p:cNvCxnSpPr>
          <p:nvPr/>
        </p:nvCxnSpPr>
        <p:spPr>
          <a:xfrm rot="420000" flipV="1">
            <a:off x="3850854" y="2672764"/>
            <a:ext cx="37490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2" name="Straight Arrow Connector 141">
            <a:extLst>
              <a:ext uri="{FF2B5EF4-FFF2-40B4-BE49-F238E27FC236}">
                <a16:creationId xmlns:a16="http://schemas.microsoft.com/office/drawing/2014/main" id="{14DF4CC4-22E4-4D7C-96E1-2A073067C3D3}"/>
              </a:ext>
            </a:extLst>
          </p:cNvPr>
          <p:cNvCxnSpPr>
            <a:cxnSpLocks noChangeAspect="1"/>
          </p:cNvCxnSpPr>
          <p:nvPr/>
        </p:nvCxnSpPr>
        <p:spPr>
          <a:xfrm rot="-240000" flipH="1" flipV="1">
            <a:off x="3929083" y="2236191"/>
            <a:ext cx="377822" cy="731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3" name="Straight Arrow Connector 142">
            <a:extLst>
              <a:ext uri="{FF2B5EF4-FFF2-40B4-BE49-F238E27FC236}">
                <a16:creationId xmlns:a16="http://schemas.microsoft.com/office/drawing/2014/main" id="{7250F51B-E421-441D-B373-EC408E4513EB}"/>
              </a:ext>
            </a:extLst>
          </p:cNvPr>
          <p:cNvCxnSpPr>
            <a:cxnSpLocks noChangeAspect="1"/>
          </p:cNvCxnSpPr>
          <p:nvPr/>
        </p:nvCxnSpPr>
        <p:spPr>
          <a:xfrm rot="10620000" flipH="1" flipV="1">
            <a:off x="3978920" y="2109291"/>
            <a:ext cx="377822" cy="731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1" name="Straight Arrow Connector 150">
            <a:extLst>
              <a:ext uri="{FF2B5EF4-FFF2-40B4-BE49-F238E27FC236}">
                <a16:creationId xmlns:a16="http://schemas.microsoft.com/office/drawing/2014/main" id="{79E8AE7E-35A0-4DFE-9404-3AB15284ACD9}"/>
              </a:ext>
            </a:extLst>
          </p:cNvPr>
          <p:cNvCxnSpPr>
            <a:cxnSpLocks/>
          </p:cNvCxnSpPr>
          <p:nvPr/>
        </p:nvCxnSpPr>
        <p:spPr>
          <a:xfrm rot="5400000" flipV="1">
            <a:off x="7253802" y="3612041"/>
            <a:ext cx="3657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2" name="Straight Arrow Connector 151">
            <a:extLst>
              <a:ext uri="{FF2B5EF4-FFF2-40B4-BE49-F238E27FC236}">
                <a16:creationId xmlns:a16="http://schemas.microsoft.com/office/drawing/2014/main" id="{5E68CBEB-1C24-4919-B012-A4F7D5A32FCF}"/>
              </a:ext>
            </a:extLst>
          </p:cNvPr>
          <p:cNvCxnSpPr>
            <a:cxnSpLocks/>
          </p:cNvCxnSpPr>
          <p:nvPr/>
        </p:nvCxnSpPr>
        <p:spPr>
          <a:xfrm rot="10800000" flipH="1">
            <a:off x="7545184" y="4315205"/>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3" name="Rectangle 152">
            <a:extLst>
              <a:ext uri="{FF2B5EF4-FFF2-40B4-BE49-F238E27FC236}">
                <a16:creationId xmlns:a16="http://schemas.microsoft.com/office/drawing/2014/main" id="{1B78A846-ABD4-4D74-88BA-2B27948217DA}"/>
              </a:ext>
            </a:extLst>
          </p:cNvPr>
          <p:cNvSpPr/>
          <p:nvPr/>
        </p:nvSpPr>
        <p:spPr>
          <a:xfrm>
            <a:off x="7380780" y="2581397"/>
            <a:ext cx="490198" cy="1828412"/>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69" name="Rectangle 168">
            <a:extLst>
              <a:ext uri="{FF2B5EF4-FFF2-40B4-BE49-F238E27FC236}">
                <a16:creationId xmlns:a16="http://schemas.microsoft.com/office/drawing/2014/main" id="{93F820B5-4DE1-4CBB-8378-FD472BC84F30}"/>
              </a:ext>
            </a:extLst>
          </p:cNvPr>
          <p:cNvSpPr/>
          <p:nvPr/>
        </p:nvSpPr>
        <p:spPr>
          <a:xfrm>
            <a:off x="7384176" y="746473"/>
            <a:ext cx="490198" cy="1828412"/>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00" name="Oval 299">
            <a:extLst>
              <a:ext uri="{FF2B5EF4-FFF2-40B4-BE49-F238E27FC236}">
                <a16:creationId xmlns:a16="http://schemas.microsoft.com/office/drawing/2014/main" id="{F1D59075-0218-4F2D-8875-3BBF8730CCB5}"/>
              </a:ext>
            </a:extLst>
          </p:cNvPr>
          <p:cNvSpPr/>
          <p:nvPr/>
        </p:nvSpPr>
        <p:spPr>
          <a:xfrm>
            <a:off x="7212108" y="4229006"/>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H</a:t>
            </a:r>
            <a:endParaRPr lang="en-US" dirty="0">
              <a:solidFill>
                <a:schemeClr val="accent6"/>
              </a:solidFill>
            </a:endParaRPr>
          </a:p>
        </p:txBody>
      </p:sp>
      <p:sp>
        <p:nvSpPr>
          <p:cNvPr id="150" name="Oval 149">
            <a:extLst>
              <a:ext uri="{FF2B5EF4-FFF2-40B4-BE49-F238E27FC236}">
                <a16:creationId xmlns:a16="http://schemas.microsoft.com/office/drawing/2014/main" id="{06764432-83D0-4EB5-83B6-52D8364AAAA7}"/>
              </a:ext>
            </a:extLst>
          </p:cNvPr>
          <p:cNvSpPr/>
          <p:nvPr/>
        </p:nvSpPr>
        <p:spPr>
          <a:xfrm>
            <a:off x="7697946" y="423583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W</a:t>
            </a:r>
            <a:endParaRPr lang="en-US" dirty="0">
              <a:solidFill>
                <a:schemeClr val="accent6"/>
              </a:solidFill>
            </a:endParaRPr>
          </a:p>
        </p:txBody>
      </p:sp>
      <p:sp>
        <p:nvSpPr>
          <p:cNvPr id="310" name="Oval 309">
            <a:extLst>
              <a:ext uri="{FF2B5EF4-FFF2-40B4-BE49-F238E27FC236}">
                <a16:creationId xmlns:a16="http://schemas.microsoft.com/office/drawing/2014/main" id="{C3D66646-F891-415E-9B93-C259E4A46E28}"/>
              </a:ext>
            </a:extLst>
          </p:cNvPr>
          <p:cNvSpPr/>
          <p:nvPr/>
        </p:nvSpPr>
        <p:spPr>
          <a:xfrm>
            <a:off x="7211823" y="5759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S</a:t>
            </a:r>
            <a:endParaRPr lang="en-US" dirty="0">
              <a:solidFill>
                <a:schemeClr val="accent6"/>
              </a:solidFill>
            </a:endParaRPr>
          </a:p>
        </p:txBody>
      </p:sp>
      <p:sp>
        <p:nvSpPr>
          <p:cNvPr id="171" name="Oval 170">
            <a:extLst>
              <a:ext uri="{FF2B5EF4-FFF2-40B4-BE49-F238E27FC236}">
                <a16:creationId xmlns:a16="http://schemas.microsoft.com/office/drawing/2014/main" id="{29D7F294-9E84-483C-BE9D-AED562153462}"/>
              </a:ext>
            </a:extLst>
          </p:cNvPr>
          <p:cNvSpPr/>
          <p:nvPr/>
        </p:nvSpPr>
        <p:spPr>
          <a:xfrm>
            <a:off x="7697858" y="569575"/>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Z</a:t>
            </a:r>
            <a:endParaRPr lang="en-US" dirty="0">
              <a:solidFill>
                <a:schemeClr val="accent6"/>
              </a:solidFill>
            </a:endParaRPr>
          </a:p>
        </p:txBody>
      </p:sp>
      <p:cxnSp>
        <p:nvCxnSpPr>
          <p:cNvPr id="172" name="Straight Arrow Connector 171">
            <a:extLst>
              <a:ext uri="{FF2B5EF4-FFF2-40B4-BE49-F238E27FC236}">
                <a16:creationId xmlns:a16="http://schemas.microsoft.com/office/drawing/2014/main" id="{0B0F1EA2-BED1-42E9-9C51-6D2934CE2589}"/>
              </a:ext>
            </a:extLst>
          </p:cNvPr>
          <p:cNvCxnSpPr>
            <a:cxnSpLocks/>
          </p:cNvCxnSpPr>
          <p:nvPr/>
        </p:nvCxnSpPr>
        <p:spPr>
          <a:xfrm rot="16200000" flipV="1">
            <a:off x="7527739" y="347873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3" name="Straight Arrow Connector 172">
            <a:extLst>
              <a:ext uri="{FF2B5EF4-FFF2-40B4-BE49-F238E27FC236}">
                <a16:creationId xmlns:a16="http://schemas.microsoft.com/office/drawing/2014/main" id="{E1C3EE26-505E-41A7-8B8F-C806FC94E906}"/>
              </a:ext>
            </a:extLst>
          </p:cNvPr>
          <p:cNvCxnSpPr>
            <a:cxnSpLocks/>
          </p:cNvCxnSpPr>
          <p:nvPr/>
        </p:nvCxnSpPr>
        <p:spPr>
          <a:xfrm rot="5400000" flipV="1">
            <a:off x="7154166" y="3478738"/>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4" name="Straight Arrow Connector 173">
            <a:extLst>
              <a:ext uri="{FF2B5EF4-FFF2-40B4-BE49-F238E27FC236}">
                <a16:creationId xmlns:a16="http://schemas.microsoft.com/office/drawing/2014/main" id="{9271D7CE-ED87-494F-9039-8999C4F24C64}"/>
              </a:ext>
            </a:extLst>
          </p:cNvPr>
          <p:cNvCxnSpPr>
            <a:cxnSpLocks/>
          </p:cNvCxnSpPr>
          <p:nvPr/>
        </p:nvCxnSpPr>
        <p:spPr>
          <a:xfrm rot="5400000" flipV="1">
            <a:off x="7653528" y="348927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5" name="Straight Arrow Connector 174">
            <a:extLst>
              <a:ext uri="{FF2B5EF4-FFF2-40B4-BE49-F238E27FC236}">
                <a16:creationId xmlns:a16="http://schemas.microsoft.com/office/drawing/2014/main" id="{20E4EE21-555F-48A5-B1E6-8DEF8FCABC1A}"/>
              </a:ext>
            </a:extLst>
          </p:cNvPr>
          <p:cNvCxnSpPr>
            <a:cxnSpLocks/>
          </p:cNvCxnSpPr>
          <p:nvPr/>
        </p:nvCxnSpPr>
        <p:spPr>
          <a:xfrm rot="16200000" flipV="1">
            <a:off x="7530158" y="1594347"/>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 name="Straight Arrow Connector 175">
            <a:extLst>
              <a:ext uri="{FF2B5EF4-FFF2-40B4-BE49-F238E27FC236}">
                <a16:creationId xmlns:a16="http://schemas.microsoft.com/office/drawing/2014/main" id="{537BAEEB-F52B-4152-B9D9-2EFD0A8928D0}"/>
              </a:ext>
            </a:extLst>
          </p:cNvPr>
          <p:cNvCxnSpPr>
            <a:cxnSpLocks/>
          </p:cNvCxnSpPr>
          <p:nvPr/>
        </p:nvCxnSpPr>
        <p:spPr>
          <a:xfrm rot="5400000" flipV="1">
            <a:off x="7156585" y="159434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7" name="Straight Arrow Connector 176">
            <a:extLst>
              <a:ext uri="{FF2B5EF4-FFF2-40B4-BE49-F238E27FC236}">
                <a16:creationId xmlns:a16="http://schemas.microsoft.com/office/drawing/2014/main" id="{5F663778-7005-4547-9F11-AC15179A8EB5}"/>
              </a:ext>
            </a:extLst>
          </p:cNvPr>
          <p:cNvCxnSpPr>
            <a:cxnSpLocks/>
          </p:cNvCxnSpPr>
          <p:nvPr/>
        </p:nvCxnSpPr>
        <p:spPr>
          <a:xfrm rot="10800000" flipH="1">
            <a:off x="7546328" y="4258686"/>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8" name="Straight Arrow Connector 177">
            <a:extLst>
              <a:ext uri="{FF2B5EF4-FFF2-40B4-BE49-F238E27FC236}">
                <a16:creationId xmlns:a16="http://schemas.microsoft.com/office/drawing/2014/main" id="{474332AC-2EEB-43FA-9F53-14010D3A81E0}"/>
              </a:ext>
            </a:extLst>
          </p:cNvPr>
          <p:cNvCxnSpPr>
            <a:cxnSpLocks/>
          </p:cNvCxnSpPr>
          <p:nvPr/>
        </p:nvCxnSpPr>
        <p:spPr>
          <a:xfrm rot="12780000" flipH="1">
            <a:off x="7587216" y="2365620"/>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9" name="Straight Arrow Connector 178">
            <a:extLst>
              <a:ext uri="{FF2B5EF4-FFF2-40B4-BE49-F238E27FC236}">
                <a16:creationId xmlns:a16="http://schemas.microsoft.com/office/drawing/2014/main" id="{E7367B9F-E168-49C1-9675-2B4E1CC3992F}"/>
              </a:ext>
            </a:extLst>
          </p:cNvPr>
          <p:cNvCxnSpPr>
            <a:cxnSpLocks/>
          </p:cNvCxnSpPr>
          <p:nvPr/>
        </p:nvCxnSpPr>
        <p:spPr>
          <a:xfrm rot="-1860000" flipH="1">
            <a:off x="7587216" y="2761017"/>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0" name="Straight Arrow Connector 179">
            <a:extLst>
              <a:ext uri="{FF2B5EF4-FFF2-40B4-BE49-F238E27FC236}">
                <a16:creationId xmlns:a16="http://schemas.microsoft.com/office/drawing/2014/main" id="{3BA14B83-9842-4001-8ED7-F320653B715B}"/>
              </a:ext>
            </a:extLst>
          </p:cNvPr>
          <p:cNvCxnSpPr>
            <a:cxnSpLocks/>
          </p:cNvCxnSpPr>
          <p:nvPr/>
        </p:nvCxnSpPr>
        <p:spPr>
          <a:xfrm flipH="1">
            <a:off x="7522398" y="910384"/>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4" name="Rectangle 153">
            <a:extLst>
              <a:ext uri="{FF2B5EF4-FFF2-40B4-BE49-F238E27FC236}">
                <a16:creationId xmlns:a16="http://schemas.microsoft.com/office/drawing/2014/main" id="{E73AB59D-2D08-4560-9076-01A3BA41AFCB}"/>
              </a:ext>
            </a:extLst>
          </p:cNvPr>
          <p:cNvSpPr/>
          <p:nvPr/>
        </p:nvSpPr>
        <p:spPr>
          <a:xfrm rot="5400000">
            <a:off x="5964783" y="1409000"/>
            <a:ext cx="506870" cy="2325120"/>
          </a:xfrm>
          <a:custGeom>
            <a:avLst/>
            <a:gdLst>
              <a:gd name="connsiteX0" fmla="*/ 0 w 490198"/>
              <a:gd name="connsiteY0" fmla="*/ 0 h 2325120"/>
              <a:gd name="connsiteX1" fmla="*/ 490198 w 490198"/>
              <a:gd name="connsiteY1" fmla="*/ 0 h 2325120"/>
              <a:gd name="connsiteX2" fmla="*/ 490198 w 490198"/>
              <a:gd name="connsiteY2" fmla="*/ 2325120 h 2325120"/>
              <a:gd name="connsiteX3" fmla="*/ 0 w 490198"/>
              <a:gd name="connsiteY3" fmla="*/ 2325120 h 2325120"/>
              <a:gd name="connsiteX4" fmla="*/ 0 w 490198"/>
              <a:gd name="connsiteY4" fmla="*/ 0 h 2325120"/>
              <a:gd name="connsiteX0" fmla="*/ 0 w 497342"/>
              <a:gd name="connsiteY0" fmla="*/ 0 h 2325120"/>
              <a:gd name="connsiteX1" fmla="*/ 490198 w 497342"/>
              <a:gd name="connsiteY1" fmla="*/ 0 h 2325120"/>
              <a:gd name="connsiteX2" fmla="*/ 497342 w 497342"/>
              <a:gd name="connsiteY2" fmla="*/ 2079851 h 2325120"/>
              <a:gd name="connsiteX3" fmla="*/ 0 w 497342"/>
              <a:gd name="connsiteY3" fmla="*/ 2325120 h 2325120"/>
              <a:gd name="connsiteX4" fmla="*/ 0 w 497342"/>
              <a:gd name="connsiteY4" fmla="*/ 0 h 2325120"/>
              <a:gd name="connsiteX0" fmla="*/ 0 w 504485"/>
              <a:gd name="connsiteY0" fmla="*/ 0 h 2325120"/>
              <a:gd name="connsiteX1" fmla="*/ 490198 w 504485"/>
              <a:gd name="connsiteY1" fmla="*/ 0 h 2325120"/>
              <a:gd name="connsiteX2" fmla="*/ 504485 w 504485"/>
              <a:gd name="connsiteY2" fmla="*/ 2060801 h 2325120"/>
              <a:gd name="connsiteX3" fmla="*/ 0 w 504485"/>
              <a:gd name="connsiteY3" fmla="*/ 2325120 h 2325120"/>
              <a:gd name="connsiteX4" fmla="*/ 0 w 504485"/>
              <a:gd name="connsiteY4" fmla="*/ 0 h 2325120"/>
              <a:gd name="connsiteX0" fmla="*/ 0 w 506870"/>
              <a:gd name="connsiteY0" fmla="*/ 0 h 2325120"/>
              <a:gd name="connsiteX1" fmla="*/ 490198 w 506870"/>
              <a:gd name="connsiteY1" fmla="*/ 0 h 2325120"/>
              <a:gd name="connsiteX2" fmla="*/ 506870 w 506870"/>
              <a:gd name="connsiteY2" fmla="*/ 2060801 h 2325120"/>
              <a:gd name="connsiteX3" fmla="*/ 0 w 506870"/>
              <a:gd name="connsiteY3" fmla="*/ 2325120 h 2325120"/>
              <a:gd name="connsiteX4" fmla="*/ 0 w 506870"/>
              <a:gd name="connsiteY4" fmla="*/ 0 h 2325120"/>
              <a:gd name="connsiteX0" fmla="*/ 0 w 506870"/>
              <a:gd name="connsiteY0" fmla="*/ 0 h 2325120"/>
              <a:gd name="connsiteX1" fmla="*/ 490198 w 506870"/>
              <a:gd name="connsiteY1" fmla="*/ 0 h 2325120"/>
              <a:gd name="connsiteX2" fmla="*/ 506870 w 506870"/>
              <a:gd name="connsiteY2" fmla="*/ 2067945 h 2325120"/>
              <a:gd name="connsiteX3" fmla="*/ 0 w 506870"/>
              <a:gd name="connsiteY3" fmla="*/ 2325120 h 2325120"/>
              <a:gd name="connsiteX4" fmla="*/ 0 w 506870"/>
              <a:gd name="connsiteY4" fmla="*/ 0 h 232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6870" h="2325120">
                <a:moveTo>
                  <a:pt x="0" y="0"/>
                </a:moveTo>
                <a:lnTo>
                  <a:pt x="490198" y="0"/>
                </a:lnTo>
                <a:cubicBezTo>
                  <a:pt x="492579" y="693284"/>
                  <a:pt x="504489" y="1374661"/>
                  <a:pt x="506870" y="2067945"/>
                </a:cubicBezTo>
                <a:lnTo>
                  <a:pt x="0" y="2325120"/>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4" name="Isosceles Triangle 3">
            <a:extLst>
              <a:ext uri="{FF2B5EF4-FFF2-40B4-BE49-F238E27FC236}">
                <a16:creationId xmlns:a16="http://schemas.microsoft.com/office/drawing/2014/main" id="{69B2BCC7-ED5C-4A07-BC26-90D6CEC87F88}"/>
              </a:ext>
            </a:extLst>
          </p:cNvPr>
          <p:cNvSpPr/>
          <p:nvPr/>
        </p:nvSpPr>
        <p:spPr>
          <a:xfrm rot="5400000">
            <a:off x="7384484" y="2314380"/>
            <a:ext cx="494986" cy="492890"/>
          </a:xfrm>
          <a:custGeom>
            <a:avLst/>
            <a:gdLst>
              <a:gd name="connsiteX0" fmla="*/ 0 w 506881"/>
              <a:gd name="connsiteY0" fmla="*/ 466695 h 466695"/>
              <a:gd name="connsiteX1" fmla="*/ 253441 w 506881"/>
              <a:gd name="connsiteY1" fmla="*/ 0 h 466695"/>
              <a:gd name="connsiteX2" fmla="*/ 506881 w 506881"/>
              <a:gd name="connsiteY2" fmla="*/ 466695 h 466695"/>
              <a:gd name="connsiteX3" fmla="*/ 0 w 506881"/>
              <a:gd name="connsiteY3" fmla="*/ 466695 h 466695"/>
              <a:gd name="connsiteX0" fmla="*/ 0 w 506881"/>
              <a:gd name="connsiteY0" fmla="*/ 490508 h 490508"/>
              <a:gd name="connsiteX1" fmla="*/ 1028 w 506881"/>
              <a:gd name="connsiteY1" fmla="*/ 0 h 490508"/>
              <a:gd name="connsiteX2" fmla="*/ 506881 w 506881"/>
              <a:gd name="connsiteY2" fmla="*/ 490508 h 490508"/>
              <a:gd name="connsiteX3" fmla="*/ 0 w 506881"/>
              <a:gd name="connsiteY3" fmla="*/ 490508 h 490508"/>
              <a:gd name="connsiteX0" fmla="*/ 0 w 506881"/>
              <a:gd name="connsiteY0" fmla="*/ 508048 h 508048"/>
              <a:gd name="connsiteX1" fmla="*/ 1028 w 506881"/>
              <a:gd name="connsiteY1" fmla="*/ 17540 h 508048"/>
              <a:gd name="connsiteX2" fmla="*/ 494165 w 506881"/>
              <a:gd name="connsiteY2" fmla="*/ 21168 h 508048"/>
              <a:gd name="connsiteX3" fmla="*/ 506881 w 506881"/>
              <a:gd name="connsiteY3" fmla="*/ 508048 h 508048"/>
              <a:gd name="connsiteX4" fmla="*/ 0 w 506881"/>
              <a:gd name="connsiteY4" fmla="*/ 508048 h 508048"/>
              <a:gd name="connsiteX0" fmla="*/ 0 w 499740"/>
              <a:gd name="connsiteY0" fmla="*/ 508048 h 508048"/>
              <a:gd name="connsiteX1" fmla="*/ 1028 w 499740"/>
              <a:gd name="connsiteY1" fmla="*/ 17540 h 508048"/>
              <a:gd name="connsiteX2" fmla="*/ 494165 w 499740"/>
              <a:gd name="connsiteY2" fmla="*/ 21168 h 508048"/>
              <a:gd name="connsiteX3" fmla="*/ 499740 w 499740"/>
              <a:gd name="connsiteY3" fmla="*/ 503286 h 508048"/>
              <a:gd name="connsiteX4" fmla="*/ 0 w 499740"/>
              <a:gd name="connsiteY4" fmla="*/ 508048 h 508048"/>
              <a:gd name="connsiteX0" fmla="*/ 0 w 494457"/>
              <a:gd name="connsiteY0" fmla="*/ 508048 h 508048"/>
              <a:gd name="connsiteX1" fmla="*/ 1028 w 494457"/>
              <a:gd name="connsiteY1" fmla="*/ 17540 h 508048"/>
              <a:gd name="connsiteX2" fmla="*/ 494165 w 494457"/>
              <a:gd name="connsiteY2" fmla="*/ 21168 h 508048"/>
              <a:gd name="connsiteX3" fmla="*/ 490215 w 494457"/>
              <a:gd name="connsiteY3" fmla="*/ 503286 h 508048"/>
              <a:gd name="connsiteX4" fmla="*/ 0 w 494457"/>
              <a:gd name="connsiteY4" fmla="*/ 508048 h 508048"/>
              <a:gd name="connsiteX0" fmla="*/ 0 w 497362"/>
              <a:gd name="connsiteY0" fmla="*/ 508048 h 508048"/>
              <a:gd name="connsiteX1" fmla="*/ 1028 w 497362"/>
              <a:gd name="connsiteY1" fmla="*/ 17540 h 508048"/>
              <a:gd name="connsiteX2" fmla="*/ 494165 w 497362"/>
              <a:gd name="connsiteY2" fmla="*/ 21168 h 508048"/>
              <a:gd name="connsiteX3" fmla="*/ 497362 w 497362"/>
              <a:gd name="connsiteY3" fmla="*/ 503286 h 508048"/>
              <a:gd name="connsiteX4" fmla="*/ 0 w 497362"/>
              <a:gd name="connsiteY4" fmla="*/ 508048 h 508048"/>
              <a:gd name="connsiteX0" fmla="*/ 0 w 494980"/>
              <a:gd name="connsiteY0" fmla="*/ 508048 h 508048"/>
              <a:gd name="connsiteX1" fmla="*/ 1028 w 494980"/>
              <a:gd name="connsiteY1" fmla="*/ 17540 h 508048"/>
              <a:gd name="connsiteX2" fmla="*/ 494165 w 494980"/>
              <a:gd name="connsiteY2" fmla="*/ 21168 h 508048"/>
              <a:gd name="connsiteX3" fmla="*/ 494980 w 494980"/>
              <a:gd name="connsiteY3" fmla="*/ 503286 h 508048"/>
              <a:gd name="connsiteX4" fmla="*/ 0 w 494980"/>
              <a:gd name="connsiteY4" fmla="*/ 508048 h 508048"/>
              <a:gd name="connsiteX0" fmla="*/ 0 w 494567"/>
              <a:gd name="connsiteY0" fmla="*/ 508048 h 510430"/>
              <a:gd name="connsiteX1" fmla="*/ 1028 w 494567"/>
              <a:gd name="connsiteY1" fmla="*/ 17540 h 510430"/>
              <a:gd name="connsiteX2" fmla="*/ 494165 w 494567"/>
              <a:gd name="connsiteY2" fmla="*/ 21168 h 510430"/>
              <a:gd name="connsiteX3" fmla="*/ 492599 w 494567"/>
              <a:gd name="connsiteY3" fmla="*/ 510430 h 510430"/>
              <a:gd name="connsiteX4" fmla="*/ 0 w 494567"/>
              <a:gd name="connsiteY4" fmla="*/ 508048 h 510430"/>
              <a:gd name="connsiteX0" fmla="*/ 0 w 494395"/>
              <a:gd name="connsiteY0" fmla="*/ 508048 h 508048"/>
              <a:gd name="connsiteX1" fmla="*/ 1028 w 494395"/>
              <a:gd name="connsiteY1" fmla="*/ 17540 h 508048"/>
              <a:gd name="connsiteX2" fmla="*/ 494165 w 494395"/>
              <a:gd name="connsiteY2" fmla="*/ 21168 h 508048"/>
              <a:gd name="connsiteX3" fmla="*/ 487839 w 494395"/>
              <a:gd name="connsiteY3" fmla="*/ 503286 h 508048"/>
              <a:gd name="connsiteX4" fmla="*/ 0 w 494395"/>
              <a:gd name="connsiteY4" fmla="*/ 508048 h 508048"/>
              <a:gd name="connsiteX0" fmla="*/ 0 w 494986"/>
              <a:gd name="connsiteY0" fmla="*/ 508048 h 510430"/>
              <a:gd name="connsiteX1" fmla="*/ 1028 w 494986"/>
              <a:gd name="connsiteY1" fmla="*/ 17540 h 510430"/>
              <a:gd name="connsiteX2" fmla="*/ 494165 w 494986"/>
              <a:gd name="connsiteY2" fmla="*/ 21168 h 510430"/>
              <a:gd name="connsiteX3" fmla="*/ 494986 w 494986"/>
              <a:gd name="connsiteY3" fmla="*/ 510430 h 510430"/>
              <a:gd name="connsiteX4" fmla="*/ 0 w 494986"/>
              <a:gd name="connsiteY4" fmla="*/ 508048 h 510430"/>
              <a:gd name="connsiteX0" fmla="*/ 0 w 494986"/>
              <a:gd name="connsiteY0" fmla="*/ 510430 h 510430"/>
              <a:gd name="connsiteX1" fmla="*/ 1028 w 494986"/>
              <a:gd name="connsiteY1" fmla="*/ 17540 h 510430"/>
              <a:gd name="connsiteX2" fmla="*/ 494165 w 494986"/>
              <a:gd name="connsiteY2" fmla="*/ 21168 h 510430"/>
              <a:gd name="connsiteX3" fmla="*/ 494986 w 494986"/>
              <a:gd name="connsiteY3" fmla="*/ 510430 h 510430"/>
              <a:gd name="connsiteX4" fmla="*/ 0 w 494986"/>
              <a:gd name="connsiteY4" fmla="*/ 510430 h 510430"/>
              <a:gd name="connsiteX0" fmla="*/ 0 w 494986"/>
              <a:gd name="connsiteY0" fmla="*/ 492890 h 492890"/>
              <a:gd name="connsiteX1" fmla="*/ 1028 w 494986"/>
              <a:gd name="connsiteY1" fmla="*/ 0 h 492890"/>
              <a:gd name="connsiteX2" fmla="*/ 494165 w 494986"/>
              <a:gd name="connsiteY2" fmla="*/ 3628 h 492890"/>
              <a:gd name="connsiteX3" fmla="*/ 494986 w 494986"/>
              <a:gd name="connsiteY3" fmla="*/ 492890 h 492890"/>
              <a:gd name="connsiteX4" fmla="*/ 0 w 494986"/>
              <a:gd name="connsiteY4" fmla="*/ 492890 h 492890"/>
              <a:gd name="connsiteX0" fmla="*/ 0 w 494986"/>
              <a:gd name="connsiteY0" fmla="*/ 492890 h 492890"/>
              <a:gd name="connsiteX1" fmla="*/ 1028 w 494986"/>
              <a:gd name="connsiteY1" fmla="*/ 0 h 492890"/>
              <a:gd name="connsiteX2" fmla="*/ 494165 w 494986"/>
              <a:gd name="connsiteY2" fmla="*/ 3628 h 492890"/>
              <a:gd name="connsiteX3" fmla="*/ 494986 w 494986"/>
              <a:gd name="connsiteY3" fmla="*/ 492890 h 492890"/>
              <a:gd name="connsiteX4" fmla="*/ 0 w 494986"/>
              <a:gd name="connsiteY4" fmla="*/ 492890 h 492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4986" h="492890">
                <a:moveTo>
                  <a:pt x="0" y="492890"/>
                </a:moveTo>
                <a:cubicBezTo>
                  <a:pt x="343" y="329387"/>
                  <a:pt x="685" y="163503"/>
                  <a:pt x="1028" y="0"/>
                </a:cubicBezTo>
                <a:cubicBezTo>
                  <a:pt x="75712" y="415"/>
                  <a:pt x="412337" y="10357"/>
                  <a:pt x="494165" y="3628"/>
                </a:cubicBezTo>
                <a:cubicBezTo>
                  <a:pt x="496023" y="164334"/>
                  <a:pt x="493128" y="332184"/>
                  <a:pt x="494986" y="492890"/>
                </a:cubicBezTo>
                <a:lnTo>
                  <a:pt x="0" y="492890"/>
                </a:lnTo>
                <a:close/>
              </a:path>
            </a:pathLst>
          </a:custGeom>
          <a:pattFill prst="smConfetti">
            <a:fgClr>
              <a:schemeClr val="tx1"/>
            </a:fgClr>
            <a:bgClr>
              <a:schemeClr val="bg1"/>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Oval 304">
            <a:extLst>
              <a:ext uri="{FF2B5EF4-FFF2-40B4-BE49-F238E27FC236}">
                <a16:creationId xmlns:a16="http://schemas.microsoft.com/office/drawing/2014/main" id="{4A8BBCCD-B5BF-48DD-8126-A474AB04C35A}"/>
              </a:ext>
            </a:extLst>
          </p:cNvPr>
          <p:cNvSpPr/>
          <p:nvPr/>
        </p:nvSpPr>
        <p:spPr>
          <a:xfrm>
            <a:off x="7207597" y="2631069"/>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M</a:t>
            </a:r>
            <a:endParaRPr lang="en-US" dirty="0">
              <a:solidFill>
                <a:schemeClr val="accent6"/>
              </a:solidFill>
            </a:endParaRPr>
          </a:p>
        </p:txBody>
      </p:sp>
      <p:sp>
        <p:nvSpPr>
          <p:cNvPr id="155" name="Oval 154">
            <a:extLst>
              <a:ext uri="{FF2B5EF4-FFF2-40B4-BE49-F238E27FC236}">
                <a16:creationId xmlns:a16="http://schemas.microsoft.com/office/drawing/2014/main" id="{91E354EA-BEB1-4527-8D24-B5BEA9BC2590}"/>
              </a:ext>
            </a:extLst>
          </p:cNvPr>
          <p:cNvSpPr/>
          <p:nvPr/>
        </p:nvSpPr>
        <p:spPr>
          <a:xfrm>
            <a:off x="7211823" y="213939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2</a:t>
            </a:r>
            <a:endParaRPr lang="en-US" dirty="0">
              <a:solidFill>
                <a:schemeClr val="accent6"/>
              </a:solidFill>
            </a:endParaRPr>
          </a:p>
        </p:txBody>
      </p:sp>
      <p:cxnSp>
        <p:nvCxnSpPr>
          <p:cNvPr id="157" name="Straight Arrow Connector 156">
            <a:extLst>
              <a:ext uri="{FF2B5EF4-FFF2-40B4-BE49-F238E27FC236}">
                <a16:creationId xmlns:a16="http://schemas.microsoft.com/office/drawing/2014/main" id="{FBB07E9D-B23C-432E-8977-BA2CA612D97B}"/>
              </a:ext>
            </a:extLst>
          </p:cNvPr>
          <p:cNvCxnSpPr>
            <a:cxnSpLocks/>
          </p:cNvCxnSpPr>
          <p:nvPr/>
        </p:nvCxnSpPr>
        <p:spPr>
          <a:xfrm rot="10800000" flipV="1">
            <a:off x="5914425" y="2375207"/>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8" name="Straight Arrow Connector 157">
            <a:extLst>
              <a:ext uri="{FF2B5EF4-FFF2-40B4-BE49-F238E27FC236}">
                <a16:creationId xmlns:a16="http://schemas.microsoft.com/office/drawing/2014/main" id="{04781B4D-BCFF-4606-B7EF-5CDB042EABCB}"/>
              </a:ext>
            </a:extLst>
          </p:cNvPr>
          <p:cNvCxnSpPr>
            <a:cxnSpLocks/>
          </p:cNvCxnSpPr>
          <p:nvPr/>
        </p:nvCxnSpPr>
        <p:spPr>
          <a:xfrm flipV="1">
            <a:off x="5935702" y="273838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9" name="Straight Arrow Connector 158">
            <a:extLst>
              <a:ext uri="{FF2B5EF4-FFF2-40B4-BE49-F238E27FC236}">
                <a16:creationId xmlns:a16="http://schemas.microsoft.com/office/drawing/2014/main" id="{1E953FCC-3041-492F-9C06-126D3DA61B3B}"/>
              </a:ext>
            </a:extLst>
          </p:cNvPr>
          <p:cNvCxnSpPr>
            <a:cxnSpLocks/>
          </p:cNvCxnSpPr>
          <p:nvPr/>
        </p:nvCxnSpPr>
        <p:spPr>
          <a:xfrm rot="6840000" flipH="1">
            <a:off x="4757416" y="2523018"/>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0" name="Straight Arrow Connector 159">
            <a:extLst>
              <a:ext uri="{FF2B5EF4-FFF2-40B4-BE49-F238E27FC236}">
                <a16:creationId xmlns:a16="http://schemas.microsoft.com/office/drawing/2014/main" id="{2E766E14-07EA-47B1-BB78-5FC389FA1863}"/>
              </a:ext>
            </a:extLst>
          </p:cNvPr>
          <p:cNvCxnSpPr>
            <a:cxnSpLocks/>
          </p:cNvCxnSpPr>
          <p:nvPr/>
        </p:nvCxnSpPr>
        <p:spPr>
          <a:xfrm rot="14580000" flipH="1">
            <a:off x="5191977" y="2532748"/>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1" name="Straight Arrow Connector 160">
            <a:extLst>
              <a:ext uri="{FF2B5EF4-FFF2-40B4-BE49-F238E27FC236}">
                <a16:creationId xmlns:a16="http://schemas.microsoft.com/office/drawing/2014/main" id="{6541D93B-95C7-49CB-8424-3ED580106190}"/>
              </a:ext>
            </a:extLst>
          </p:cNvPr>
          <p:cNvCxnSpPr>
            <a:cxnSpLocks/>
          </p:cNvCxnSpPr>
          <p:nvPr/>
        </p:nvCxnSpPr>
        <p:spPr>
          <a:xfrm rot="5340000" flipH="1">
            <a:off x="7170025" y="2550130"/>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2" name="Rectangle 161">
            <a:extLst>
              <a:ext uri="{FF2B5EF4-FFF2-40B4-BE49-F238E27FC236}">
                <a16:creationId xmlns:a16="http://schemas.microsoft.com/office/drawing/2014/main" id="{2FCCD8A7-8E62-4911-BBD5-942E62C09888}"/>
              </a:ext>
            </a:extLst>
          </p:cNvPr>
          <p:cNvSpPr/>
          <p:nvPr/>
        </p:nvSpPr>
        <p:spPr>
          <a:xfrm>
            <a:off x="4820576" y="4412041"/>
            <a:ext cx="490198" cy="1828412"/>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45" name="Oval 144">
            <a:extLst>
              <a:ext uri="{FF2B5EF4-FFF2-40B4-BE49-F238E27FC236}">
                <a16:creationId xmlns:a16="http://schemas.microsoft.com/office/drawing/2014/main" id="{3166C6E9-B363-4853-87E4-3408682BDA67}"/>
              </a:ext>
            </a:extLst>
          </p:cNvPr>
          <p:cNvSpPr/>
          <p:nvPr/>
        </p:nvSpPr>
        <p:spPr>
          <a:xfrm>
            <a:off x="4642581" y="6068898"/>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sp>
        <p:nvSpPr>
          <p:cNvPr id="295" name="Oval 294">
            <a:extLst>
              <a:ext uri="{FF2B5EF4-FFF2-40B4-BE49-F238E27FC236}">
                <a16:creationId xmlns:a16="http://schemas.microsoft.com/office/drawing/2014/main" id="{E997ED73-D3C0-41B5-A7D6-45EBCAE17432}"/>
              </a:ext>
            </a:extLst>
          </p:cNvPr>
          <p:cNvSpPr/>
          <p:nvPr/>
        </p:nvSpPr>
        <p:spPr>
          <a:xfrm>
            <a:off x="5134882" y="606439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C</a:t>
            </a:r>
            <a:endParaRPr lang="en-US" dirty="0">
              <a:solidFill>
                <a:schemeClr val="accent6"/>
              </a:solidFill>
            </a:endParaRPr>
          </a:p>
        </p:txBody>
      </p:sp>
      <p:sp>
        <p:nvSpPr>
          <p:cNvPr id="163" name="Rectangle 162">
            <a:extLst>
              <a:ext uri="{FF2B5EF4-FFF2-40B4-BE49-F238E27FC236}">
                <a16:creationId xmlns:a16="http://schemas.microsoft.com/office/drawing/2014/main" id="{F9034E10-D9AB-4135-A284-2CD4E75DCAD4}"/>
              </a:ext>
            </a:extLst>
          </p:cNvPr>
          <p:cNvSpPr/>
          <p:nvPr/>
        </p:nvSpPr>
        <p:spPr>
          <a:xfrm>
            <a:off x="4818888" y="2824734"/>
            <a:ext cx="490198" cy="1587094"/>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299" name="Oval 298">
            <a:extLst>
              <a:ext uri="{FF2B5EF4-FFF2-40B4-BE49-F238E27FC236}">
                <a16:creationId xmlns:a16="http://schemas.microsoft.com/office/drawing/2014/main" id="{6490FEBE-9AB0-4AD8-AE43-8E33920E4F89}"/>
              </a:ext>
            </a:extLst>
          </p:cNvPr>
          <p:cNvSpPr/>
          <p:nvPr/>
        </p:nvSpPr>
        <p:spPr>
          <a:xfrm>
            <a:off x="4645778" y="4236405"/>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G</a:t>
            </a:r>
            <a:endParaRPr lang="en-US" dirty="0">
              <a:solidFill>
                <a:schemeClr val="accent6"/>
              </a:solidFill>
            </a:endParaRPr>
          </a:p>
        </p:txBody>
      </p:sp>
      <p:sp>
        <p:nvSpPr>
          <p:cNvPr id="164" name="Oval 163">
            <a:extLst>
              <a:ext uri="{FF2B5EF4-FFF2-40B4-BE49-F238E27FC236}">
                <a16:creationId xmlns:a16="http://schemas.microsoft.com/office/drawing/2014/main" id="{6351AE8E-D9AA-4395-8F19-E59C647E3787}"/>
              </a:ext>
            </a:extLst>
          </p:cNvPr>
          <p:cNvSpPr/>
          <p:nvPr/>
        </p:nvSpPr>
        <p:spPr>
          <a:xfrm>
            <a:off x="5137904" y="423274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4</a:t>
            </a:r>
            <a:endParaRPr lang="en-US" dirty="0">
              <a:solidFill>
                <a:schemeClr val="accent6"/>
              </a:solidFill>
            </a:endParaRPr>
          </a:p>
        </p:txBody>
      </p:sp>
      <p:cxnSp>
        <p:nvCxnSpPr>
          <p:cNvPr id="146" name="Straight Arrow Connector 145">
            <a:extLst>
              <a:ext uri="{FF2B5EF4-FFF2-40B4-BE49-F238E27FC236}">
                <a16:creationId xmlns:a16="http://schemas.microsoft.com/office/drawing/2014/main" id="{920B0B40-82B8-4B06-822B-19E9D990A3D0}"/>
              </a:ext>
            </a:extLst>
          </p:cNvPr>
          <p:cNvCxnSpPr>
            <a:cxnSpLocks/>
          </p:cNvCxnSpPr>
          <p:nvPr/>
        </p:nvCxnSpPr>
        <p:spPr>
          <a:xfrm rot="10800000" flipH="1">
            <a:off x="4980749" y="6099434"/>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5" name="Straight Arrow Connector 164">
            <a:extLst>
              <a:ext uri="{FF2B5EF4-FFF2-40B4-BE49-F238E27FC236}">
                <a16:creationId xmlns:a16="http://schemas.microsoft.com/office/drawing/2014/main" id="{90244CC6-B651-4058-BF85-2BF3824ECC8D}"/>
              </a:ext>
            </a:extLst>
          </p:cNvPr>
          <p:cNvCxnSpPr>
            <a:cxnSpLocks/>
          </p:cNvCxnSpPr>
          <p:nvPr/>
        </p:nvCxnSpPr>
        <p:spPr>
          <a:xfrm flipH="1">
            <a:off x="4993449" y="4556384"/>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6" name="Straight Arrow Connector 165">
            <a:extLst>
              <a:ext uri="{FF2B5EF4-FFF2-40B4-BE49-F238E27FC236}">
                <a16:creationId xmlns:a16="http://schemas.microsoft.com/office/drawing/2014/main" id="{9FCBCFBD-CB77-46B7-A2B2-FC85D00DA5A4}"/>
              </a:ext>
            </a:extLst>
          </p:cNvPr>
          <p:cNvCxnSpPr>
            <a:cxnSpLocks/>
          </p:cNvCxnSpPr>
          <p:nvPr/>
        </p:nvCxnSpPr>
        <p:spPr>
          <a:xfrm rot="5400000" flipV="1">
            <a:off x="4600340" y="5275674"/>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7" name="Straight Arrow Connector 166">
            <a:extLst>
              <a:ext uri="{FF2B5EF4-FFF2-40B4-BE49-F238E27FC236}">
                <a16:creationId xmlns:a16="http://schemas.microsoft.com/office/drawing/2014/main" id="{71474199-EC44-4EE7-A416-7D1A57EC9E78}"/>
              </a:ext>
            </a:extLst>
          </p:cNvPr>
          <p:cNvCxnSpPr>
            <a:cxnSpLocks/>
          </p:cNvCxnSpPr>
          <p:nvPr/>
        </p:nvCxnSpPr>
        <p:spPr>
          <a:xfrm rot="16200000" flipV="1">
            <a:off x="4486877" y="5264163"/>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8" name="Straight Arrow Connector 167">
            <a:extLst>
              <a:ext uri="{FF2B5EF4-FFF2-40B4-BE49-F238E27FC236}">
                <a16:creationId xmlns:a16="http://schemas.microsoft.com/office/drawing/2014/main" id="{BEAD1892-4A4E-4640-984B-AF60D5BB0DCB}"/>
              </a:ext>
            </a:extLst>
          </p:cNvPr>
          <p:cNvCxnSpPr>
            <a:cxnSpLocks/>
          </p:cNvCxnSpPr>
          <p:nvPr/>
        </p:nvCxnSpPr>
        <p:spPr>
          <a:xfrm rot="16200000" flipV="1">
            <a:off x="4975007" y="5264163"/>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1" name="Straight Arrow Connector 180">
            <a:extLst>
              <a:ext uri="{FF2B5EF4-FFF2-40B4-BE49-F238E27FC236}">
                <a16:creationId xmlns:a16="http://schemas.microsoft.com/office/drawing/2014/main" id="{1808B85A-EC74-40D0-9FC5-FB3E0C67E47C}"/>
              </a:ext>
            </a:extLst>
          </p:cNvPr>
          <p:cNvCxnSpPr>
            <a:cxnSpLocks/>
          </p:cNvCxnSpPr>
          <p:nvPr/>
        </p:nvCxnSpPr>
        <p:spPr>
          <a:xfrm rot="5400000" flipV="1">
            <a:off x="5079765" y="5293114"/>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2" name="Isosceles Triangle 181">
            <a:extLst>
              <a:ext uri="{FF2B5EF4-FFF2-40B4-BE49-F238E27FC236}">
                <a16:creationId xmlns:a16="http://schemas.microsoft.com/office/drawing/2014/main" id="{BE89D873-85EF-4774-82F1-C8206A193B02}"/>
              </a:ext>
            </a:extLst>
          </p:cNvPr>
          <p:cNvSpPr/>
          <p:nvPr/>
        </p:nvSpPr>
        <p:spPr>
          <a:xfrm>
            <a:off x="4823004" y="2306666"/>
            <a:ext cx="485449" cy="521463"/>
          </a:xfrm>
          <a:custGeom>
            <a:avLst/>
            <a:gdLst>
              <a:gd name="connsiteX0" fmla="*/ 0 w 506881"/>
              <a:gd name="connsiteY0" fmla="*/ 466695 h 466695"/>
              <a:gd name="connsiteX1" fmla="*/ 253441 w 506881"/>
              <a:gd name="connsiteY1" fmla="*/ 0 h 466695"/>
              <a:gd name="connsiteX2" fmla="*/ 506881 w 506881"/>
              <a:gd name="connsiteY2" fmla="*/ 466695 h 466695"/>
              <a:gd name="connsiteX3" fmla="*/ 0 w 506881"/>
              <a:gd name="connsiteY3" fmla="*/ 466695 h 466695"/>
              <a:gd name="connsiteX0" fmla="*/ 0 w 506881"/>
              <a:gd name="connsiteY0" fmla="*/ 516701 h 516701"/>
              <a:gd name="connsiteX1" fmla="*/ 239153 w 506881"/>
              <a:gd name="connsiteY1" fmla="*/ 0 h 516701"/>
              <a:gd name="connsiteX2" fmla="*/ 506881 w 506881"/>
              <a:gd name="connsiteY2" fmla="*/ 516701 h 516701"/>
              <a:gd name="connsiteX3" fmla="*/ 0 w 506881"/>
              <a:gd name="connsiteY3" fmla="*/ 516701 h 516701"/>
              <a:gd name="connsiteX0" fmla="*/ 0 w 492593"/>
              <a:gd name="connsiteY0" fmla="*/ 516701 h 516701"/>
              <a:gd name="connsiteX1" fmla="*/ 239153 w 492593"/>
              <a:gd name="connsiteY1" fmla="*/ 0 h 516701"/>
              <a:gd name="connsiteX2" fmla="*/ 492593 w 492593"/>
              <a:gd name="connsiteY2" fmla="*/ 514320 h 516701"/>
              <a:gd name="connsiteX3" fmla="*/ 0 w 492593"/>
              <a:gd name="connsiteY3" fmla="*/ 516701 h 516701"/>
              <a:gd name="connsiteX0" fmla="*/ 0 w 485449"/>
              <a:gd name="connsiteY0" fmla="*/ 521463 h 521463"/>
              <a:gd name="connsiteX1" fmla="*/ 232009 w 485449"/>
              <a:gd name="connsiteY1" fmla="*/ 0 h 521463"/>
              <a:gd name="connsiteX2" fmla="*/ 485449 w 485449"/>
              <a:gd name="connsiteY2" fmla="*/ 514320 h 521463"/>
              <a:gd name="connsiteX3" fmla="*/ 0 w 485449"/>
              <a:gd name="connsiteY3" fmla="*/ 521463 h 521463"/>
            </a:gdLst>
            <a:ahLst/>
            <a:cxnLst>
              <a:cxn ang="0">
                <a:pos x="connsiteX0" y="connsiteY0"/>
              </a:cxn>
              <a:cxn ang="0">
                <a:pos x="connsiteX1" y="connsiteY1"/>
              </a:cxn>
              <a:cxn ang="0">
                <a:pos x="connsiteX2" y="connsiteY2"/>
              </a:cxn>
              <a:cxn ang="0">
                <a:pos x="connsiteX3" y="connsiteY3"/>
              </a:cxn>
            </a:cxnLst>
            <a:rect l="l" t="t" r="r" b="b"/>
            <a:pathLst>
              <a:path w="485449" h="521463">
                <a:moveTo>
                  <a:pt x="0" y="521463"/>
                </a:moveTo>
                <a:lnTo>
                  <a:pt x="232009" y="0"/>
                </a:lnTo>
                <a:lnTo>
                  <a:pt x="485449" y="514320"/>
                </a:lnTo>
                <a:lnTo>
                  <a:pt x="0" y="521463"/>
                </a:lnTo>
                <a:close/>
              </a:path>
            </a:pathLst>
          </a:custGeom>
          <a:pattFill prst="smConfetti">
            <a:fgClr>
              <a:schemeClr val="tx1"/>
            </a:fgClr>
            <a:bgClr>
              <a:schemeClr val="bg1"/>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Oval 155">
            <a:extLst>
              <a:ext uri="{FF2B5EF4-FFF2-40B4-BE49-F238E27FC236}">
                <a16:creationId xmlns:a16="http://schemas.microsoft.com/office/drawing/2014/main" id="{DF138E19-5963-4C00-86F5-DBA655EADEF0}"/>
              </a:ext>
            </a:extLst>
          </p:cNvPr>
          <p:cNvSpPr/>
          <p:nvPr/>
        </p:nvSpPr>
        <p:spPr>
          <a:xfrm>
            <a:off x="4881303" y="213345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3</a:t>
            </a:r>
            <a:endParaRPr lang="en-US" dirty="0">
              <a:solidFill>
                <a:schemeClr val="accent6"/>
              </a:solidFill>
            </a:endParaRPr>
          </a:p>
        </p:txBody>
      </p:sp>
      <p:sp>
        <p:nvSpPr>
          <p:cNvPr id="304" name="Oval 303">
            <a:extLst>
              <a:ext uri="{FF2B5EF4-FFF2-40B4-BE49-F238E27FC236}">
                <a16:creationId xmlns:a16="http://schemas.microsoft.com/office/drawing/2014/main" id="{873F9854-E082-4082-9F1D-E8B100BDAC05}"/>
              </a:ext>
            </a:extLst>
          </p:cNvPr>
          <p:cNvSpPr/>
          <p:nvPr/>
        </p:nvSpPr>
        <p:spPr>
          <a:xfrm>
            <a:off x="4633448" y="263780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L</a:t>
            </a:r>
            <a:endParaRPr lang="en-US" dirty="0">
              <a:solidFill>
                <a:schemeClr val="accent6"/>
              </a:solidFill>
            </a:endParaRPr>
          </a:p>
        </p:txBody>
      </p:sp>
      <p:sp>
        <p:nvSpPr>
          <p:cNvPr id="183" name="Oval 182">
            <a:extLst>
              <a:ext uri="{FF2B5EF4-FFF2-40B4-BE49-F238E27FC236}">
                <a16:creationId xmlns:a16="http://schemas.microsoft.com/office/drawing/2014/main" id="{3FFC500E-4C58-4DC7-A5E4-BC38B53F398D}"/>
              </a:ext>
            </a:extLst>
          </p:cNvPr>
          <p:cNvSpPr/>
          <p:nvPr/>
        </p:nvSpPr>
        <p:spPr>
          <a:xfrm>
            <a:off x="5166084" y="2658429"/>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5</a:t>
            </a:r>
            <a:endParaRPr lang="en-US" dirty="0">
              <a:solidFill>
                <a:schemeClr val="accent6"/>
              </a:solidFill>
            </a:endParaRPr>
          </a:p>
        </p:txBody>
      </p:sp>
      <p:cxnSp>
        <p:nvCxnSpPr>
          <p:cNvPr id="184" name="Straight Arrow Connector 183">
            <a:extLst>
              <a:ext uri="{FF2B5EF4-FFF2-40B4-BE49-F238E27FC236}">
                <a16:creationId xmlns:a16="http://schemas.microsoft.com/office/drawing/2014/main" id="{A032ACEC-B5E0-4F50-ADAD-CC32A7736D68}"/>
              </a:ext>
            </a:extLst>
          </p:cNvPr>
          <p:cNvCxnSpPr>
            <a:cxnSpLocks/>
          </p:cNvCxnSpPr>
          <p:nvPr/>
        </p:nvCxnSpPr>
        <p:spPr>
          <a:xfrm flipH="1">
            <a:off x="4993449" y="2924434"/>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5" name="Straight Arrow Connector 184">
            <a:extLst>
              <a:ext uri="{FF2B5EF4-FFF2-40B4-BE49-F238E27FC236}">
                <a16:creationId xmlns:a16="http://schemas.microsoft.com/office/drawing/2014/main" id="{6EB64C34-67AF-4563-87BA-096E44AB41DC}"/>
              </a:ext>
            </a:extLst>
          </p:cNvPr>
          <p:cNvCxnSpPr>
            <a:cxnSpLocks/>
          </p:cNvCxnSpPr>
          <p:nvPr/>
        </p:nvCxnSpPr>
        <p:spPr>
          <a:xfrm rot="10800000" flipH="1">
            <a:off x="4980749" y="4270916"/>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6" name="Straight Arrow Connector 185">
            <a:extLst>
              <a:ext uri="{FF2B5EF4-FFF2-40B4-BE49-F238E27FC236}">
                <a16:creationId xmlns:a16="http://schemas.microsoft.com/office/drawing/2014/main" id="{686A32AA-A2B2-42E9-A19C-A6510F1E26C3}"/>
              </a:ext>
            </a:extLst>
          </p:cNvPr>
          <p:cNvCxnSpPr>
            <a:cxnSpLocks/>
          </p:cNvCxnSpPr>
          <p:nvPr/>
        </p:nvCxnSpPr>
        <p:spPr>
          <a:xfrm rot="16200000" flipV="1">
            <a:off x="4976802" y="364901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7" name="Straight Arrow Connector 186">
            <a:extLst>
              <a:ext uri="{FF2B5EF4-FFF2-40B4-BE49-F238E27FC236}">
                <a16:creationId xmlns:a16="http://schemas.microsoft.com/office/drawing/2014/main" id="{FFC5E7CD-AC2B-4566-B67E-700874A24D27}"/>
              </a:ext>
            </a:extLst>
          </p:cNvPr>
          <p:cNvCxnSpPr>
            <a:cxnSpLocks/>
          </p:cNvCxnSpPr>
          <p:nvPr/>
        </p:nvCxnSpPr>
        <p:spPr>
          <a:xfrm rot="5400000" flipV="1">
            <a:off x="5081560" y="3677970"/>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8" name="Straight Arrow Connector 187">
            <a:extLst>
              <a:ext uri="{FF2B5EF4-FFF2-40B4-BE49-F238E27FC236}">
                <a16:creationId xmlns:a16="http://schemas.microsoft.com/office/drawing/2014/main" id="{8EB10A8C-A182-4862-908D-09E41AAD347F}"/>
              </a:ext>
            </a:extLst>
          </p:cNvPr>
          <p:cNvCxnSpPr>
            <a:cxnSpLocks/>
          </p:cNvCxnSpPr>
          <p:nvPr/>
        </p:nvCxnSpPr>
        <p:spPr>
          <a:xfrm rot="5400000" flipV="1">
            <a:off x="4598787" y="3649018"/>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9" name="Straight Arrow Connector 188">
            <a:extLst>
              <a:ext uri="{FF2B5EF4-FFF2-40B4-BE49-F238E27FC236}">
                <a16:creationId xmlns:a16="http://schemas.microsoft.com/office/drawing/2014/main" id="{81B8BE63-6DD7-4E1B-B798-065BDF5B447C}"/>
              </a:ext>
            </a:extLst>
          </p:cNvPr>
          <p:cNvCxnSpPr>
            <a:cxnSpLocks/>
          </p:cNvCxnSpPr>
          <p:nvPr/>
        </p:nvCxnSpPr>
        <p:spPr>
          <a:xfrm rot="16200000" flipV="1">
            <a:off x="4485324" y="3637507"/>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0" name="Rectangle 116">
            <a:extLst>
              <a:ext uri="{FF2B5EF4-FFF2-40B4-BE49-F238E27FC236}">
                <a16:creationId xmlns:a16="http://schemas.microsoft.com/office/drawing/2014/main" id="{EEEEF804-1CAE-4F25-A450-C56645A0617D}"/>
              </a:ext>
            </a:extLst>
          </p:cNvPr>
          <p:cNvSpPr/>
          <p:nvPr/>
        </p:nvSpPr>
        <p:spPr>
          <a:xfrm>
            <a:off x="2560800" y="2642997"/>
            <a:ext cx="774757" cy="1769588"/>
          </a:xfrm>
          <a:custGeom>
            <a:avLst/>
            <a:gdLst>
              <a:gd name="connsiteX0" fmla="*/ 0 w 115151"/>
              <a:gd name="connsiteY0" fmla="*/ 0 h 1833882"/>
              <a:gd name="connsiteX1" fmla="*/ 115151 w 115151"/>
              <a:gd name="connsiteY1" fmla="*/ 0 h 1833882"/>
              <a:gd name="connsiteX2" fmla="*/ 115151 w 115151"/>
              <a:gd name="connsiteY2" fmla="*/ 1833882 h 1833882"/>
              <a:gd name="connsiteX3" fmla="*/ 0 w 115151"/>
              <a:gd name="connsiteY3" fmla="*/ 1833882 h 1833882"/>
              <a:gd name="connsiteX4" fmla="*/ 0 w 115151"/>
              <a:gd name="connsiteY4" fmla="*/ 0 h 1833882"/>
              <a:gd name="connsiteX0" fmla="*/ 0 w 251676"/>
              <a:gd name="connsiteY0" fmla="*/ 0 h 1833882"/>
              <a:gd name="connsiteX1" fmla="*/ 251676 w 251676"/>
              <a:gd name="connsiteY1" fmla="*/ 0 h 1833882"/>
              <a:gd name="connsiteX2" fmla="*/ 115151 w 251676"/>
              <a:gd name="connsiteY2" fmla="*/ 1833882 h 1833882"/>
              <a:gd name="connsiteX3" fmla="*/ 0 w 251676"/>
              <a:gd name="connsiteY3" fmla="*/ 1833882 h 1833882"/>
              <a:gd name="connsiteX4" fmla="*/ 0 w 251676"/>
              <a:gd name="connsiteY4" fmla="*/ 0 h 1833882"/>
              <a:gd name="connsiteX0" fmla="*/ 0 w 442176"/>
              <a:gd name="connsiteY0" fmla="*/ 0 h 1833882"/>
              <a:gd name="connsiteX1" fmla="*/ 442176 w 442176"/>
              <a:gd name="connsiteY1" fmla="*/ 0 h 1833882"/>
              <a:gd name="connsiteX2" fmla="*/ 305651 w 442176"/>
              <a:gd name="connsiteY2" fmla="*/ 1833882 h 1833882"/>
              <a:gd name="connsiteX3" fmla="*/ 190500 w 442176"/>
              <a:gd name="connsiteY3" fmla="*/ 1833882 h 1833882"/>
              <a:gd name="connsiteX4" fmla="*/ 0 w 442176"/>
              <a:gd name="connsiteY4" fmla="*/ 0 h 1833882"/>
              <a:gd name="connsiteX0" fmla="*/ 0 w 527901"/>
              <a:gd name="connsiteY0" fmla="*/ 0 h 1837057"/>
              <a:gd name="connsiteX1" fmla="*/ 527901 w 527901"/>
              <a:gd name="connsiteY1" fmla="*/ 3175 h 1837057"/>
              <a:gd name="connsiteX2" fmla="*/ 391376 w 527901"/>
              <a:gd name="connsiteY2" fmla="*/ 1837057 h 1837057"/>
              <a:gd name="connsiteX3" fmla="*/ 276225 w 527901"/>
              <a:gd name="connsiteY3" fmla="*/ 1837057 h 1837057"/>
              <a:gd name="connsiteX4" fmla="*/ 0 w 527901"/>
              <a:gd name="connsiteY4" fmla="*/ 0 h 1837057"/>
              <a:gd name="connsiteX0" fmla="*/ 0 w 645376"/>
              <a:gd name="connsiteY0" fmla="*/ 3175 h 1840232"/>
              <a:gd name="connsiteX1" fmla="*/ 645376 w 645376"/>
              <a:gd name="connsiteY1" fmla="*/ 0 h 1840232"/>
              <a:gd name="connsiteX2" fmla="*/ 391376 w 645376"/>
              <a:gd name="connsiteY2" fmla="*/ 1840232 h 1840232"/>
              <a:gd name="connsiteX3" fmla="*/ 276225 w 645376"/>
              <a:gd name="connsiteY3" fmla="*/ 1840232 h 1840232"/>
              <a:gd name="connsiteX4" fmla="*/ 0 w 645376"/>
              <a:gd name="connsiteY4" fmla="*/ 3175 h 1840232"/>
              <a:gd name="connsiteX0" fmla="*/ 0 w 654901"/>
              <a:gd name="connsiteY0" fmla="*/ 0 h 1837057"/>
              <a:gd name="connsiteX1" fmla="*/ 654901 w 654901"/>
              <a:gd name="connsiteY1" fmla="*/ 3175 h 1837057"/>
              <a:gd name="connsiteX2" fmla="*/ 391376 w 654901"/>
              <a:gd name="connsiteY2" fmla="*/ 1837057 h 1837057"/>
              <a:gd name="connsiteX3" fmla="*/ 276225 w 654901"/>
              <a:gd name="connsiteY3" fmla="*/ 1837057 h 1837057"/>
              <a:gd name="connsiteX4" fmla="*/ 0 w 654901"/>
              <a:gd name="connsiteY4" fmla="*/ 0 h 1837057"/>
              <a:gd name="connsiteX0" fmla="*/ 0 w 658076"/>
              <a:gd name="connsiteY0" fmla="*/ 0 h 1833882"/>
              <a:gd name="connsiteX1" fmla="*/ 658076 w 658076"/>
              <a:gd name="connsiteY1" fmla="*/ 0 h 1833882"/>
              <a:gd name="connsiteX2" fmla="*/ 394551 w 658076"/>
              <a:gd name="connsiteY2" fmla="*/ 1833882 h 1833882"/>
              <a:gd name="connsiteX3" fmla="*/ 279400 w 658076"/>
              <a:gd name="connsiteY3" fmla="*/ 1833882 h 1833882"/>
              <a:gd name="connsiteX4" fmla="*/ 0 w 658076"/>
              <a:gd name="connsiteY4" fmla="*/ 0 h 1833882"/>
              <a:gd name="connsiteX0" fmla="*/ 0 w 696176"/>
              <a:gd name="connsiteY0" fmla="*/ 0 h 1833882"/>
              <a:gd name="connsiteX1" fmla="*/ 696176 w 696176"/>
              <a:gd name="connsiteY1" fmla="*/ 50006 h 1833882"/>
              <a:gd name="connsiteX2" fmla="*/ 394551 w 696176"/>
              <a:gd name="connsiteY2" fmla="*/ 1833882 h 1833882"/>
              <a:gd name="connsiteX3" fmla="*/ 279400 w 696176"/>
              <a:gd name="connsiteY3" fmla="*/ 1833882 h 1833882"/>
              <a:gd name="connsiteX4" fmla="*/ 0 w 696176"/>
              <a:gd name="connsiteY4" fmla="*/ 0 h 1833882"/>
              <a:gd name="connsiteX0" fmla="*/ 49213 w 416776"/>
              <a:gd name="connsiteY0" fmla="*/ 0 h 1833882"/>
              <a:gd name="connsiteX1" fmla="*/ 416776 w 416776"/>
              <a:gd name="connsiteY1" fmla="*/ 50006 h 1833882"/>
              <a:gd name="connsiteX2" fmla="*/ 115151 w 416776"/>
              <a:gd name="connsiteY2" fmla="*/ 1833882 h 1833882"/>
              <a:gd name="connsiteX3" fmla="*/ 0 w 416776"/>
              <a:gd name="connsiteY3" fmla="*/ 1833882 h 1833882"/>
              <a:gd name="connsiteX4" fmla="*/ 49213 w 416776"/>
              <a:gd name="connsiteY4" fmla="*/ 0 h 1833882"/>
              <a:gd name="connsiteX0" fmla="*/ 65881 w 416776"/>
              <a:gd name="connsiteY0" fmla="*/ 0 h 1838645"/>
              <a:gd name="connsiteX1" fmla="*/ 416776 w 416776"/>
              <a:gd name="connsiteY1" fmla="*/ 54769 h 1838645"/>
              <a:gd name="connsiteX2" fmla="*/ 115151 w 416776"/>
              <a:gd name="connsiteY2" fmla="*/ 1838645 h 1838645"/>
              <a:gd name="connsiteX3" fmla="*/ 0 w 416776"/>
              <a:gd name="connsiteY3" fmla="*/ 1838645 h 1838645"/>
              <a:gd name="connsiteX4" fmla="*/ 65881 w 416776"/>
              <a:gd name="connsiteY4" fmla="*/ 0 h 1838645"/>
              <a:gd name="connsiteX0" fmla="*/ 65881 w 516788"/>
              <a:gd name="connsiteY0" fmla="*/ 0 h 1838645"/>
              <a:gd name="connsiteX1" fmla="*/ 516788 w 516788"/>
              <a:gd name="connsiteY1" fmla="*/ 71438 h 1838645"/>
              <a:gd name="connsiteX2" fmla="*/ 115151 w 516788"/>
              <a:gd name="connsiteY2" fmla="*/ 1838645 h 1838645"/>
              <a:gd name="connsiteX3" fmla="*/ 0 w 516788"/>
              <a:gd name="connsiteY3" fmla="*/ 1838645 h 1838645"/>
              <a:gd name="connsiteX4" fmla="*/ 65881 w 516788"/>
              <a:gd name="connsiteY4" fmla="*/ 0 h 1838645"/>
              <a:gd name="connsiteX0" fmla="*/ 65881 w 659663"/>
              <a:gd name="connsiteY0" fmla="*/ 0 h 1838645"/>
              <a:gd name="connsiteX1" fmla="*/ 659663 w 659663"/>
              <a:gd name="connsiteY1" fmla="*/ 78582 h 1838645"/>
              <a:gd name="connsiteX2" fmla="*/ 115151 w 659663"/>
              <a:gd name="connsiteY2" fmla="*/ 1838645 h 1838645"/>
              <a:gd name="connsiteX3" fmla="*/ 0 w 659663"/>
              <a:gd name="connsiteY3" fmla="*/ 1838645 h 1838645"/>
              <a:gd name="connsiteX4" fmla="*/ 65881 w 659663"/>
              <a:gd name="connsiteY4" fmla="*/ 0 h 1838645"/>
              <a:gd name="connsiteX0" fmla="*/ 15875 w 609657"/>
              <a:gd name="connsiteY0" fmla="*/ 0 h 1841027"/>
              <a:gd name="connsiteX1" fmla="*/ 609657 w 609657"/>
              <a:gd name="connsiteY1" fmla="*/ 78582 h 1841027"/>
              <a:gd name="connsiteX2" fmla="*/ 65145 w 609657"/>
              <a:gd name="connsiteY2" fmla="*/ 1838645 h 1841027"/>
              <a:gd name="connsiteX3" fmla="*/ 0 w 609657"/>
              <a:gd name="connsiteY3" fmla="*/ 1841027 h 1841027"/>
              <a:gd name="connsiteX4" fmla="*/ 15875 w 609657"/>
              <a:gd name="connsiteY4" fmla="*/ 0 h 1841027"/>
              <a:gd name="connsiteX0" fmla="*/ 15875 w 609657"/>
              <a:gd name="connsiteY0" fmla="*/ 0 h 1845788"/>
              <a:gd name="connsiteX1" fmla="*/ 609657 w 609657"/>
              <a:gd name="connsiteY1" fmla="*/ 78582 h 1845788"/>
              <a:gd name="connsiteX2" fmla="*/ 12757 w 609657"/>
              <a:gd name="connsiteY2" fmla="*/ 1845788 h 1845788"/>
              <a:gd name="connsiteX3" fmla="*/ 0 w 609657"/>
              <a:gd name="connsiteY3" fmla="*/ 1841027 h 1845788"/>
              <a:gd name="connsiteX4" fmla="*/ 15875 w 609657"/>
              <a:gd name="connsiteY4" fmla="*/ 0 h 1845788"/>
              <a:gd name="connsiteX0" fmla="*/ 0 w 739832"/>
              <a:gd name="connsiteY0" fmla="*/ 13493 h 1767206"/>
              <a:gd name="connsiteX1" fmla="*/ 739832 w 739832"/>
              <a:gd name="connsiteY1" fmla="*/ 0 h 1767206"/>
              <a:gd name="connsiteX2" fmla="*/ 142932 w 739832"/>
              <a:gd name="connsiteY2" fmla="*/ 1767206 h 1767206"/>
              <a:gd name="connsiteX3" fmla="*/ 130175 w 739832"/>
              <a:gd name="connsiteY3" fmla="*/ 1762445 h 1767206"/>
              <a:gd name="connsiteX4" fmla="*/ 0 w 739832"/>
              <a:gd name="connsiteY4" fmla="*/ 13493 h 1767206"/>
              <a:gd name="connsiteX0" fmla="*/ 0 w 749357"/>
              <a:gd name="connsiteY0" fmla="*/ 7143 h 1767206"/>
              <a:gd name="connsiteX1" fmla="*/ 749357 w 749357"/>
              <a:gd name="connsiteY1" fmla="*/ 0 h 1767206"/>
              <a:gd name="connsiteX2" fmla="*/ 152457 w 749357"/>
              <a:gd name="connsiteY2" fmla="*/ 1767206 h 1767206"/>
              <a:gd name="connsiteX3" fmla="*/ 139700 w 749357"/>
              <a:gd name="connsiteY3" fmla="*/ 1762445 h 1767206"/>
              <a:gd name="connsiteX4" fmla="*/ 0 w 749357"/>
              <a:gd name="connsiteY4" fmla="*/ 7143 h 1767206"/>
              <a:gd name="connsiteX0" fmla="*/ 0 w 774757"/>
              <a:gd name="connsiteY0" fmla="*/ 0 h 1769588"/>
              <a:gd name="connsiteX1" fmla="*/ 774757 w 774757"/>
              <a:gd name="connsiteY1" fmla="*/ 2382 h 1769588"/>
              <a:gd name="connsiteX2" fmla="*/ 177857 w 774757"/>
              <a:gd name="connsiteY2" fmla="*/ 1769588 h 1769588"/>
              <a:gd name="connsiteX3" fmla="*/ 165100 w 774757"/>
              <a:gd name="connsiteY3" fmla="*/ 1764827 h 1769588"/>
              <a:gd name="connsiteX4" fmla="*/ 0 w 774757"/>
              <a:gd name="connsiteY4" fmla="*/ 0 h 1769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757" h="1769588">
                <a:moveTo>
                  <a:pt x="0" y="0"/>
                </a:moveTo>
                <a:lnTo>
                  <a:pt x="774757" y="2382"/>
                </a:lnTo>
                <a:lnTo>
                  <a:pt x="177857" y="1769588"/>
                </a:lnTo>
                <a:lnTo>
                  <a:pt x="165100" y="1764827"/>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solidFill>
                <a:schemeClr val="bg1"/>
              </a:solidFill>
            </a:endParaRPr>
          </a:p>
        </p:txBody>
      </p:sp>
      <p:sp>
        <p:nvSpPr>
          <p:cNvPr id="192" name="Isosceles Triangle 181">
            <a:extLst>
              <a:ext uri="{FF2B5EF4-FFF2-40B4-BE49-F238E27FC236}">
                <a16:creationId xmlns:a16="http://schemas.microsoft.com/office/drawing/2014/main" id="{286D726A-AA79-4D78-A087-1749FD0B48CC}"/>
              </a:ext>
            </a:extLst>
          </p:cNvPr>
          <p:cNvSpPr/>
          <p:nvPr/>
        </p:nvSpPr>
        <p:spPr>
          <a:xfrm>
            <a:off x="2551839" y="2095499"/>
            <a:ext cx="802204" cy="545037"/>
          </a:xfrm>
          <a:custGeom>
            <a:avLst/>
            <a:gdLst>
              <a:gd name="connsiteX0" fmla="*/ 0 w 506881"/>
              <a:gd name="connsiteY0" fmla="*/ 466695 h 466695"/>
              <a:gd name="connsiteX1" fmla="*/ 253441 w 506881"/>
              <a:gd name="connsiteY1" fmla="*/ 0 h 466695"/>
              <a:gd name="connsiteX2" fmla="*/ 506881 w 506881"/>
              <a:gd name="connsiteY2" fmla="*/ 466695 h 466695"/>
              <a:gd name="connsiteX3" fmla="*/ 0 w 506881"/>
              <a:gd name="connsiteY3" fmla="*/ 466695 h 466695"/>
              <a:gd name="connsiteX0" fmla="*/ 0 w 506881"/>
              <a:gd name="connsiteY0" fmla="*/ 516701 h 516701"/>
              <a:gd name="connsiteX1" fmla="*/ 239153 w 506881"/>
              <a:gd name="connsiteY1" fmla="*/ 0 h 516701"/>
              <a:gd name="connsiteX2" fmla="*/ 506881 w 506881"/>
              <a:gd name="connsiteY2" fmla="*/ 516701 h 516701"/>
              <a:gd name="connsiteX3" fmla="*/ 0 w 506881"/>
              <a:gd name="connsiteY3" fmla="*/ 516701 h 516701"/>
              <a:gd name="connsiteX0" fmla="*/ 0 w 492593"/>
              <a:gd name="connsiteY0" fmla="*/ 516701 h 516701"/>
              <a:gd name="connsiteX1" fmla="*/ 239153 w 492593"/>
              <a:gd name="connsiteY1" fmla="*/ 0 h 516701"/>
              <a:gd name="connsiteX2" fmla="*/ 492593 w 492593"/>
              <a:gd name="connsiteY2" fmla="*/ 514320 h 516701"/>
              <a:gd name="connsiteX3" fmla="*/ 0 w 492593"/>
              <a:gd name="connsiteY3" fmla="*/ 516701 h 516701"/>
              <a:gd name="connsiteX0" fmla="*/ 0 w 485449"/>
              <a:gd name="connsiteY0" fmla="*/ 521463 h 521463"/>
              <a:gd name="connsiteX1" fmla="*/ 232009 w 485449"/>
              <a:gd name="connsiteY1" fmla="*/ 0 h 521463"/>
              <a:gd name="connsiteX2" fmla="*/ 485449 w 485449"/>
              <a:gd name="connsiteY2" fmla="*/ 514320 h 521463"/>
              <a:gd name="connsiteX3" fmla="*/ 0 w 485449"/>
              <a:gd name="connsiteY3" fmla="*/ 521463 h 521463"/>
              <a:gd name="connsiteX0" fmla="*/ 0 w 740243"/>
              <a:gd name="connsiteY0" fmla="*/ 480982 h 514320"/>
              <a:gd name="connsiteX1" fmla="*/ 486803 w 740243"/>
              <a:gd name="connsiteY1" fmla="*/ 0 h 514320"/>
              <a:gd name="connsiteX2" fmla="*/ 740243 w 740243"/>
              <a:gd name="connsiteY2" fmla="*/ 514320 h 514320"/>
              <a:gd name="connsiteX3" fmla="*/ 0 w 740243"/>
              <a:gd name="connsiteY3" fmla="*/ 480982 h 514320"/>
              <a:gd name="connsiteX0" fmla="*/ 0 w 740243"/>
              <a:gd name="connsiteY0" fmla="*/ 464313 h 497651"/>
              <a:gd name="connsiteX1" fmla="*/ 615391 w 740243"/>
              <a:gd name="connsiteY1" fmla="*/ 0 h 497651"/>
              <a:gd name="connsiteX2" fmla="*/ 740243 w 740243"/>
              <a:gd name="connsiteY2" fmla="*/ 497651 h 497651"/>
              <a:gd name="connsiteX3" fmla="*/ 0 w 740243"/>
              <a:gd name="connsiteY3" fmla="*/ 464313 h 497651"/>
              <a:gd name="connsiteX0" fmla="*/ 0 w 615391"/>
              <a:gd name="connsiteY0" fmla="*/ 464313 h 533370"/>
              <a:gd name="connsiteX1" fmla="*/ 615391 w 615391"/>
              <a:gd name="connsiteY1" fmla="*/ 0 h 533370"/>
              <a:gd name="connsiteX2" fmla="*/ 599749 w 615391"/>
              <a:gd name="connsiteY2" fmla="*/ 533370 h 533370"/>
              <a:gd name="connsiteX3" fmla="*/ 0 w 615391"/>
              <a:gd name="connsiteY3" fmla="*/ 464313 h 533370"/>
              <a:gd name="connsiteX0" fmla="*/ 0 w 812241"/>
              <a:gd name="connsiteY0" fmla="*/ 530988 h 533370"/>
              <a:gd name="connsiteX1" fmla="*/ 812241 w 812241"/>
              <a:gd name="connsiteY1" fmla="*/ 0 h 533370"/>
              <a:gd name="connsiteX2" fmla="*/ 796599 w 812241"/>
              <a:gd name="connsiteY2" fmla="*/ 533370 h 533370"/>
              <a:gd name="connsiteX3" fmla="*/ 0 w 812241"/>
              <a:gd name="connsiteY3" fmla="*/ 530988 h 533370"/>
              <a:gd name="connsiteX0" fmla="*/ 0 w 796366"/>
              <a:gd name="connsiteY0" fmla="*/ 527813 h 533370"/>
              <a:gd name="connsiteX1" fmla="*/ 796366 w 796366"/>
              <a:gd name="connsiteY1" fmla="*/ 0 h 533370"/>
              <a:gd name="connsiteX2" fmla="*/ 780724 w 796366"/>
              <a:gd name="connsiteY2" fmla="*/ 533370 h 533370"/>
              <a:gd name="connsiteX3" fmla="*/ 0 w 796366"/>
              <a:gd name="connsiteY3" fmla="*/ 527813 h 533370"/>
              <a:gd name="connsiteX0" fmla="*/ 25632 w 821998"/>
              <a:gd name="connsiteY0" fmla="*/ 539480 h 545037"/>
              <a:gd name="connsiteX1" fmla="*/ 20655 w 821998"/>
              <a:gd name="connsiteY1" fmla="*/ 0 h 545037"/>
              <a:gd name="connsiteX2" fmla="*/ 821998 w 821998"/>
              <a:gd name="connsiteY2" fmla="*/ 11667 h 545037"/>
              <a:gd name="connsiteX3" fmla="*/ 806356 w 821998"/>
              <a:gd name="connsiteY3" fmla="*/ 545037 h 545037"/>
              <a:gd name="connsiteX4" fmla="*/ 25632 w 821998"/>
              <a:gd name="connsiteY4" fmla="*/ 539480 h 545037"/>
              <a:gd name="connsiteX0" fmla="*/ 5095 w 801461"/>
              <a:gd name="connsiteY0" fmla="*/ 539480 h 545037"/>
              <a:gd name="connsiteX1" fmla="*/ 118 w 801461"/>
              <a:gd name="connsiteY1" fmla="*/ 0 h 545037"/>
              <a:gd name="connsiteX2" fmla="*/ 801461 w 801461"/>
              <a:gd name="connsiteY2" fmla="*/ 11667 h 545037"/>
              <a:gd name="connsiteX3" fmla="*/ 785819 w 801461"/>
              <a:gd name="connsiteY3" fmla="*/ 545037 h 545037"/>
              <a:gd name="connsiteX4" fmla="*/ 5095 w 801461"/>
              <a:gd name="connsiteY4" fmla="*/ 539480 h 545037"/>
              <a:gd name="connsiteX0" fmla="*/ 5838 w 802204"/>
              <a:gd name="connsiteY0" fmla="*/ 539480 h 545037"/>
              <a:gd name="connsiteX1" fmla="*/ 861 w 802204"/>
              <a:gd name="connsiteY1" fmla="*/ 0 h 545037"/>
              <a:gd name="connsiteX2" fmla="*/ 802204 w 802204"/>
              <a:gd name="connsiteY2" fmla="*/ 11667 h 545037"/>
              <a:gd name="connsiteX3" fmla="*/ 786562 w 802204"/>
              <a:gd name="connsiteY3" fmla="*/ 545037 h 545037"/>
              <a:gd name="connsiteX4" fmla="*/ 5838 w 802204"/>
              <a:gd name="connsiteY4" fmla="*/ 539480 h 545037"/>
              <a:gd name="connsiteX0" fmla="*/ 5838 w 802204"/>
              <a:gd name="connsiteY0" fmla="*/ 539480 h 545037"/>
              <a:gd name="connsiteX1" fmla="*/ 861 w 802204"/>
              <a:gd name="connsiteY1" fmla="*/ 0 h 545037"/>
              <a:gd name="connsiteX2" fmla="*/ 802204 w 802204"/>
              <a:gd name="connsiteY2" fmla="*/ 11667 h 545037"/>
              <a:gd name="connsiteX3" fmla="*/ 786562 w 802204"/>
              <a:gd name="connsiteY3" fmla="*/ 545037 h 545037"/>
              <a:gd name="connsiteX4" fmla="*/ 5838 w 802204"/>
              <a:gd name="connsiteY4" fmla="*/ 539480 h 545037"/>
              <a:gd name="connsiteX0" fmla="*/ 7406 w 803772"/>
              <a:gd name="connsiteY0" fmla="*/ 539480 h 545037"/>
              <a:gd name="connsiteX1" fmla="*/ 2429 w 803772"/>
              <a:gd name="connsiteY1" fmla="*/ 0 h 545037"/>
              <a:gd name="connsiteX2" fmla="*/ 803772 w 803772"/>
              <a:gd name="connsiteY2" fmla="*/ 11667 h 545037"/>
              <a:gd name="connsiteX3" fmla="*/ 788130 w 803772"/>
              <a:gd name="connsiteY3" fmla="*/ 545037 h 545037"/>
              <a:gd name="connsiteX4" fmla="*/ 7406 w 803772"/>
              <a:gd name="connsiteY4" fmla="*/ 539480 h 545037"/>
              <a:gd name="connsiteX0" fmla="*/ 5540 w 801906"/>
              <a:gd name="connsiteY0" fmla="*/ 539480 h 545037"/>
              <a:gd name="connsiteX1" fmla="*/ 563 w 801906"/>
              <a:gd name="connsiteY1" fmla="*/ 0 h 545037"/>
              <a:gd name="connsiteX2" fmla="*/ 801906 w 801906"/>
              <a:gd name="connsiteY2" fmla="*/ 11667 h 545037"/>
              <a:gd name="connsiteX3" fmla="*/ 786264 w 801906"/>
              <a:gd name="connsiteY3" fmla="*/ 545037 h 545037"/>
              <a:gd name="connsiteX4" fmla="*/ 5540 w 801906"/>
              <a:gd name="connsiteY4" fmla="*/ 539480 h 545037"/>
              <a:gd name="connsiteX0" fmla="*/ 5838 w 802204"/>
              <a:gd name="connsiteY0" fmla="*/ 539480 h 545037"/>
              <a:gd name="connsiteX1" fmla="*/ 861 w 802204"/>
              <a:gd name="connsiteY1" fmla="*/ 0 h 545037"/>
              <a:gd name="connsiteX2" fmla="*/ 802204 w 802204"/>
              <a:gd name="connsiteY2" fmla="*/ 11667 h 545037"/>
              <a:gd name="connsiteX3" fmla="*/ 786562 w 802204"/>
              <a:gd name="connsiteY3" fmla="*/ 545037 h 545037"/>
              <a:gd name="connsiteX4" fmla="*/ 5838 w 802204"/>
              <a:gd name="connsiteY4" fmla="*/ 539480 h 545037"/>
              <a:gd name="connsiteX0" fmla="*/ 5838 w 802204"/>
              <a:gd name="connsiteY0" fmla="*/ 539480 h 545037"/>
              <a:gd name="connsiteX1" fmla="*/ 861 w 802204"/>
              <a:gd name="connsiteY1" fmla="*/ 0 h 545037"/>
              <a:gd name="connsiteX2" fmla="*/ 802204 w 802204"/>
              <a:gd name="connsiteY2" fmla="*/ 11667 h 545037"/>
              <a:gd name="connsiteX3" fmla="*/ 786562 w 802204"/>
              <a:gd name="connsiteY3" fmla="*/ 545037 h 545037"/>
              <a:gd name="connsiteX4" fmla="*/ 5838 w 802204"/>
              <a:gd name="connsiteY4" fmla="*/ 539480 h 5450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204" h="545037">
                <a:moveTo>
                  <a:pt x="5838" y="539480"/>
                </a:moveTo>
                <a:cubicBezTo>
                  <a:pt x="6296" y="417862"/>
                  <a:pt x="-2772" y="83518"/>
                  <a:pt x="861" y="0"/>
                </a:cubicBezTo>
                <a:lnTo>
                  <a:pt x="802204" y="11667"/>
                </a:lnTo>
                <a:lnTo>
                  <a:pt x="786562" y="545037"/>
                </a:lnTo>
                <a:lnTo>
                  <a:pt x="5838" y="539480"/>
                </a:lnTo>
                <a:close/>
              </a:path>
            </a:pathLst>
          </a:custGeom>
          <a:pattFill prst="smConfetti">
            <a:fgClr>
              <a:schemeClr val="tx1"/>
            </a:fgClr>
            <a:bgClr>
              <a:schemeClr val="bg1"/>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a:extLst>
              <a:ext uri="{FF2B5EF4-FFF2-40B4-BE49-F238E27FC236}">
                <a16:creationId xmlns:a16="http://schemas.microsoft.com/office/drawing/2014/main" id="{67A1B56D-8F01-4230-8937-D9F688EC4F8B}"/>
              </a:ext>
            </a:extLst>
          </p:cNvPr>
          <p:cNvSpPr/>
          <p:nvPr/>
        </p:nvSpPr>
        <p:spPr>
          <a:xfrm>
            <a:off x="3191014" y="1897289"/>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V</a:t>
            </a:r>
            <a:endParaRPr lang="en-US" dirty="0">
              <a:solidFill>
                <a:schemeClr val="accent6"/>
              </a:solidFill>
            </a:endParaRPr>
          </a:p>
        </p:txBody>
      </p:sp>
      <p:sp>
        <p:nvSpPr>
          <p:cNvPr id="193" name="Oval 192">
            <a:extLst>
              <a:ext uri="{FF2B5EF4-FFF2-40B4-BE49-F238E27FC236}">
                <a16:creationId xmlns:a16="http://schemas.microsoft.com/office/drawing/2014/main" id="{42C95D24-807A-45C2-B23E-26C5D817F53C}"/>
              </a:ext>
            </a:extLst>
          </p:cNvPr>
          <p:cNvSpPr/>
          <p:nvPr/>
        </p:nvSpPr>
        <p:spPr>
          <a:xfrm>
            <a:off x="3201289" y="2465783"/>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6</a:t>
            </a:r>
            <a:endParaRPr lang="en-US" dirty="0">
              <a:solidFill>
                <a:schemeClr val="accent6"/>
              </a:solidFill>
            </a:endParaRPr>
          </a:p>
        </p:txBody>
      </p:sp>
      <p:sp>
        <p:nvSpPr>
          <p:cNvPr id="298" name="Oval 297">
            <a:extLst>
              <a:ext uri="{FF2B5EF4-FFF2-40B4-BE49-F238E27FC236}">
                <a16:creationId xmlns:a16="http://schemas.microsoft.com/office/drawing/2014/main" id="{BDD707F5-0BE8-471A-B269-DAB47FAED13A}"/>
              </a:ext>
            </a:extLst>
          </p:cNvPr>
          <p:cNvSpPr/>
          <p:nvPr/>
        </p:nvSpPr>
        <p:spPr>
          <a:xfrm>
            <a:off x="2555071" y="4245565"/>
            <a:ext cx="352122" cy="352122"/>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F</a:t>
            </a:r>
            <a:endParaRPr lang="en-US" dirty="0">
              <a:solidFill>
                <a:schemeClr val="accent6"/>
              </a:solidFill>
            </a:endParaRPr>
          </a:p>
        </p:txBody>
      </p:sp>
      <p:cxnSp>
        <p:nvCxnSpPr>
          <p:cNvPr id="194" name="Straight Arrow Connector 193">
            <a:extLst>
              <a:ext uri="{FF2B5EF4-FFF2-40B4-BE49-F238E27FC236}">
                <a16:creationId xmlns:a16="http://schemas.microsoft.com/office/drawing/2014/main" id="{986ADC7F-59C1-4BED-BE29-4A81C33FECA9}"/>
              </a:ext>
            </a:extLst>
          </p:cNvPr>
          <p:cNvCxnSpPr>
            <a:cxnSpLocks/>
          </p:cNvCxnSpPr>
          <p:nvPr/>
        </p:nvCxnSpPr>
        <p:spPr>
          <a:xfrm rot="16320000" flipH="1">
            <a:off x="3334620" y="2355603"/>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5" name="Straight Arrow Connector 194">
            <a:extLst>
              <a:ext uri="{FF2B5EF4-FFF2-40B4-BE49-F238E27FC236}">
                <a16:creationId xmlns:a16="http://schemas.microsoft.com/office/drawing/2014/main" id="{C73648A5-1F92-4363-BD64-9AE84474F88B}"/>
              </a:ext>
            </a:extLst>
          </p:cNvPr>
          <p:cNvCxnSpPr>
            <a:cxnSpLocks/>
          </p:cNvCxnSpPr>
          <p:nvPr/>
        </p:nvCxnSpPr>
        <p:spPr>
          <a:xfrm rot="11220000" flipV="1">
            <a:off x="3832200" y="2799418"/>
            <a:ext cx="37490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6" name="Straight Arrow Connector 195">
            <a:extLst>
              <a:ext uri="{FF2B5EF4-FFF2-40B4-BE49-F238E27FC236}">
                <a16:creationId xmlns:a16="http://schemas.microsoft.com/office/drawing/2014/main" id="{B0A09CE7-F94A-4732-98C5-06601309EC58}"/>
              </a:ext>
            </a:extLst>
          </p:cNvPr>
          <p:cNvCxnSpPr>
            <a:cxnSpLocks/>
          </p:cNvCxnSpPr>
          <p:nvPr/>
        </p:nvCxnSpPr>
        <p:spPr>
          <a:xfrm flipH="1">
            <a:off x="2808938" y="2709099"/>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7" name="Straight Arrow Connector 196">
            <a:extLst>
              <a:ext uri="{FF2B5EF4-FFF2-40B4-BE49-F238E27FC236}">
                <a16:creationId xmlns:a16="http://schemas.microsoft.com/office/drawing/2014/main" id="{081EA834-0711-40DB-828D-9EBEF28B05CE}"/>
              </a:ext>
            </a:extLst>
          </p:cNvPr>
          <p:cNvCxnSpPr>
            <a:cxnSpLocks/>
          </p:cNvCxnSpPr>
          <p:nvPr/>
        </p:nvCxnSpPr>
        <p:spPr>
          <a:xfrm rot="5040000" flipV="1">
            <a:off x="2402637" y="336068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8" name="Straight Arrow Connector 197">
            <a:extLst>
              <a:ext uri="{FF2B5EF4-FFF2-40B4-BE49-F238E27FC236}">
                <a16:creationId xmlns:a16="http://schemas.microsoft.com/office/drawing/2014/main" id="{BB9A299E-6750-4E12-B98C-51CCD0D85ABF}"/>
              </a:ext>
            </a:extLst>
          </p:cNvPr>
          <p:cNvCxnSpPr>
            <a:cxnSpLocks/>
          </p:cNvCxnSpPr>
          <p:nvPr/>
        </p:nvCxnSpPr>
        <p:spPr>
          <a:xfrm rot="17220000" flipV="1">
            <a:off x="2853907" y="3325546"/>
            <a:ext cx="3657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9" name="Rectangle 198">
            <a:extLst>
              <a:ext uri="{FF2B5EF4-FFF2-40B4-BE49-F238E27FC236}">
                <a16:creationId xmlns:a16="http://schemas.microsoft.com/office/drawing/2014/main" id="{3C8D6C19-FBF8-45D0-AF00-C247544DBFDD}"/>
              </a:ext>
            </a:extLst>
          </p:cNvPr>
          <p:cNvSpPr/>
          <p:nvPr/>
        </p:nvSpPr>
        <p:spPr>
          <a:xfrm rot="5400000">
            <a:off x="1216964" y="1292178"/>
            <a:ext cx="546609" cy="2144649"/>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302" name="Oval 301">
            <a:extLst>
              <a:ext uri="{FF2B5EF4-FFF2-40B4-BE49-F238E27FC236}">
                <a16:creationId xmlns:a16="http://schemas.microsoft.com/office/drawing/2014/main" id="{8219E6CA-0701-46C4-9495-F0DAC3BE6D5C}"/>
              </a:ext>
            </a:extLst>
          </p:cNvPr>
          <p:cNvSpPr/>
          <p:nvPr/>
        </p:nvSpPr>
        <p:spPr>
          <a:xfrm>
            <a:off x="227183" y="2410794"/>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J</a:t>
            </a:r>
            <a:endParaRPr lang="en-US" dirty="0">
              <a:solidFill>
                <a:schemeClr val="accent6"/>
              </a:solidFill>
            </a:endParaRPr>
          </a:p>
        </p:txBody>
      </p:sp>
      <p:sp>
        <p:nvSpPr>
          <p:cNvPr id="303" name="Oval 302">
            <a:extLst>
              <a:ext uri="{FF2B5EF4-FFF2-40B4-BE49-F238E27FC236}">
                <a16:creationId xmlns:a16="http://schemas.microsoft.com/office/drawing/2014/main" id="{15FA5F7E-26C9-47B3-BC05-D68924780B80}"/>
              </a:ext>
            </a:extLst>
          </p:cNvPr>
          <p:cNvSpPr/>
          <p:nvPr/>
        </p:nvSpPr>
        <p:spPr>
          <a:xfrm>
            <a:off x="2391464" y="2453601"/>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K</a:t>
            </a:r>
            <a:endParaRPr lang="en-US" dirty="0">
              <a:solidFill>
                <a:schemeClr val="accent6"/>
              </a:solidFill>
            </a:endParaRPr>
          </a:p>
        </p:txBody>
      </p:sp>
      <p:sp>
        <p:nvSpPr>
          <p:cNvPr id="200" name="Oval 199">
            <a:extLst>
              <a:ext uri="{FF2B5EF4-FFF2-40B4-BE49-F238E27FC236}">
                <a16:creationId xmlns:a16="http://schemas.microsoft.com/office/drawing/2014/main" id="{33B58272-AE58-42BE-BAEF-BF012DC0E469}"/>
              </a:ext>
            </a:extLst>
          </p:cNvPr>
          <p:cNvSpPr/>
          <p:nvPr/>
        </p:nvSpPr>
        <p:spPr>
          <a:xfrm>
            <a:off x="2378951" y="1906846"/>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7</a:t>
            </a:r>
            <a:endParaRPr lang="en-US" dirty="0">
              <a:solidFill>
                <a:schemeClr val="accent6"/>
              </a:solidFill>
            </a:endParaRPr>
          </a:p>
        </p:txBody>
      </p:sp>
      <p:cxnSp>
        <p:nvCxnSpPr>
          <p:cNvPr id="201" name="Straight Arrow Connector 200">
            <a:extLst>
              <a:ext uri="{FF2B5EF4-FFF2-40B4-BE49-F238E27FC236}">
                <a16:creationId xmlns:a16="http://schemas.microsoft.com/office/drawing/2014/main" id="{8B414D9D-CB3F-4E09-B452-04EA3F895CBB}"/>
              </a:ext>
            </a:extLst>
          </p:cNvPr>
          <p:cNvCxnSpPr>
            <a:cxnSpLocks/>
          </p:cNvCxnSpPr>
          <p:nvPr/>
        </p:nvCxnSpPr>
        <p:spPr>
          <a:xfrm rot="-5760000" flipV="1">
            <a:off x="2296991" y="3375479"/>
            <a:ext cx="54707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0" name="Straight Arrow Connector 209">
            <a:extLst>
              <a:ext uri="{FF2B5EF4-FFF2-40B4-BE49-F238E27FC236}">
                <a16:creationId xmlns:a16="http://schemas.microsoft.com/office/drawing/2014/main" id="{361572C8-C1D5-49F6-9D58-5310E887FB3A}"/>
              </a:ext>
            </a:extLst>
          </p:cNvPr>
          <p:cNvCxnSpPr>
            <a:cxnSpLocks/>
          </p:cNvCxnSpPr>
          <p:nvPr/>
        </p:nvCxnSpPr>
        <p:spPr>
          <a:xfrm rot="10800000" flipV="1">
            <a:off x="1297865" y="2142041"/>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2" name="Straight Arrow Connector 221">
            <a:extLst>
              <a:ext uri="{FF2B5EF4-FFF2-40B4-BE49-F238E27FC236}">
                <a16:creationId xmlns:a16="http://schemas.microsoft.com/office/drawing/2014/main" id="{BE58A6F0-5964-4961-A21C-1C691B011EE6}"/>
              </a:ext>
            </a:extLst>
          </p:cNvPr>
          <p:cNvCxnSpPr>
            <a:cxnSpLocks/>
          </p:cNvCxnSpPr>
          <p:nvPr/>
        </p:nvCxnSpPr>
        <p:spPr>
          <a:xfrm flipV="1">
            <a:off x="1297864" y="258139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7" name="Oval 226">
            <a:extLst>
              <a:ext uri="{FF2B5EF4-FFF2-40B4-BE49-F238E27FC236}">
                <a16:creationId xmlns:a16="http://schemas.microsoft.com/office/drawing/2014/main" id="{16C4F353-31E9-48EA-A22B-FBF140A992AF}"/>
              </a:ext>
            </a:extLst>
          </p:cNvPr>
          <p:cNvSpPr/>
          <p:nvPr/>
        </p:nvSpPr>
        <p:spPr>
          <a:xfrm>
            <a:off x="235430" y="1915804"/>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8</a:t>
            </a:r>
            <a:endParaRPr lang="en-US" dirty="0">
              <a:solidFill>
                <a:schemeClr val="accent6"/>
              </a:solidFill>
            </a:endParaRPr>
          </a:p>
        </p:txBody>
      </p:sp>
      <p:cxnSp>
        <p:nvCxnSpPr>
          <p:cNvPr id="243" name="Straight Arrow Connector 242">
            <a:extLst>
              <a:ext uri="{FF2B5EF4-FFF2-40B4-BE49-F238E27FC236}">
                <a16:creationId xmlns:a16="http://schemas.microsoft.com/office/drawing/2014/main" id="{30898D16-BC04-4746-8751-CB4A6F7A812F}"/>
              </a:ext>
            </a:extLst>
          </p:cNvPr>
          <p:cNvCxnSpPr>
            <a:cxnSpLocks/>
          </p:cNvCxnSpPr>
          <p:nvPr/>
        </p:nvCxnSpPr>
        <p:spPr>
          <a:xfrm rot="-5820000" flipV="1">
            <a:off x="2188892" y="1390993"/>
            <a:ext cx="4572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3" name="Straight Arrow Connector 272">
            <a:extLst>
              <a:ext uri="{FF2B5EF4-FFF2-40B4-BE49-F238E27FC236}">
                <a16:creationId xmlns:a16="http://schemas.microsoft.com/office/drawing/2014/main" id="{9BD7F3F2-C25E-4CCD-ABDA-F48C381EFEBA}"/>
              </a:ext>
            </a:extLst>
          </p:cNvPr>
          <p:cNvCxnSpPr>
            <a:cxnSpLocks/>
          </p:cNvCxnSpPr>
          <p:nvPr/>
        </p:nvCxnSpPr>
        <p:spPr>
          <a:xfrm rot="10800000" flipH="1">
            <a:off x="2838584" y="2046905"/>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1" name="Rectangle 190">
            <a:extLst>
              <a:ext uri="{FF2B5EF4-FFF2-40B4-BE49-F238E27FC236}">
                <a16:creationId xmlns:a16="http://schemas.microsoft.com/office/drawing/2014/main" id="{59E89EBB-5EFF-4E21-A947-FDB047F888BE}"/>
              </a:ext>
            </a:extLst>
          </p:cNvPr>
          <p:cNvSpPr/>
          <p:nvPr/>
        </p:nvSpPr>
        <p:spPr>
          <a:xfrm rot="5400000">
            <a:off x="8547982" y="1643336"/>
            <a:ext cx="490198" cy="1837915"/>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70" name="Oval 169">
            <a:extLst>
              <a:ext uri="{FF2B5EF4-FFF2-40B4-BE49-F238E27FC236}">
                <a16:creationId xmlns:a16="http://schemas.microsoft.com/office/drawing/2014/main" id="{E7F3F1E6-7842-4DBF-93BE-E2D74FE936CD}"/>
              </a:ext>
            </a:extLst>
          </p:cNvPr>
          <p:cNvSpPr/>
          <p:nvPr/>
        </p:nvSpPr>
        <p:spPr>
          <a:xfrm>
            <a:off x="7697858" y="2636112"/>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1</a:t>
            </a:r>
            <a:endParaRPr lang="en-US" dirty="0">
              <a:solidFill>
                <a:schemeClr val="accent6"/>
              </a:solidFill>
            </a:endParaRPr>
          </a:p>
        </p:txBody>
      </p:sp>
      <p:sp>
        <p:nvSpPr>
          <p:cNvPr id="238" name="Oval 237">
            <a:extLst>
              <a:ext uri="{FF2B5EF4-FFF2-40B4-BE49-F238E27FC236}">
                <a16:creationId xmlns:a16="http://schemas.microsoft.com/office/drawing/2014/main" id="{FC805790-9817-40EC-BAAC-8AB10E2A4699}"/>
              </a:ext>
            </a:extLst>
          </p:cNvPr>
          <p:cNvSpPr/>
          <p:nvPr/>
        </p:nvSpPr>
        <p:spPr>
          <a:xfrm>
            <a:off x="7705506" y="214289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9</a:t>
            </a:r>
            <a:endParaRPr lang="en-US" dirty="0">
              <a:solidFill>
                <a:schemeClr val="accent6"/>
              </a:solidFill>
            </a:endParaRPr>
          </a:p>
        </p:txBody>
      </p:sp>
      <p:sp>
        <p:nvSpPr>
          <p:cNvPr id="306" name="Oval 305">
            <a:extLst>
              <a:ext uri="{FF2B5EF4-FFF2-40B4-BE49-F238E27FC236}">
                <a16:creationId xmlns:a16="http://schemas.microsoft.com/office/drawing/2014/main" id="{91BE7614-ABEE-4C51-A742-71FFD52B95A5}"/>
              </a:ext>
            </a:extLst>
          </p:cNvPr>
          <p:cNvSpPr/>
          <p:nvPr/>
        </p:nvSpPr>
        <p:spPr>
          <a:xfrm>
            <a:off x="9535977" y="2633775"/>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N</a:t>
            </a:r>
            <a:endParaRPr lang="en-US" dirty="0">
              <a:solidFill>
                <a:schemeClr val="accent6"/>
              </a:solidFill>
            </a:endParaRPr>
          </a:p>
        </p:txBody>
      </p:sp>
      <p:sp>
        <p:nvSpPr>
          <p:cNvPr id="266" name="Oval 265">
            <a:extLst>
              <a:ext uri="{FF2B5EF4-FFF2-40B4-BE49-F238E27FC236}">
                <a16:creationId xmlns:a16="http://schemas.microsoft.com/office/drawing/2014/main" id="{A95576F0-1A3F-45B4-9C8B-29639E03C7E9}"/>
              </a:ext>
            </a:extLst>
          </p:cNvPr>
          <p:cNvSpPr/>
          <p:nvPr/>
        </p:nvSpPr>
        <p:spPr>
          <a:xfrm>
            <a:off x="9535977" y="2147145"/>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0</a:t>
            </a:r>
            <a:endParaRPr lang="en-US" dirty="0">
              <a:solidFill>
                <a:schemeClr val="accent6"/>
              </a:solidFill>
            </a:endParaRPr>
          </a:p>
        </p:txBody>
      </p:sp>
      <p:cxnSp>
        <p:nvCxnSpPr>
          <p:cNvPr id="272" name="Straight Arrow Connector 271">
            <a:extLst>
              <a:ext uri="{FF2B5EF4-FFF2-40B4-BE49-F238E27FC236}">
                <a16:creationId xmlns:a16="http://schemas.microsoft.com/office/drawing/2014/main" id="{52F32CAC-3C50-4748-8F34-8DF8C4445B3C}"/>
              </a:ext>
            </a:extLst>
          </p:cNvPr>
          <p:cNvCxnSpPr>
            <a:cxnSpLocks/>
          </p:cNvCxnSpPr>
          <p:nvPr/>
        </p:nvCxnSpPr>
        <p:spPr>
          <a:xfrm rot="10800000" flipV="1">
            <a:off x="8537105" y="2375207"/>
            <a:ext cx="44746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7" name="Straight Arrow Connector 276">
            <a:extLst>
              <a:ext uri="{FF2B5EF4-FFF2-40B4-BE49-F238E27FC236}">
                <a16:creationId xmlns:a16="http://schemas.microsoft.com/office/drawing/2014/main" id="{99CF41AF-DEF5-4617-B347-6F603160608C}"/>
              </a:ext>
            </a:extLst>
          </p:cNvPr>
          <p:cNvCxnSpPr>
            <a:cxnSpLocks/>
          </p:cNvCxnSpPr>
          <p:nvPr/>
        </p:nvCxnSpPr>
        <p:spPr>
          <a:xfrm flipV="1">
            <a:off x="8564598" y="2740205"/>
            <a:ext cx="44746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8" name="Straight Arrow Connector 277">
            <a:extLst>
              <a:ext uri="{FF2B5EF4-FFF2-40B4-BE49-F238E27FC236}">
                <a16:creationId xmlns:a16="http://schemas.microsoft.com/office/drawing/2014/main" id="{35B95FFD-EA0F-4692-8998-11AE7D995D70}"/>
              </a:ext>
            </a:extLst>
          </p:cNvPr>
          <p:cNvCxnSpPr>
            <a:cxnSpLocks/>
          </p:cNvCxnSpPr>
          <p:nvPr/>
        </p:nvCxnSpPr>
        <p:spPr>
          <a:xfrm rot="5340000" flipH="1">
            <a:off x="9483745" y="2569042"/>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9" name="Straight Arrow Connector 278">
            <a:extLst>
              <a:ext uri="{FF2B5EF4-FFF2-40B4-BE49-F238E27FC236}">
                <a16:creationId xmlns:a16="http://schemas.microsoft.com/office/drawing/2014/main" id="{25C27157-8B0C-4BE5-ABCF-F15FC71E4746}"/>
              </a:ext>
            </a:extLst>
          </p:cNvPr>
          <p:cNvCxnSpPr>
            <a:cxnSpLocks/>
          </p:cNvCxnSpPr>
          <p:nvPr/>
        </p:nvCxnSpPr>
        <p:spPr>
          <a:xfrm rot="16200000" flipH="1">
            <a:off x="7921906" y="2575644"/>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0" name="Straight Arrow Connector 279">
            <a:extLst>
              <a:ext uri="{FF2B5EF4-FFF2-40B4-BE49-F238E27FC236}">
                <a16:creationId xmlns:a16="http://schemas.microsoft.com/office/drawing/2014/main" id="{6E9230F5-D4D2-40C5-959B-F78F46B1C713}"/>
              </a:ext>
            </a:extLst>
          </p:cNvPr>
          <p:cNvCxnSpPr>
            <a:cxnSpLocks/>
          </p:cNvCxnSpPr>
          <p:nvPr/>
        </p:nvCxnSpPr>
        <p:spPr>
          <a:xfrm rot="10800000" flipH="1">
            <a:off x="7544335" y="2192280"/>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1" name="Straight Arrow Connector 280">
            <a:extLst>
              <a:ext uri="{FF2B5EF4-FFF2-40B4-BE49-F238E27FC236}">
                <a16:creationId xmlns:a16="http://schemas.microsoft.com/office/drawing/2014/main" id="{5AAAA650-FF4E-411C-9B9C-686AD2B745DE}"/>
              </a:ext>
            </a:extLst>
          </p:cNvPr>
          <p:cNvCxnSpPr>
            <a:cxnSpLocks/>
          </p:cNvCxnSpPr>
          <p:nvPr/>
        </p:nvCxnSpPr>
        <p:spPr>
          <a:xfrm flipH="1">
            <a:off x="7530046" y="2924434"/>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25488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2" name="Group 251">
            <a:extLst>
              <a:ext uri="{FF2B5EF4-FFF2-40B4-BE49-F238E27FC236}">
                <a16:creationId xmlns:a16="http://schemas.microsoft.com/office/drawing/2014/main" id="{3FD7EEEF-3529-4A48-AD2B-C975FF0DD39E}"/>
              </a:ext>
            </a:extLst>
          </p:cNvPr>
          <p:cNvGrpSpPr/>
          <p:nvPr/>
        </p:nvGrpSpPr>
        <p:grpSpPr>
          <a:xfrm>
            <a:off x="418305" y="747246"/>
            <a:ext cx="2325597" cy="1338636"/>
            <a:chOff x="318136" y="1316095"/>
            <a:chExt cx="1776224" cy="1399494"/>
          </a:xfrm>
        </p:grpSpPr>
        <p:sp>
          <p:nvSpPr>
            <p:cNvPr id="265" name="Rectangle 264">
              <a:extLst>
                <a:ext uri="{FF2B5EF4-FFF2-40B4-BE49-F238E27FC236}">
                  <a16:creationId xmlns:a16="http://schemas.microsoft.com/office/drawing/2014/main" id="{5D9919B7-BDC0-4F4F-B243-ADB954D1BC7D}"/>
                </a:ext>
              </a:extLst>
            </p:cNvPr>
            <p:cNvSpPr/>
            <p:nvPr/>
          </p:nvSpPr>
          <p:spPr>
            <a:xfrm rot="5400000">
              <a:off x="506501" y="1127730"/>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67" name="Straight Arrow Connector 266">
              <a:extLst>
                <a:ext uri="{FF2B5EF4-FFF2-40B4-BE49-F238E27FC236}">
                  <a16:creationId xmlns:a16="http://schemas.microsoft.com/office/drawing/2014/main" id="{062326DE-29F4-4128-8063-0B1520C23852}"/>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8" name="Straight Arrow Connector 267">
              <a:extLst>
                <a:ext uri="{FF2B5EF4-FFF2-40B4-BE49-F238E27FC236}">
                  <a16:creationId xmlns:a16="http://schemas.microsoft.com/office/drawing/2014/main" id="{EBD747DF-6F21-4AD4-803D-624B37980DDB}"/>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9" name="Straight Arrow Connector 268">
              <a:extLst>
                <a:ext uri="{FF2B5EF4-FFF2-40B4-BE49-F238E27FC236}">
                  <a16:creationId xmlns:a16="http://schemas.microsoft.com/office/drawing/2014/main" id="{7E3F25D0-7679-44D0-B9E9-9851092A28DE}"/>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53" name="Group 252">
            <a:extLst>
              <a:ext uri="{FF2B5EF4-FFF2-40B4-BE49-F238E27FC236}">
                <a16:creationId xmlns:a16="http://schemas.microsoft.com/office/drawing/2014/main" id="{2374E498-73CE-47F1-8271-78A7F34DEAC2}"/>
              </a:ext>
            </a:extLst>
          </p:cNvPr>
          <p:cNvGrpSpPr/>
          <p:nvPr/>
        </p:nvGrpSpPr>
        <p:grpSpPr>
          <a:xfrm>
            <a:off x="417944" y="2637806"/>
            <a:ext cx="2325597" cy="1774127"/>
            <a:chOff x="318136" y="1316090"/>
            <a:chExt cx="1776224" cy="1399494"/>
          </a:xfrm>
        </p:grpSpPr>
        <p:sp>
          <p:nvSpPr>
            <p:cNvPr id="260" name="Rectangle 259">
              <a:extLst>
                <a:ext uri="{FF2B5EF4-FFF2-40B4-BE49-F238E27FC236}">
                  <a16:creationId xmlns:a16="http://schemas.microsoft.com/office/drawing/2014/main" id="{29514B38-0EFA-4A78-8535-F699CE69EA4D}"/>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61" name="Straight Arrow Connector 260">
              <a:extLst>
                <a:ext uri="{FF2B5EF4-FFF2-40B4-BE49-F238E27FC236}">
                  <a16:creationId xmlns:a16="http://schemas.microsoft.com/office/drawing/2014/main" id="{AA6842D4-9767-4970-A599-1150CFA35DE7}"/>
                </a:ext>
              </a:extLst>
            </p:cNvPr>
            <p:cNvCxnSpPr>
              <a:cxnSpLocks/>
            </p:cNvCxnSpPr>
            <p:nvPr/>
          </p:nvCxnSpPr>
          <p:spPr>
            <a:xfrm rot="16200000" flipV="1">
              <a:off x="1817079" y="193922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2" name="Straight Arrow Connector 261">
              <a:extLst>
                <a:ext uri="{FF2B5EF4-FFF2-40B4-BE49-F238E27FC236}">
                  <a16:creationId xmlns:a16="http://schemas.microsoft.com/office/drawing/2014/main" id="{59B9B561-5039-439D-82F6-0D8FF3951E7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3" name="Straight Arrow Connector 262">
              <a:extLst>
                <a:ext uri="{FF2B5EF4-FFF2-40B4-BE49-F238E27FC236}">
                  <a16:creationId xmlns:a16="http://schemas.microsoft.com/office/drawing/2014/main" id="{12A0B741-8CE6-49B3-94E9-822F86E57B44}"/>
                </a:ext>
              </a:extLst>
            </p:cNvPr>
            <p:cNvCxnSpPr>
              <a:cxnSpLocks/>
            </p:cNvCxnSpPr>
            <p:nvPr/>
          </p:nvCxnSpPr>
          <p:spPr>
            <a:xfrm rot="5400000" flipV="1">
              <a:off x="162586"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4" name="Straight Arrow Connector 263">
              <a:extLst>
                <a:ext uri="{FF2B5EF4-FFF2-40B4-BE49-F238E27FC236}">
                  <a16:creationId xmlns:a16="http://schemas.microsoft.com/office/drawing/2014/main" id="{A61BABD6-ABBA-4CDA-8C92-04AE4F0F25F1}"/>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54" name="Group 253">
            <a:extLst>
              <a:ext uri="{FF2B5EF4-FFF2-40B4-BE49-F238E27FC236}">
                <a16:creationId xmlns:a16="http://schemas.microsoft.com/office/drawing/2014/main" id="{168685E4-FB57-4593-90FE-4BAE72C0E41B}"/>
              </a:ext>
            </a:extLst>
          </p:cNvPr>
          <p:cNvGrpSpPr/>
          <p:nvPr/>
        </p:nvGrpSpPr>
        <p:grpSpPr>
          <a:xfrm>
            <a:off x="417944" y="4411934"/>
            <a:ext cx="2325597" cy="1832347"/>
            <a:chOff x="318136" y="1316090"/>
            <a:chExt cx="1776224" cy="1399494"/>
          </a:xfrm>
        </p:grpSpPr>
        <p:sp>
          <p:nvSpPr>
            <p:cNvPr id="255" name="Rectangle 254">
              <a:extLst>
                <a:ext uri="{FF2B5EF4-FFF2-40B4-BE49-F238E27FC236}">
                  <a16:creationId xmlns:a16="http://schemas.microsoft.com/office/drawing/2014/main" id="{C96C5F7A-8062-4C64-A47C-3C0EA1F4A9A1}"/>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56" name="Straight Arrow Connector 255">
              <a:extLst>
                <a:ext uri="{FF2B5EF4-FFF2-40B4-BE49-F238E27FC236}">
                  <a16:creationId xmlns:a16="http://schemas.microsoft.com/office/drawing/2014/main" id="{D8AF5737-5F69-498D-8244-E2D92D7822AF}"/>
                </a:ext>
              </a:extLst>
            </p:cNvPr>
            <p:cNvCxnSpPr>
              <a:cxnSpLocks/>
            </p:cNvCxnSpPr>
            <p:nvPr/>
          </p:nvCxnSpPr>
          <p:spPr>
            <a:xfrm rot="16200000" flipV="1">
              <a:off x="1806122" y="19669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7" name="Straight Arrow Connector 256">
              <a:extLst>
                <a:ext uri="{FF2B5EF4-FFF2-40B4-BE49-F238E27FC236}">
                  <a16:creationId xmlns:a16="http://schemas.microsoft.com/office/drawing/2014/main" id="{5C960DAB-7576-41DE-91BF-93767C394DE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8" name="Straight Arrow Connector 257">
              <a:extLst>
                <a:ext uri="{FF2B5EF4-FFF2-40B4-BE49-F238E27FC236}">
                  <a16:creationId xmlns:a16="http://schemas.microsoft.com/office/drawing/2014/main" id="{7EEEDC97-ACA7-4FAC-A842-F4841C135DD6}"/>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9" name="Straight Arrow Connector 258">
              <a:extLst>
                <a:ext uri="{FF2B5EF4-FFF2-40B4-BE49-F238E27FC236}">
                  <a16:creationId xmlns:a16="http://schemas.microsoft.com/office/drawing/2014/main" id="{962A0292-9F9F-435D-99E1-7D79EC4F2272}"/>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 name="Título 1">
            <a:extLst>
              <a:ext uri="{FF2B5EF4-FFF2-40B4-BE49-F238E27FC236}">
                <a16:creationId xmlns:a16="http://schemas.microsoft.com/office/drawing/2014/main" id="{D5503A07-0117-4081-A30C-D1624E0122FE}"/>
              </a:ext>
            </a:extLst>
          </p:cNvPr>
          <p:cNvSpPr>
            <a:spLocks noGrp="1"/>
          </p:cNvSpPr>
          <p:nvPr>
            <p:ph type="title"/>
          </p:nvPr>
        </p:nvSpPr>
        <p:spPr/>
        <p:txBody>
          <a:bodyPr/>
          <a:lstStyle/>
          <a:p>
            <a:r>
              <a:rPr lang="en-US" dirty="0"/>
              <a:t>Mesh Example – Edge 11</a:t>
            </a:r>
          </a:p>
        </p:txBody>
      </p:sp>
      <p:grpSp>
        <p:nvGrpSpPr>
          <p:cNvPr id="234" name="Group 233">
            <a:extLst>
              <a:ext uri="{FF2B5EF4-FFF2-40B4-BE49-F238E27FC236}">
                <a16:creationId xmlns:a16="http://schemas.microsoft.com/office/drawing/2014/main" id="{F7373373-5128-40BF-BC7C-67477999153F}"/>
              </a:ext>
            </a:extLst>
          </p:cNvPr>
          <p:cNvGrpSpPr/>
          <p:nvPr/>
        </p:nvGrpSpPr>
        <p:grpSpPr>
          <a:xfrm>
            <a:off x="2731060" y="747240"/>
            <a:ext cx="2325597" cy="1832347"/>
            <a:chOff x="318136" y="1316090"/>
            <a:chExt cx="1776224" cy="1399494"/>
          </a:xfrm>
        </p:grpSpPr>
        <p:sp>
          <p:nvSpPr>
            <p:cNvPr id="247" name="Rectangle 246">
              <a:extLst>
                <a:ext uri="{FF2B5EF4-FFF2-40B4-BE49-F238E27FC236}">
                  <a16:creationId xmlns:a16="http://schemas.microsoft.com/office/drawing/2014/main" id="{D45BF7AA-566D-466E-A2CE-54C10DF71D1A}"/>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48" name="Straight Arrow Connector 247">
              <a:extLst>
                <a:ext uri="{FF2B5EF4-FFF2-40B4-BE49-F238E27FC236}">
                  <a16:creationId xmlns:a16="http://schemas.microsoft.com/office/drawing/2014/main" id="{A44ED70F-1AE5-40BA-934F-F803D3CDE5F3}"/>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9" name="Straight Arrow Connector 248">
              <a:extLst>
                <a:ext uri="{FF2B5EF4-FFF2-40B4-BE49-F238E27FC236}">
                  <a16:creationId xmlns:a16="http://schemas.microsoft.com/office/drawing/2014/main" id="{7B762EFC-714F-4236-8963-00B77C457FF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0" name="Straight Arrow Connector 249">
              <a:extLst>
                <a:ext uri="{FF2B5EF4-FFF2-40B4-BE49-F238E27FC236}">
                  <a16:creationId xmlns:a16="http://schemas.microsoft.com/office/drawing/2014/main" id="{DBCEC684-5407-43F1-B0B6-BA7F5753A16A}"/>
                </a:ext>
              </a:extLst>
            </p:cNvPr>
            <p:cNvCxnSpPr>
              <a:cxnSpLocks/>
            </p:cNvCxnSpPr>
            <p:nvPr/>
          </p:nvCxnSpPr>
          <p:spPr>
            <a:xfrm rot="6000000" flipV="1">
              <a:off x="304380" y="196308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1" name="Straight Arrow Connector 250">
              <a:extLst>
                <a:ext uri="{FF2B5EF4-FFF2-40B4-BE49-F238E27FC236}">
                  <a16:creationId xmlns:a16="http://schemas.microsoft.com/office/drawing/2014/main" id="{BFE955E4-AC4D-4FA9-8DD0-7631C5985B45}"/>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35" name="Group 234">
            <a:extLst>
              <a:ext uri="{FF2B5EF4-FFF2-40B4-BE49-F238E27FC236}">
                <a16:creationId xmlns:a16="http://schemas.microsoft.com/office/drawing/2014/main" id="{60BDC115-0567-4C94-8188-43F0FA243DB4}"/>
              </a:ext>
            </a:extLst>
          </p:cNvPr>
          <p:cNvGrpSpPr/>
          <p:nvPr/>
        </p:nvGrpSpPr>
        <p:grpSpPr>
          <a:xfrm>
            <a:off x="2730699" y="2579587"/>
            <a:ext cx="2325597" cy="1832347"/>
            <a:chOff x="318136" y="1316090"/>
            <a:chExt cx="1776224" cy="1399494"/>
          </a:xfrm>
        </p:grpSpPr>
        <p:sp>
          <p:nvSpPr>
            <p:cNvPr id="242" name="Rectangle 241">
              <a:extLst>
                <a:ext uri="{FF2B5EF4-FFF2-40B4-BE49-F238E27FC236}">
                  <a16:creationId xmlns:a16="http://schemas.microsoft.com/office/drawing/2014/main" id="{A55BD290-DD98-4A88-AECD-679E6CEBC6C5}"/>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44" name="Straight Arrow Connector 243">
              <a:extLst>
                <a:ext uri="{FF2B5EF4-FFF2-40B4-BE49-F238E27FC236}">
                  <a16:creationId xmlns:a16="http://schemas.microsoft.com/office/drawing/2014/main" id="{4B582994-9247-430E-AA5B-3124734F530C}"/>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6" name="Straight Arrow Connector 245">
              <a:extLst>
                <a:ext uri="{FF2B5EF4-FFF2-40B4-BE49-F238E27FC236}">
                  <a16:creationId xmlns:a16="http://schemas.microsoft.com/office/drawing/2014/main" id="{3D4822F1-FD86-4865-9FEE-D31F7D8893EC}"/>
                </a:ext>
              </a:extLst>
            </p:cNvPr>
            <p:cNvCxnSpPr>
              <a:cxnSpLocks/>
            </p:cNvCxnSpPr>
            <p:nvPr/>
          </p:nvCxnSpPr>
          <p:spPr>
            <a:xfrm rot="10800000" flipV="1">
              <a:off x="974623" y="1362644"/>
              <a:ext cx="2863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5" name="Straight Arrow Connector 244">
              <a:extLst>
                <a:ext uri="{FF2B5EF4-FFF2-40B4-BE49-F238E27FC236}">
                  <a16:creationId xmlns:a16="http://schemas.microsoft.com/office/drawing/2014/main" id="{902A780F-47D6-4181-9248-1E030BC97FAB}"/>
                </a:ext>
              </a:extLst>
            </p:cNvPr>
            <p:cNvCxnSpPr>
              <a:cxnSpLocks/>
            </p:cNvCxnSpPr>
            <p:nvPr/>
          </p:nvCxnSpPr>
          <p:spPr>
            <a:xfrm rot="6420000" flipV="1">
              <a:off x="499935" y="1907509"/>
              <a:ext cx="27935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36" name="Group 235">
            <a:extLst>
              <a:ext uri="{FF2B5EF4-FFF2-40B4-BE49-F238E27FC236}">
                <a16:creationId xmlns:a16="http://schemas.microsoft.com/office/drawing/2014/main" id="{F0D814B7-1684-4AAB-8FD8-B5C2394F4DE9}"/>
              </a:ext>
            </a:extLst>
          </p:cNvPr>
          <p:cNvGrpSpPr/>
          <p:nvPr/>
        </p:nvGrpSpPr>
        <p:grpSpPr>
          <a:xfrm>
            <a:off x="2730699" y="4411934"/>
            <a:ext cx="2325597" cy="1832347"/>
            <a:chOff x="318136" y="1316090"/>
            <a:chExt cx="1776224" cy="1399494"/>
          </a:xfrm>
        </p:grpSpPr>
        <p:sp>
          <p:nvSpPr>
            <p:cNvPr id="237" name="Rectangle 236">
              <a:extLst>
                <a:ext uri="{FF2B5EF4-FFF2-40B4-BE49-F238E27FC236}">
                  <a16:creationId xmlns:a16="http://schemas.microsoft.com/office/drawing/2014/main" id="{A460903A-ADBE-4AE8-9634-74421E1E4421}"/>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39" name="Straight Arrow Connector 238">
              <a:extLst>
                <a:ext uri="{FF2B5EF4-FFF2-40B4-BE49-F238E27FC236}">
                  <a16:creationId xmlns:a16="http://schemas.microsoft.com/office/drawing/2014/main" id="{65198430-3E18-406C-8B8C-777D03F28335}"/>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0" name="Straight Arrow Connector 239">
              <a:extLst>
                <a:ext uri="{FF2B5EF4-FFF2-40B4-BE49-F238E27FC236}">
                  <a16:creationId xmlns:a16="http://schemas.microsoft.com/office/drawing/2014/main" id="{46E2307C-2A7F-45FA-87E7-07959D55C615}"/>
                </a:ext>
              </a:extLst>
            </p:cNvPr>
            <p:cNvCxnSpPr>
              <a:cxnSpLocks/>
            </p:cNvCxnSpPr>
            <p:nvPr/>
          </p:nvCxnSpPr>
          <p:spPr>
            <a:xfrm rot="5400000" flipV="1">
              <a:off x="1747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1" name="Straight Arrow Connector 240">
              <a:extLst>
                <a:ext uri="{FF2B5EF4-FFF2-40B4-BE49-F238E27FC236}">
                  <a16:creationId xmlns:a16="http://schemas.microsoft.com/office/drawing/2014/main" id="{D96B0CD2-81A0-48F7-809D-5ADB6F2EB233}"/>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2" name="Group 201">
            <a:extLst>
              <a:ext uri="{FF2B5EF4-FFF2-40B4-BE49-F238E27FC236}">
                <a16:creationId xmlns:a16="http://schemas.microsoft.com/office/drawing/2014/main" id="{1FED2BCD-D4E8-455B-9353-9E7E8A0EA52D}"/>
              </a:ext>
            </a:extLst>
          </p:cNvPr>
          <p:cNvGrpSpPr/>
          <p:nvPr/>
        </p:nvGrpSpPr>
        <p:grpSpPr>
          <a:xfrm>
            <a:off x="5056295" y="747240"/>
            <a:ext cx="2325596" cy="1832347"/>
            <a:chOff x="318136" y="1316090"/>
            <a:chExt cx="1776224" cy="1399494"/>
          </a:xfrm>
        </p:grpSpPr>
        <p:sp>
          <p:nvSpPr>
            <p:cNvPr id="229" name="Rectangle 228">
              <a:extLst>
                <a:ext uri="{FF2B5EF4-FFF2-40B4-BE49-F238E27FC236}">
                  <a16:creationId xmlns:a16="http://schemas.microsoft.com/office/drawing/2014/main" id="{8062F188-9BE3-40CF-BAFD-CAFFAA11E452}"/>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30" name="Straight Arrow Connector 229">
              <a:extLst>
                <a:ext uri="{FF2B5EF4-FFF2-40B4-BE49-F238E27FC236}">
                  <a16:creationId xmlns:a16="http://schemas.microsoft.com/office/drawing/2014/main" id="{AECCFD08-25A0-4B03-BDFA-20BA8FF313FC}"/>
                </a:ext>
              </a:extLst>
            </p:cNvPr>
            <p:cNvCxnSpPr>
              <a:cxnSpLocks/>
            </p:cNvCxnSpPr>
            <p:nvPr/>
          </p:nvCxnSpPr>
          <p:spPr>
            <a:xfrm rot="16200000" flipV="1">
              <a:off x="1820678"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1" name="Straight Arrow Connector 230">
              <a:extLst>
                <a:ext uri="{FF2B5EF4-FFF2-40B4-BE49-F238E27FC236}">
                  <a16:creationId xmlns:a16="http://schemas.microsoft.com/office/drawing/2014/main" id="{0DA57120-F429-4DEB-938E-5891BD3AB37A}"/>
                </a:ext>
              </a:extLst>
            </p:cNvPr>
            <p:cNvCxnSpPr>
              <a:cxnSpLocks/>
            </p:cNvCxnSpPr>
            <p:nvPr/>
          </p:nvCxnSpPr>
          <p:spPr>
            <a:xfrm flipV="1">
              <a:off x="990195" y="246878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2" name="Straight Arrow Connector 231">
              <a:extLst>
                <a:ext uri="{FF2B5EF4-FFF2-40B4-BE49-F238E27FC236}">
                  <a16:creationId xmlns:a16="http://schemas.microsoft.com/office/drawing/2014/main" id="{B009FEAE-5938-441C-8B45-BB35D02B5936}"/>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3" name="Straight Arrow Connector 232">
              <a:extLst>
                <a:ext uri="{FF2B5EF4-FFF2-40B4-BE49-F238E27FC236}">
                  <a16:creationId xmlns:a16="http://schemas.microsoft.com/office/drawing/2014/main" id="{6C37DEE2-659F-4F10-B9B0-3D74816AB67D}"/>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3" name="Group 202">
            <a:extLst>
              <a:ext uri="{FF2B5EF4-FFF2-40B4-BE49-F238E27FC236}">
                <a16:creationId xmlns:a16="http://schemas.microsoft.com/office/drawing/2014/main" id="{BFB941BD-1D2C-46FE-8DEF-5C3E07E24822}"/>
              </a:ext>
            </a:extLst>
          </p:cNvPr>
          <p:cNvGrpSpPr/>
          <p:nvPr/>
        </p:nvGrpSpPr>
        <p:grpSpPr>
          <a:xfrm>
            <a:off x="5055934" y="2579587"/>
            <a:ext cx="2325596" cy="1832347"/>
            <a:chOff x="318136" y="1316090"/>
            <a:chExt cx="1776224" cy="1399494"/>
          </a:xfrm>
        </p:grpSpPr>
        <p:sp>
          <p:nvSpPr>
            <p:cNvPr id="224" name="Rectangle 223">
              <a:extLst>
                <a:ext uri="{FF2B5EF4-FFF2-40B4-BE49-F238E27FC236}">
                  <a16:creationId xmlns:a16="http://schemas.microsoft.com/office/drawing/2014/main" id="{623EBB0C-A58E-4601-B1A7-48655AB8B6F6}"/>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25" name="Straight Arrow Connector 224">
              <a:extLst>
                <a:ext uri="{FF2B5EF4-FFF2-40B4-BE49-F238E27FC236}">
                  <a16:creationId xmlns:a16="http://schemas.microsoft.com/office/drawing/2014/main" id="{AF7D7B31-F9B6-4A27-ADBE-BBC2C64079F8}"/>
                </a:ext>
              </a:extLst>
            </p:cNvPr>
            <p:cNvCxnSpPr>
              <a:cxnSpLocks/>
            </p:cNvCxnSpPr>
            <p:nvPr/>
          </p:nvCxnSpPr>
          <p:spPr>
            <a:xfrm rot="16200000" flipV="1">
              <a:off x="1820667" y="201088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6" name="Straight Arrow Connector 225">
              <a:extLst>
                <a:ext uri="{FF2B5EF4-FFF2-40B4-BE49-F238E27FC236}">
                  <a16:creationId xmlns:a16="http://schemas.microsoft.com/office/drawing/2014/main" id="{1BC8CB39-5C2E-4BD9-AEF5-84CAECEDD1FB}"/>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8" name="Straight Arrow Connector 227">
              <a:extLst>
                <a:ext uri="{FF2B5EF4-FFF2-40B4-BE49-F238E27FC236}">
                  <a16:creationId xmlns:a16="http://schemas.microsoft.com/office/drawing/2014/main" id="{54F98CCC-B28F-4ED5-A2B4-D2E5C46355CB}"/>
                </a:ext>
              </a:extLst>
            </p:cNvPr>
            <p:cNvCxnSpPr>
              <a:cxnSpLocks/>
            </p:cNvCxnSpPr>
            <p:nvPr/>
          </p:nvCxnSpPr>
          <p:spPr>
            <a:xfrm rot="10800000" flipV="1">
              <a:off x="990195" y="153769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4" name="Group 203">
            <a:extLst>
              <a:ext uri="{FF2B5EF4-FFF2-40B4-BE49-F238E27FC236}">
                <a16:creationId xmlns:a16="http://schemas.microsoft.com/office/drawing/2014/main" id="{55506D04-7782-418C-AC99-5FB405335414}"/>
              </a:ext>
            </a:extLst>
          </p:cNvPr>
          <p:cNvGrpSpPr/>
          <p:nvPr/>
        </p:nvGrpSpPr>
        <p:grpSpPr>
          <a:xfrm>
            <a:off x="5055934" y="4411934"/>
            <a:ext cx="2325596" cy="1832347"/>
            <a:chOff x="318136" y="1316090"/>
            <a:chExt cx="1776224" cy="1399494"/>
          </a:xfrm>
        </p:grpSpPr>
        <p:sp>
          <p:nvSpPr>
            <p:cNvPr id="219" name="Rectangle 218">
              <a:extLst>
                <a:ext uri="{FF2B5EF4-FFF2-40B4-BE49-F238E27FC236}">
                  <a16:creationId xmlns:a16="http://schemas.microsoft.com/office/drawing/2014/main" id="{056883D2-AE14-41D7-92E9-A43358CF3C34}"/>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20" name="Straight Arrow Connector 219">
              <a:extLst>
                <a:ext uri="{FF2B5EF4-FFF2-40B4-BE49-F238E27FC236}">
                  <a16:creationId xmlns:a16="http://schemas.microsoft.com/office/drawing/2014/main" id="{6668B10C-D061-47E8-9076-42FCD480CD97}"/>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1" name="Straight Arrow Connector 220">
              <a:extLst>
                <a:ext uri="{FF2B5EF4-FFF2-40B4-BE49-F238E27FC236}">
                  <a16:creationId xmlns:a16="http://schemas.microsoft.com/office/drawing/2014/main" id="{B01960BF-C5CF-421D-81DC-3B08440D9FB7}"/>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3" name="Straight Arrow Connector 222">
              <a:extLst>
                <a:ext uri="{FF2B5EF4-FFF2-40B4-BE49-F238E27FC236}">
                  <a16:creationId xmlns:a16="http://schemas.microsoft.com/office/drawing/2014/main" id="{97B2D6FA-CFFD-4FE9-B230-5E2A3FEBD5B2}"/>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5" name="Group 204">
            <a:extLst>
              <a:ext uri="{FF2B5EF4-FFF2-40B4-BE49-F238E27FC236}">
                <a16:creationId xmlns:a16="http://schemas.microsoft.com/office/drawing/2014/main" id="{113A97E4-1B9B-4884-BB1D-1A0CAF96BA58}"/>
              </a:ext>
            </a:extLst>
          </p:cNvPr>
          <p:cNvGrpSpPr/>
          <p:nvPr/>
        </p:nvGrpSpPr>
        <p:grpSpPr>
          <a:xfrm>
            <a:off x="7868859" y="743307"/>
            <a:ext cx="1841693" cy="1576696"/>
            <a:chOff x="321580" y="1316090"/>
            <a:chExt cx="1776224" cy="1399494"/>
          </a:xfrm>
        </p:grpSpPr>
        <p:sp>
          <p:nvSpPr>
            <p:cNvPr id="214" name="Rectangle 213">
              <a:extLst>
                <a:ext uri="{FF2B5EF4-FFF2-40B4-BE49-F238E27FC236}">
                  <a16:creationId xmlns:a16="http://schemas.microsoft.com/office/drawing/2014/main" id="{C0C77131-5AB4-4F13-A30C-6BB1B3200A48}"/>
                </a:ext>
              </a:extLst>
            </p:cNvPr>
            <p:cNvSpPr/>
            <p:nvPr/>
          </p:nvSpPr>
          <p:spPr>
            <a:xfrm rot="5400000">
              <a:off x="509945"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15" name="Straight Arrow Connector 214">
              <a:extLst>
                <a:ext uri="{FF2B5EF4-FFF2-40B4-BE49-F238E27FC236}">
                  <a16:creationId xmlns:a16="http://schemas.microsoft.com/office/drawing/2014/main" id="{8E281038-E96E-491B-8204-4E19E55989E1}"/>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6" name="Straight Arrow Connector 215">
              <a:extLst>
                <a:ext uri="{FF2B5EF4-FFF2-40B4-BE49-F238E27FC236}">
                  <a16:creationId xmlns:a16="http://schemas.microsoft.com/office/drawing/2014/main" id="{4E45AA5B-C60D-49E6-86C4-E1401994E18D}"/>
                </a:ext>
              </a:extLst>
            </p:cNvPr>
            <p:cNvCxnSpPr>
              <a:cxnSpLocks/>
            </p:cNvCxnSpPr>
            <p:nvPr/>
          </p:nvCxnSpPr>
          <p:spPr>
            <a:xfrm flipV="1">
              <a:off x="990195" y="265883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7" name="Straight Arrow Connector 216">
              <a:extLst>
                <a:ext uri="{FF2B5EF4-FFF2-40B4-BE49-F238E27FC236}">
                  <a16:creationId xmlns:a16="http://schemas.microsoft.com/office/drawing/2014/main" id="{A2F57384-A8EC-4598-ADAD-F96D9D69CFE2}"/>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8" name="Straight Arrow Connector 217">
              <a:extLst>
                <a:ext uri="{FF2B5EF4-FFF2-40B4-BE49-F238E27FC236}">
                  <a16:creationId xmlns:a16="http://schemas.microsoft.com/office/drawing/2014/main" id="{8D6230D9-0781-4424-97B2-69236B2BCB80}"/>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6" name="Group 205">
            <a:extLst>
              <a:ext uri="{FF2B5EF4-FFF2-40B4-BE49-F238E27FC236}">
                <a16:creationId xmlns:a16="http://schemas.microsoft.com/office/drawing/2014/main" id="{AD6B3106-B749-467C-B87B-D650AEA914DF}"/>
              </a:ext>
            </a:extLst>
          </p:cNvPr>
          <p:cNvGrpSpPr/>
          <p:nvPr/>
        </p:nvGrpSpPr>
        <p:grpSpPr>
          <a:xfrm>
            <a:off x="7868860" y="2805722"/>
            <a:ext cx="1841879" cy="1606211"/>
            <a:chOff x="321857" y="1316089"/>
            <a:chExt cx="1776401" cy="1399494"/>
          </a:xfrm>
        </p:grpSpPr>
        <p:sp>
          <p:nvSpPr>
            <p:cNvPr id="207" name="Rectangle 206">
              <a:extLst>
                <a:ext uri="{FF2B5EF4-FFF2-40B4-BE49-F238E27FC236}">
                  <a16:creationId xmlns:a16="http://schemas.microsoft.com/office/drawing/2014/main" id="{1678FADC-7F3B-49A6-98C4-4D3548E84F43}"/>
                </a:ext>
              </a:extLst>
            </p:cNvPr>
            <p:cNvSpPr/>
            <p:nvPr/>
          </p:nvSpPr>
          <p:spPr>
            <a:xfrm rot="5400000">
              <a:off x="510311" y="1127635"/>
              <a:ext cx="1399494" cy="1776401"/>
            </a:xfrm>
            <a:custGeom>
              <a:avLst/>
              <a:gdLst>
                <a:gd name="connsiteX0" fmla="*/ 0 w 1606211"/>
                <a:gd name="connsiteY0" fmla="*/ 0 h 1841695"/>
                <a:gd name="connsiteX1" fmla="*/ 1606211 w 1606211"/>
                <a:gd name="connsiteY1" fmla="*/ 0 h 1841695"/>
                <a:gd name="connsiteX2" fmla="*/ 1606211 w 1606211"/>
                <a:gd name="connsiteY2" fmla="*/ 1841695 h 1841695"/>
                <a:gd name="connsiteX3" fmla="*/ 0 w 1606211"/>
                <a:gd name="connsiteY3" fmla="*/ 1841695 h 1841695"/>
                <a:gd name="connsiteX4" fmla="*/ 0 w 1606211"/>
                <a:gd name="connsiteY4" fmla="*/ 0 h 1841695"/>
                <a:gd name="connsiteX0" fmla="*/ 0 w 1606211"/>
                <a:gd name="connsiteY0" fmla="*/ 0 h 1841695"/>
                <a:gd name="connsiteX1" fmla="*/ 1606211 w 1606211"/>
                <a:gd name="connsiteY1" fmla="*/ 221456 h 1841695"/>
                <a:gd name="connsiteX2" fmla="*/ 1606211 w 1606211"/>
                <a:gd name="connsiteY2" fmla="*/ 1841695 h 1841695"/>
                <a:gd name="connsiteX3" fmla="*/ 0 w 1606211"/>
                <a:gd name="connsiteY3" fmla="*/ 1841695 h 1841695"/>
                <a:gd name="connsiteX4" fmla="*/ 0 w 1606211"/>
                <a:gd name="connsiteY4" fmla="*/ 0 h 1841695"/>
                <a:gd name="connsiteX0" fmla="*/ 0 w 1606211"/>
                <a:gd name="connsiteY0" fmla="*/ 13893 h 1855588"/>
                <a:gd name="connsiteX1" fmla="*/ 1140008 w 1606211"/>
                <a:gd name="connsiteY1" fmla="*/ 13709 h 1855588"/>
                <a:gd name="connsiteX2" fmla="*/ 1606211 w 1606211"/>
                <a:gd name="connsiteY2" fmla="*/ 235349 h 1855588"/>
                <a:gd name="connsiteX3" fmla="*/ 1606211 w 1606211"/>
                <a:gd name="connsiteY3" fmla="*/ 1855588 h 1855588"/>
                <a:gd name="connsiteX4" fmla="*/ 0 w 1606211"/>
                <a:gd name="connsiteY4" fmla="*/ 1855588 h 1855588"/>
                <a:gd name="connsiteX5" fmla="*/ 0 w 1606211"/>
                <a:gd name="connsiteY5" fmla="*/ 13893 h 1855588"/>
                <a:gd name="connsiteX0" fmla="*/ 0 w 1606211"/>
                <a:gd name="connsiteY0" fmla="*/ 184 h 1841879"/>
                <a:gd name="connsiteX1" fmla="*/ 1140008 w 1606211"/>
                <a:gd name="connsiteY1" fmla="*/ 0 h 1841879"/>
                <a:gd name="connsiteX2" fmla="*/ 1606211 w 1606211"/>
                <a:gd name="connsiteY2" fmla="*/ 221640 h 1841879"/>
                <a:gd name="connsiteX3" fmla="*/ 1606211 w 1606211"/>
                <a:gd name="connsiteY3" fmla="*/ 1841879 h 1841879"/>
                <a:gd name="connsiteX4" fmla="*/ 0 w 1606211"/>
                <a:gd name="connsiteY4" fmla="*/ 1841879 h 1841879"/>
                <a:gd name="connsiteX5" fmla="*/ 0 w 1606211"/>
                <a:gd name="connsiteY5" fmla="*/ 184 h 1841879"/>
                <a:gd name="connsiteX0" fmla="*/ 0 w 1606211"/>
                <a:gd name="connsiteY0" fmla="*/ 250 h 1841945"/>
                <a:gd name="connsiteX1" fmla="*/ 1140008 w 1606211"/>
                <a:gd name="connsiteY1" fmla="*/ 66 h 1841945"/>
                <a:gd name="connsiteX2" fmla="*/ 1606211 w 1606211"/>
                <a:gd name="connsiteY2" fmla="*/ 221706 h 1841945"/>
                <a:gd name="connsiteX3" fmla="*/ 1606211 w 1606211"/>
                <a:gd name="connsiteY3" fmla="*/ 1841945 h 1841945"/>
                <a:gd name="connsiteX4" fmla="*/ 0 w 1606211"/>
                <a:gd name="connsiteY4" fmla="*/ 1841945 h 1841945"/>
                <a:gd name="connsiteX5" fmla="*/ 0 w 1606211"/>
                <a:gd name="connsiteY5" fmla="*/ 250 h 1841945"/>
                <a:gd name="connsiteX0" fmla="*/ 0 w 1606211"/>
                <a:gd name="connsiteY0" fmla="*/ 250 h 1841945"/>
                <a:gd name="connsiteX1" fmla="*/ 1140008 w 1606211"/>
                <a:gd name="connsiteY1" fmla="*/ 66 h 1841945"/>
                <a:gd name="connsiteX2" fmla="*/ 1606211 w 1606211"/>
                <a:gd name="connsiteY2" fmla="*/ 221706 h 1841945"/>
                <a:gd name="connsiteX3" fmla="*/ 1606211 w 1606211"/>
                <a:gd name="connsiteY3" fmla="*/ 1841945 h 1841945"/>
                <a:gd name="connsiteX4" fmla="*/ 0 w 1606211"/>
                <a:gd name="connsiteY4" fmla="*/ 1841945 h 1841945"/>
                <a:gd name="connsiteX5" fmla="*/ 0 w 1606211"/>
                <a:gd name="connsiteY5" fmla="*/ 250 h 1841945"/>
                <a:gd name="connsiteX0" fmla="*/ 0 w 1606211"/>
                <a:gd name="connsiteY0" fmla="*/ 184 h 1841879"/>
                <a:gd name="connsiteX1" fmla="*/ 1140008 w 1606211"/>
                <a:gd name="connsiteY1" fmla="*/ 0 h 1841879"/>
                <a:gd name="connsiteX2" fmla="*/ 1606211 w 1606211"/>
                <a:gd name="connsiteY2" fmla="*/ 221640 h 1841879"/>
                <a:gd name="connsiteX3" fmla="*/ 1606211 w 1606211"/>
                <a:gd name="connsiteY3" fmla="*/ 1841879 h 1841879"/>
                <a:gd name="connsiteX4" fmla="*/ 0 w 1606211"/>
                <a:gd name="connsiteY4" fmla="*/ 1841879 h 1841879"/>
                <a:gd name="connsiteX5" fmla="*/ 0 w 1606211"/>
                <a:gd name="connsiteY5" fmla="*/ 184 h 184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06211" h="1841879">
                  <a:moveTo>
                    <a:pt x="0" y="184"/>
                  </a:moveTo>
                  <a:lnTo>
                    <a:pt x="1140008" y="0"/>
                  </a:lnTo>
                  <a:lnTo>
                    <a:pt x="1606211" y="221640"/>
                  </a:lnTo>
                  <a:lnTo>
                    <a:pt x="1606211" y="1841879"/>
                  </a:lnTo>
                  <a:lnTo>
                    <a:pt x="0" y="1841879"/>
                  </a:lnTo>
                  <a:lnTo>
                    <a:pt x="0" y="184"/>
                  </a:lnTo>
                  <a:close/>
                </a:path>
              </a:pathLst>
            </a:cu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08" name="Straight Arrow Connector 207">
              <a:extLst>
                <a:ext uri="{FF2B5EF4-FFF2-40B4-BE49-F238E27FC236}">
                  <a16:creationId xmlns:a16="http://schemas.microsoft.com/office/drawing/2014/main" id="{A3E4A723-5F98-4CEF-A925-7E3485761F07}"/>
                </a:ext>
              </a:extLst>
            </p:cNvPr>
            <p:cNvCxnSpPr>
              <a:cxnSpLocks/>
            </p:cNvCxnSpPr>
            <p:nvPr/>
          </p:nvCxnSpPr>
          <p:spPr>
            <a:xfrm rot="16200000" flipV="1">
              <a:off x="1891100" y="1834170"/>
              <a:ext cx="31868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9" name="Straight Arrow Connector 208">
              <a:extLst>
                <a:ext uri="{FF2B5EF4-FFF2-40B4-BE49-F238E27FC236}">
                  <a16:creationId xmlns:a16="http://schemas.microsoft.com/office/drawing/2014/main" id="{8AA12322-40C1-47F9-B7BE-3EF5FE9A6E1E}"/>
                </a:ext>
              </a:extLst>
            </p:cNvPr>
            <p:cNvCxnSpPr>
              <a:cxnSpLocks/>
            </p:cNvCxnSpPr>
            <p:nvPr/>
          </p:nvCxnSpPr>
          <p:spPr>
            <a:xfrm flipV="1">
              <a:off x="990195" y="264758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1" name="Straight Arrow Connector 210">
              <a:extLst>
                <a:ext uri="{FF2B5EF4-FFF2-40B4-BE49-F238E27FC236}">
                  <a16:creationId xmlns:a16="http://schemas.microsoft.com/office/drawing/2014/main" id="{AADCD4C8-FCC5-46BF-BF1A-B6D6AC5E7A25}"/>
                </a:ext>
              </a:extLst>
            </p:cNvPr>
            <p:cNvCxnSpPr>
              <a:cxnSpLocks/>
            </p:cNvCxnSpPr>
            <p:nvPr/>
          </p:nvCxnSpPr>
          <p:spPr>
            <a:xfrm rot="10800000" flipV="1">
              <a:off x="1283997" y="136832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2" name="Straight Arrow Connector 211">
              <a:extLst>
                <a:ext uri="{FF2B5EF4-FFF2-40B4-BE49-F238E27FC236}">
                  <a16:creationId xmlns:a16="http://schemas.microsoft.com/office/drawing/2014/main" id="{27243F2A-86A6-4D95-92FB-ACB943D6E06E}"/>
                </a:ext>
              </a:extLst>
            </p:cNvPr>
            <p:cNvCxnSpPr>
              <a:cxnSpLocks/>
            </p:cNvCxnSpPr>
            <p:nvPr/>
          </p:nvCxnSpPr>
          <p:spPr>
            <a:xfrm rot="13380000" flipV="1">
              <a:off x="875409" y="207592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3" name="Straight Arrow Connector 212">
              <a:extLst>
                <a:ext uri="{FF2B5EF4-FFF2-40B4-BE49-F238E27FC236}">
                  <a16:creationId xmlns:a16="http://schemas.microsoft.com/office/drawing/2014/main" id="{FAD53B5E-A0E7-4F09-898F-0218D9DD5014}"/>
                </a:ext>
              </a:extLst>
            </p:cNvPr>
            <p:cNvCxnSpPr>
              <a:cxnSpLocks/>
            </p:cNvCxnSpPr>
            <p:nvPr/>
          </p:nvCxnSpPr>
          <p:spPr>
            <a:xfrm rot="2520000" flipV="1">
              <a:off x="1323843" y="1749007"/>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cxnSp>
        <p:nvCxnSpPr>
          <p:cNvPr id="271" name="Straight Connector 270">
            <a:extLst>
              <a:ext uri="{FF2B5EF4-FFF2-40B4-BE49-F238E27FC236}">
                <a16:creationId xmlns:a16="http://schemas.microsoft.com/office/drawing/2014/main" id="{FF2FCAAA-7996-4B03-8DD5-8487CFC4BDF1}"/>
              </a:ext>
            </a:extLst>
          </p:cNvPr>
          <p:cNvCxnSpPr>
            <a:cxnSpLocks/>
          </p:cNvCxnSpPr>
          <p:nvPr/>
        </p:nvCxnSpPr>
        <p:spPr>
          <a:xfrm flipH="1">
            <a:off x="7870977" y="747240"/>
            <a:ext cx="1834705" cy="1559426"/>
          </a:xfrm>
          <a:prstGeom prst="line">
            <a:avLst/>
          </a:prstGeom>
          <a:ln w="19050"/>
        </p:spPr>
        <p:style>
          <a:lnRef idx="1">
            <a:schemeClr val="dk1"/>
          </a:lnRef>
          <a:fillRef idx="0">
            <a:schemeClr val="dk1"/>
          </a:fillRef>
          <a:effectRef idx="0">
            <a:schemeClr val="dk1"/>
          </a:effectRef>
          <a:fontRef idx="minor">
            <a:schemeClr val="tx1"/>
          </a:fontRef>
        </p:style>
      </p:cxnSp>
      <p:cxnSp>
        <p:nvCxnSpPr>
          <p:cNvPr id="275" name="Straight Connector 274">
            <a:extLst>
              <a:ext uri="{FF2B5EF4-FFF2-40B4-BE49-F238E27FC236}">
                <a16:creationId xmlns:a16="http://schemas.microsoft.com/office/drawing/2014/main" id="{3074EE5F-DA69-449F-A09A-8107C8B3EFCA}"/>
              </a:ext>
            </a:extLst>
          </p:cNvPr>
          <p:cNvCxnSpPr>
            <a:cxnSpLocks/>
          </p:cNvCxnSpPr>
          <p:nvPr/>
        </p:nvCxnSpPr>
        <p:spPr>
          <a:xfrm flipH="1">
            <a:off x="7870978" y="747240"/>
            <a:ext cx="1834705" cy="1559426"/>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sp>
        <p:nvSpPr>
          <p:cNvPr id="289" name="TextBox 288">
            <a:extLst>
              <a:ext uri="{FF2B5EF4-FFF2-40B4-BE49-F238E27FC236}">
                <a16:creationId xmlns:a16="http://schemas.microsoft.com/office/drawing/2014/main" id="{24581527-E833-4F7A-B3EE-3288FAB5F615}"/>
              </a:ext>
            </a:extLst>
          </p:cNvPr>
          <p:cNvSpPr txBox="1"/>
          <p:nvPr/>
        </p:nvSpPr>
        <p:spPr>
          <a:xfrm>
            <a:off x="8915152" y="800550"/>
            <a:ext cx="548206" cy="483564"/>
          </a:xfrm>
          <a:prstGeom prst="rect">
            <a:avLst/>
          </a:prstGeom>
          <a:noFill/>
        </p:spPr>
        <p:txBody>
          <a:bodyPr wrap="none" rtlCol="0">
            <a:spAutoFit/>
          </a:bodyPr>
          <a:lstStyle/>
          <a:p>
            <a:r>
              <a:rPr lang="en-US" dirty="0">
                <a:solidFill>
                  <a:srgbClr val="FF0000"/>
                </a:solidFill>
              </a:rPr>
              <a:t>12</a:t>
            </a:r>
          </a:p>
        </p:txBody>
      </p:sp>
      <p:cxnSp>
        <p:nvCxnSpPr>
          <p:cNvPr id="290" name="Straight Arrow Connector 289">
            <a:extLst>
              <a:ext uri="{FF2B5EF4-FFF2-40B4-BE49-F238E27FC236}">
                <a16:creationId xmlns:a16="http://schemas.microsoft.com/office/drawing/2014/main" id="{55C17A50-C856-4DEA-A8D4-C1B4076FDFD0}"/>
              </a:ext>
            </a:extLst>
          </p:cNvPr>
          <p:cNvCxnSpPr>
            <a:cxnSpLocks/>
          </p:cNvCxnSpPr>
          <p:nvPr/>
        </p:nvCxnSpPr>
        <p:spPr>
          <a:xfrm rot="8280000" flipV="1">
            <a:off x="8430356" y="1667123"/>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1" name="Straight Arrow Connector 290">
            <a:extLst>
              <a:ext uri="{FF2B5EF4-FFF2-40B4-BE49-F238E27FC236}">
                <a16:creationId xmlns:a16="http://schemas.microsoft.com/office/drawing/2014/main" id="{C66BA0EC-7817-4849-B3EA-67F8BC789B5F}"/>
              </a:ext>
            </a:extLst>
          </p:cNvPr>
          <p:cNvCxnSpPr>
            <a:cxnSpLocks/>
          </p:cNvCxnSpPr>
          <p:nvPr/>
        </p:nvCxnSpPr>
        <p:spPr>
          <a:xfrm rot="19080000" flipV="1">
            <a:off x="8362360" y="1581048"/>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3" name="Oval 292">
            <a:extLst>
              <a:ext uri="{FF2B5EF4-FFF2-40B4-BE49-F238E27FC236}">
                <a16:creationId xmlns:a16="http://schemas.microsoft.com/office/drawing/2014/main" id="{0D654E35-13F6-4427-8485-0D92293A1AB4}"/>
              </a:ext>
            </a:extLst>
          </p:cNvPr>
          <p:cNvSpPr/>
          <p:nvPr/>
        </p:nvSpPr>
        <p:spPr>
          <a:xfrm>
            <a:off x="229402" y="605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294" name="Oval 293">
            <a:extLst>
              <a:ext uri="{FF2B5EF4-FFF2-40B4-BE49-F238E27FC236}">
                <a16:creationId xmlns:a16="http://schemas.microsoft.com/office/drawing/2014/main" id="{607B11A5-EAE0-49A3-AADF-8535D706D5E2}"/>
              </a:ext>
            </a:extLst>
          </p:cNvPr>
          <p:cNvSpPr/>
          <p:nvPr/>
        </p:nvSpPr>
        <p:spPr>
          <a:xfrm>
            <a:off x="2565414" y="606741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296" name="Oval 295">
            <a:extLst>
              <a:ext uri="{FF2B5EF4-FFF2-40B4-BE49-F238E27FC236}">
                <a16:creationId xmlns:a16="http://schemas.microsoft.com/office/drawing/2014/main" id="{E97EB18D-FAEC-405D-BFD1-C5F02588E5A4}"/>
              </a:ext>
            </a:extLst>
          </p:cNvPr>
          <p:cNvSpPr/>
          <p:nvPr/>
        </p:nvSpPr>
        <p:spPr>
          <a:xfrm>
            <a:off x="7205470" y="605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297" name="Oval 296">
            <a:extLst>
              <a:ext uri="{FF2B5EF4-FFF2-40B4-BE49-F238E27FC236}">
                <a16:creationId xmlns:a16="http://schemas.microsoft.com/office/drawing/2014/main" id="{70D668ED-BDF2-4917-86BC-B9E90DF3DFD0}"/>
              </a:ext>
            </a:extLst>
          </p:cNvPr>
          <p:cNvSpPr/>
          <p:nvPr/>
        </p:nvSpPr>
        <p:spPr>
          <a:xfrm>
            <a:off x="227183" y="4235873"/>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sp>
        <p:nvSpPr>
          <p:cNvPr id="307" name="Oval 306">
            <a:extLst>
              <a:ext uri="{FF2B5EF4-FFF2-40B4-BE49-F238E27FC236}">
                <a16:creationId xmlns:a16="http://schemas.microsoft.com/office/drawing/2014/main" id="{263F7E91-7613-4A0A-BF02-B5093EA16EE5}"/>
              </a:ext>
            </a:extLst>
          </p:cNvPr>
          <p:cNvSpPr/>
          <p:nvPr/>
        </p:nvSpPr>
        <p:spPr>
          <a:xfrm>
            <a:off x="227183" y="577930"/>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P</a:t>
            </a:r>
            <a:endParaRPr lang="en-US" dirty="0"/>
          </a:p>
        </p:txBody>
      </p:sp>
      <p:sp>
        <p:nvSpPr>
          <p:cNvPr id="309" name="Oval 308">
            <a:extLst>
              <a:ext uri="{FF2B5EF4-FFF2-40B4-BE49-F238E27FC236}">
                <a16:creationId xmlns:a16="http://schemas.microsoft.com/office/drawing/2014/main" id="{8EFD28D6-F8A2-4A21-97B7-E16C35904818}"/>
              </a:ext>
            </a:extLst>
          </p:cNvPr>
          <p:cNvSpPr/>
          <p:nvPr/>
        </p:nvSpPr>
        <p:spPr>
          <a:xfrm>
            <a:off x="4883176" y="572998"/>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R</a:t>
            </a:r>
            <a:endParaRPr lang="en-US" dirty="0"/>
          </a:p>
        </p:txBody>
      </p:sp>
      <p:sp>
        <p:nvSpPr>
          <p:cNvPr id="311" name="Oval 310">
            <a:extLst>
              <a:ext uri="{FF2B5EF4-FFF2-40B4-BE49-F238E27FC236}">
                <a16:creationId xmlns:a16="http://schemas.microsoft.com/office/drawing/2014/main" id="{8E53C076-C635-4633-8B12-F48E65DBEDD5}"/>
              </a:ext>
            </a:extLst>
          </p:cNvPr>
          <p:cNvSpPr/>
          <p:nvPr/>
        </p:nvSpPr>
        <p:spPr>
          <a:xfrm>
            <a:off x="9545597" y="57497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T</a:t>
            </a:r>
            <a:endParaRPr lang="en-US" dirty="0"/>
          </a:p>
        </p:txBody>
      </p:sp>
      <p:sp>
        <p:nvSpPr>
          <p:cNvPr id="121" name="TextBox 120">
            <a:extLst>
              <a:ext uri="{FF2B5EF4-FFF2-40B4-BE49-F238E27FC236}">
                <a16:creationId xmlns:a16="http://schemas.microsoft.com/office/drawing/2014/main" id="{F38C266C-0EEA-4DE5-9318-4D834978FAE0}"/>
              </a:ext>
            </a:extLst>
          </p:cNvPr>
          <p:cNvSpPr txBox="1"/>
          <p:nvPr/>
        </p:nvSpPr>
        <p:spPr>
          <a:xfrm>
            <a:off x="10156652" y="1683206"/>
            <a:ext cx="4378498" cy="923330"/>
          </a:xfrm>
          <a:prstGeom prst="rect">
            <a:avLst/>
          </a:prstGeom>
          <a:ln w="19050">
            <a:solidFill>
              <a:schemeClr val="tx1"/>
            </a:solidFill>
          </a:ln>
        </p:spPr>
        <p:style>
          <a:lnRef idx="1">
            <a:schemeClr val="accent1"/>
          </a:lnRef>
          <a:fillRef idx="3">
            <a:schemeClr val="accent1"/>
          </a:fillRef>
          <a:effectRef idx="2">
            <a:schemeClr val="accent1"/>
          </a:effectRef>
          <a:fontRef idx="minor">
            <a:schemeClr val="lt1"/>
          </a:fontRef>
        </p:style>
        <p:txBody>
          <a:bodyPr wrap="square">
            <a:spAutoFit/>
          </a:bodyPr>
          <a:lstStyle/>
          <a:p>
            <a:pPr algn="just"/>
            <a:r>
              <a:rPr lang="en-US" dirty="0">
                <a:latin typeface="Consolas" panose="020B0609020204030204" pitchFamily="49" charset="0"/>
              </a:rPr>
              <a:t>Edge 12:</a:t>
            </a:r>
          </a:p>
          <a:p>
            <a:pPr algn="just"/>
            <a:r>
              <a:rPr lang="en-US" dirty="0">
                <a:latin typeface="Consolas" panose="020B0609020204030204" pitchFamily="49" charset="0"/>
              </a:rPr>
              <a:t>9: Hole</a:t>
            </a:r>
          </a:p>
          <a:p>
            <a:pPr algn="just"/>
            <a:r>
              <a:rPr lang="en-US" dirty="0">
                <a:latin typeface="Consolas" panose="020B0609020204030204" pitchFamily="49" charset="0"/>
              </a:rPr>
              <a:t>T: Canonical and Border.</a:t>
            </a:r>
          </a:p>
        </p:txBody>
      </p:sp>
      <p:sp>
        <p:nvSpPr>
          <p:cNvPr id="117" name="Rectangle 116">
            <a:extLst>
              <a:ext uri="{FF2B5EF4-FFF2-40B4-BE49-F238E27FC236}">
                <a16:creationId xmlns:a16="http://schemas.microsoft.com/office/drawing/2014/main" id="{BB24C0C0-E59E-4211-B5CB-E3E0B2566CC5}"/>
              </a:ext>
            </a:extLst>
          </p:cNvPr>
          <p:cNvSpPr/>
          <p:nvPr/>
        </p:nvSpPr>
        <p:spPr>
          <a:xfrm>
            <a:off x="2399402" y="744947"/>
            <a:ext cx="949383" cy="1363982"/>
          </a:xfrm>
          <a:custGeom>
            <a:avLst/>
            <a:gdLst>
              <a:gd name="connsiteX0" fmla="*/ 0 w 115151"/>
              <a:gd name="connsiteY0" fmla="*/ 0 h 1833882"/>
              <a:gd name="connsiteX1" fmla="*/ 115151 w 115151"/>
              <a:gd name="connsiteY1" fmla="*/ 0 h 1833882"/>
              <a:gd name="connsiteX2" fmla="*/ 115151 w 115151"/>
              <a:gd name="connsiteY2" fmla="*/ 1833882 h 1833882"/>
              <a:gd name="connsiteX3" fmla="*/ 0 w 115151"/>
              <a:gd name="connsiteY3" fmla="*/ 1833882 h 1833882"/>
              <a:gd name="connsiteX4" fmla="*/ 0 w 115151"/>
              <a:gd name="connsiteY4" fmla="*/ 0 h 1833882"/>
              <a:gd name="connsiteX0" fmla="*/ 0 w 251676"/>
              <a:gd name="connsiteY0" fmla="*/ 0 h 1833882"/>
              <a:gd name="connsiteX1" fmla="*/ 251676 w 251676"/>
              <a:gd name="connsiteY1" fmla="*/ 0 h 1833882"/>
              <a:gd name="connsiteX2" fmla="*/ 115151 w 251676"/>
              <a:gd name="connsiteY2" fmla="*/ 1833882 h 1833882"/>
              <a:gd name="connsiteX3" fmla="*/ 0 w 251676"/>
              <a:gd name="connsiteY3" fmla="*/ 1833882 h 1833882"/>
              <a:gd name="connsiteX4" fmla="*/ 0 w 251676"/>
              <a:gd name="connsiteY4" fmla="*/ 0 h 1833882"/>
              <a:gd name="connsiteX0" fmla="*/ 0 w 442176"/>
              <a:gd name="connsiteY0" fmla="*/ 0 h 1833882"/>
              <a:gd name="connsiteX1" fmla="*/ 442176 w 442176"/>
              <a:gd name="connsiteY1" fmla="*/ 0 h 1833882"/>
              <a:gd name="connsiteX2" fmla="*/ 305651 w 442176"/>
              <a:gd name="connsiteY2" fmla="*/ 1833882 h 1833882"/>
              <a:gd name="connsiteX3" fmla="*/ 190500 w 442176"/>
              <a:gd name="connsiteY3" fmla="*/ 1833882 h 1833882"/>
              <a:gd name="connsiteX4" fmla="*/ 0 w 442176"/>
              <a:gd name="connsiteY4" fmla="*/ 0 h 1833882"/>
              <a:gd name="connsiteX0" fmla="*/ 0 w 527901"/>
              <a:gd name="connsiteY0" fmla="*/ 0 h 1837057"/>
              <a:gd name="connsiteX1" fmla="*/ 527901 w 527901"/>
              <a:gd name="connsiteY1" fmla="*/ 3175 h 1837057"/>
              <a:gd name="connsiteX2" fmla="*/ 391376 w 527901"/>
              <a:gd name="connsiteY2" fmla="*/ 1837057 h 1837057"/>
              <a:gd name="connsiteX3" fmla="*/ 276225 w 527901"/>
              <a:gd name="connsiteY3" fmla="*/ 1837057 h 1837057"/>
              <a:gd name="connsiteX4" fmla="*/ 0 w 527901"/>
              <a:gd name="connsiteY4" fmla="*/ 0 h 1837057"/>
              <a:gd name="connsiteX0" fmla="*/ 0 w 645376"/>
              <a:gd name="connsiteY0" fmla="*/ 3175 h 1840232"/>
              <a:gd name="connsiteX1" fmla="*/ 645376 w 645376"/>
              <a:gd name="connsiteY1" fmla="*/ 0 h 1840232"/>
              <a:gd name="connsiteX2" fmla="*/ 391376 w 645376"/>
              <a:gd name="connsiteY2" fmla="*/ 1840232 h 1840232"/>
              <a:gd name="connsiteX3" fmla="*/ 276225 w 645376"/>
              <a:gd name="connsiteY3" fmla="*/ 1840232 h 1840232"/>
              <a:gd name="connsiteX4" fmla="*/ 0 w 645376"/>
              <a:gd name="connsiteY4" fmla="*/ 3175 h 1840232"/>
              <a:gd name="connsiteX0" fmla="*/ 0 w 654901"/>
              <a:gd name="connsiteY0" fmla="*/ 0 h 1837057"/>
              <a:gd name="connsiteX1" fmla="*/ 654901 w 654901"/>
              <a:gd name="connsiteY1" fmla="*/ 3175 h 1837057"/>
              <a:gd name="connsiteX2" fmla="*/ 391376 w 654901"/>
              <a:gd name="connsiteY2" fmla="*/ 1837057 h 1837057"/>
              <a:gd name="connsiteX3" fmla="*/ 276225 w 654901"/>
              <a:gd name="connsiteY3" fmla="*/ 1837057 h 1837057"/>
              <a:gd name="connsiteX4" fmla="*/ 0 w 654901"/>
              <a:gd name="connsiteY4" fmla="*/ 0 h 1837057"/>
              <a:gd name="connsiteX0" fmla="*/ 0 w 658076"/>
              <a:gd name="connsiteY0" fmla="*/ 0 h 1833882"/>
              <a:gd name="connsiteX1" fmla="*/ 658076 w 658076"/>
              <a:gd name="connsiteY1" fmla="*/ 0 h 1833882"/>
              <a:gd name="connsiteX2" fmla="*/ 394551 w 658076"/>
              <a:gd name="connsiteY2" fmla="*/ 1833882 h 1833882"/>
              <a:gd name="connsiteX3" fmla="*/ 279400 w 658076"/>
              <a:gd name="connsiteY3" fmla="*/ 1833882 h 1833882"/>
              <a:gd name="connsiteX4" fmla="*/ 0 w 658076"/>
              <a:gd name="connsiteY4" fmla="*/ 0 h 1833882"/>
              <a:gd name="connsiteX0" fmla="*/ 0 w 832701"/>
              <a:gd name="connsiteY0" fmla="*/ 0 h 1833882"/>
              <a:gd name="connsiteX1" fmla="*/ 658076 w 832701"/>
              <a:gd name="connsiteY1" fmla="*/ 0 h 1833882"/>
              <a:gd name="connsiteX2" fmla="*/ 832701 w 832701"/>
              <a:gd name="connsiteY2" fmla="*/ 1459232 h 1833882"/>
              <a:gd name="connsiteX3" fmla="*/ 279400 w 832701"/>
              <a:gd name="connsiteY3" fmla="*/ 1833882 h 1833882"/>
              <a:gd name="connsiteX4" fmla="*/ 0 w 832701"/>
              <a:gd name="connsiteY4" fmla="*/ 0 h 1833882"/>
              <a:gd name="connsiteX0" fmla="*/ 0 w 832701"/>
              <a:gd name="connsiteY0" fmla="*/ 0 h 1814832"/>
              <a:gd name="connsiteX1" fmla="*/ 658076 w 832701"/>
              <a:gd name="connsiteY1" fmla="*/ 0 h 1814832"/>
              <a:gd name="connsiteX2" fmla="*/ 832701 w 832701"/>
              <a:gd name="connsiteY2" fmla="*/ 1459232 h 1814832"/>
              <a:gd name="connsiteX3" fmla="*/ 317500 w 832701"/>
              <a:gd name="connsiteY3" fmla="*/ 1814832 h 1814832"/>
              <a:gd name="connsiteX4" fmla="*/ 0 w 832701"/>
              <a:gd name="connsiteY4" fmla="*/ 0 h 1814832"/>
              <a:gd name="connsiteX0" fmla="*/ 0 w 832701"/>
              <a:gd name="connsiteY0" fmla="*/ 0 h 1830707"/>
              <a:gd name="connsiteX1" fmla="*/ 658076 w 832701"/>
              <a:gd name="connsiteY1" fmla="*/ 0 h 1830707"/>
              <a:gd name="connsiteX2" fmla="*/ 832701 w 832701"/>
              <a:gd name="connsiteY2" fmla="*/ 1459232 h 1830707"/>
              <a:gd name="connsiteX3" fmla="*/ 333375 w 832701"/>
              <a:gd name="connsiteY3" fmla="*/ 1830707 h 1830707"/>
              <a:gd name="connsiteX4" fmla="*/ 0 w 832701"/>
              <a:gd name="connsiteY4" fmla="*/ 0 h 1830707"/>
              <a:gd name="connsiteX0" fmla="*/ 0 w 949383"/>
              <a:gd name="connsiteY0" fmla="*/ 0 h 1830707"/>
              <a:gd name="connsiteX1" fmla="*/ 658076 w 949383"/>
              <a:gd name="connsiteY1" fmla="*/ 0 h 1830707"/>
              <a:gd name="connsiteX2" fmla="*/ 949383 w 949383"/>
              <a:gd name="connsiteY2" fmla="*/ 1361601 h 1830707"/>
              <a:gd name="connsiteX3" fmla="*/ 333375 w 949383"/>
              <a:gd name="connsiteY3" fmla="*/ 1830707 h 1830707"/>
              <a:gd name="connsiteX4" fmla="*/ 0 w 949383"/>
              <a:gd name="connsiteY4" fmla="*/ 0 h 1830707"/>
              <a:gd name="connsiteX0" fmla="*/ 0 w 949383"/>
              <a:gd name="connsiteY0" fmla="*/ 0 h 1481457"/>
              <a:gd name="connsiteX1" fmla="*/ 658076 w 949383"/>
              <a:gd name="connsiteY1" fmla="*/ 0 h 1481457"/>
              <a:gd name="connsiteX2" fmla="*/ 949383 w 949383"/>
              <a:gd name="connsiteY2" fmla="*/ 1361601 h 1481457"/>
              <a:gd name="connsiteX3" fmla="*/ 273050 w 949383"/>
              <a:gd name="connsiteY3" fmla="*/ 1481457 h 1481457"/>
              <a:gd name="connsiteX4" fmla="*/ 0 w 949383"/>
              <a:gd name="connsiteY4" fmla="*/ 0 h 1481457"/>
              <a:gd name="connsiteX0" fmla="*/ 0 w 949383"/>
              <a:gd name="connsiteY0" fmla="*/ 0 h 1361601"/>
              <a:gd name="connsiteX1" fmla="*/ 658076 w 949383"/>
              <a:gd name="connsiteY1" fmla="*/ 0 h 1361601"/>
              <a:gd name="connsiteX2" fmla="*/ 949383 w 949383"/>
              <a:gd name="connsiteY2" fmla="*/ 1361601 h 1361601"/>
              <a:gd name="connsiteX3" fmla="*/ 231775 w 949383"/>
              <a:gd name="connsiteY3" fmla="*/ 1357632 h 1361601"/>
              <a:gd name="connsiteX4" fmla="*/ 0 w 949383"/>
              <a:gd name="connsiteY4" fmla="*/ 0 h 1361601"/>
              <a:gd name="connsiteX0" fmla="*/ 0 w 949383"/>
              <a:gd name="connsiteY0" fmla="*/ 0 h 1376682"/>
              <a:gd name="connsiteX1" fmla="*/ 658076 w 949383"/>
              <a:gd name="connsiteY1" fmla="*/ 0 h 1376682"/>
              <a:gd name="connsiteX2" fmla="*/ 949383 w 949383"/>
              <a:gd name="connsiteY2" fmla="*/ 1361601 h 1376682"/>
              <a:gd name="connsiteX3" fmla="*/ 244475 w 949383"/>
              <a:gd name="connsiteY3" fmla="*/ 1376682 h 1376682"/>
              <a:gd name="connsiteX4" fmla="*/ 0 w 949383"/>
              <a:gd name="connsiteY4" fmla="*/ 0 h 1376682"/>
              <a:gd name="connsiteX0" fmla="*/ 0 w 949383"/>
              <a:gd name="connsiteY0" fmla="*/ 0 h 1383032"/>
              <a:gd name="connsiteX1" fmla="*/ 658076 w 949383"/>
              <a:gd name="connsiteY1" fmla="*/ 0 h 1383032"/>
              <a:gd name="connsiteX2" fmla="*/ 949383 w 949383"/>
              <a:gd name="connsiteY2" fmla="*/ 1361601 h 1383032"/>
              <a:gd name="connsiteX3" fmla="*/ 180975 w 949383"/>
              <a:gd name="connsiteY3" fmla="*/ 1383032 h 1383032"/>
              <a:gd name="connsiteX4" fmla="*/ 0 w 949383"/>
              <a:gd name="connsiteY4" fmla="*/ 0 h 1383032"/>
              <a:gd name="connsiteX0" fmla="*/ 0 w 949383"/>
              <a:gd name="connsiteY0" fmla="*/ 0 h 1379857"/>
              <a:gd name="connsiteX1" fmla="*/ 658076 w 949383"/>
              <a:gd name="connsiteY1" fmla="*/ 0 h 1379857"/>
              <a:gd name="connsiteX2" fmla="*/ 949383 w 949383"/>
              <a:gd name="connsiteY2" fmla="*/ 1361601 h 1379857"/>
              <a:gd name="connsiteX3" fmla="*/ 171450 w 949383"/>
              <a:gd name="connsiteY3" fmla="*/ 1379857 h 1379857"/>
              <a:gd name="connsiteX4" fmla="*/ 0 w 949383"/>
              <a:gd name="connsiteY4" fmla="*/ 0 h 1379857"/>
              <a:gd name="connsiteX0" fmla="*/ 0 w 949383"/>
              <a:gd name="connsiteY0" fmla="*/ 0 h 1361601"/>
              <a:gd name="connsiteX1" fmla="*/ 658076 w 949383"/>
              <a:gd name="connsiteY1" fmla="*/ 0 h 1361601"/>
              <a:gd name="connsiteX2" fmla="*/ 949383 w 949383"/>
              <a:gd name="connsiteY2" fmla="*/ 1361601 h 1361601"/>
              <a:gd name="connsiteX3" fmla="*/ 168275 w 949383"/>
              <a:gd name="connsiteY3" fmla="*/ 1351282 h 1361601"/>
              <a:gd name="connsiteX4" fmla="*/ 0 w 949383"/>
              <a:gd name="connsiteY4" fmla="*/ 0 h 1361601"/>
              <a:gd name="connsiteX0" fmla="*/ 0 w 949383"/>
              <a:gd name="connsiteY0" fmla="*/ 0 h 1363982"/>
              <a:gd name="connsiteX1" fmla="*/ 658076 w 949383"/>
              <a:gd name="connsiteY1" fmla="*/ 0 h 1363982"/>
              <a:gd name="connsiteX2" fmla="*/ 949383 w 949383"/>
              <a:gd name="connsiteY2" fmla="*/ 1361601 h 1363982"/>
              <a:gd name="connsiteX3" fmla="*/ 152400 w 949383"/>
              <a:gd name="connsiteY3" fmla="*/ 1363982 h 1363982"/>
              <a:gd name="connsiteX4" fmla="*/ 0 w 949383"/>
              <a:gd name="connsiteY4" fmla="*/ 0 h 1363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9383" h="1363982">
                <a:moveTo>
                  <a:pt x="0" y="0"/>
                </a:moveTo>
                <a:lnTo>
                  <a:pt x="658076" y="0"/>
                </a:lnTo>
                <a:lnTo>
                  <a:pt x="949383" y="1361601"/>
                </a:lnTo>
                <a:lnTo>
                  <a:pt x="152400" y="1363982"/>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solidFill>
                <a:schemeClr val="bg1"/>
              </a:solidFill>
            </a:endParaRPr>
          </a:p>
        </p:txBody>
      </p:sp>
      <p:cxnSp>
        <p:nvCxnSpPr>
          <p:cNvPr id="124" name="Straight Arrow Connector 123">
            <a:extLst>
              <a:ext uri="{FF2B5EF4-FFF2-40B4-BE49-F238E27FC236}">
                <a16:creationId xmlns:a16="http://schemas.microsoft.com/office/drawing/2014/main" id="{21462356-04AF-4D7A-A146-231EED1F52AA}"/>
              </a:ext>
            </a:extLst>
          </p:cNvPr>
          <p:cNvCxnSpPr>
            <a:cxnSpLocks/>
          </p:cNvCxnSpPr>
          <p:nvPr/>
        </p:nvCxnSpPr>
        <p:spPr>
          <a:xfrm rot="4980000" flipV="1">
            <a:off x="2302065" y="1378454"/>
            <a:ext cx="4572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0" name="Oval 119">
            <a:extLst>
              <a:ext uri="{FF2B5EF4-FFF2-40B4-BE49-F238E27FC236}">
                <a16:creationId xmlns:a16="http://schemas.microsoft.com/office/drawing/2014/main" id="{24D8D6EB-429F-4F83-A03D-CB6219EAEEAF}"/>
              </a:ext>
            </a:extLst>
          </p:cNvPr>
          <p:cNvSpPr/>
          <p:nvPr/>
        </p:nvSpPr>
        <p:spPr>
          <a:xfrm>
            <a:off x="2878465" y="58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U</a:t>
            </a:r>
            <a:endParaRPr lang="en-US" dirty="0">
              <a:solidFill>
                <a:schemeClr val="accent6"/>
              </a:solidFill>
            </a:endParaRPr>
          </a:p>
        </p:txBody>
      </p:sp>
      <p:sp>
        <p:nvSpPr>
          <p:cNvPr id="308" name="Oval 307">
            <a:extLst>
              <a:ext uri="{FF2B5EF4-FFF2-40B4-BE49-F238E27FC236}">
                <a16:creationId xmlns:a16="http://schemas.microsoft.com/office/drawing/2014/main" id="{8F2DCE16-B03E-4878-9628-6458FA06E654}"/>
              </a:ext>
            </a:extLst>
          </p:cNvPr>
          <p:cNvSpPr/>
          <p:nvPr/>
        </p:nvSpPr>
        <p:spPr>
          <a:xfrm>
            <a:off x="2226010" y="58755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Q</a:t>
            </a:r>
            <a:endParaRPr lang="en-US" dirty="0">
              <a:solidFill>
                <a:schemeClr val="accent6"/>
              </a:solidFill>
            </a:endParaRPr>
          </a:p>
        </p:txBody>
      </p:sp>
      <p:cxnSp>
        <p:nvCxnSpPr>
          <p:cNvPr id="125" name="Straight Arrow Connector 124">
            <a:extLst>
              <a:ext uri="{FF2B5EF4-FFF2-40B4-BE49-F238E27FC236}">
                <a16:creationId xmlns:a16="http://schemas.microsoft.com/office/drawing/2014/main" id="{7D53D871-5EE3-4AAA-A583-1CBA76CD1AC1}"/>
              </a:ext>
            </a:extLst>
          </p:cNvPr>
          <p:cNvCxnSpPr>
            <a:cxnSpLocks/>
          </p:cNvCxnSpPr>
          <p:nvPr/>
        </p:nvCxnSpPr>
        <p:spPr>
          <a:xfrm rot="15480000" flipV="1">
            <a:off x="2861238" y="142988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6" name="Straight Arrow Connector 125">
            <a:extLst>
              <a:ext uri="{FF2B5EF4-FFF2-40B4-BE49-F238E27FC236}">
                <a16:creationId xmlns:a16="http://schemas.microsoft.com/office/drawing/2014/main" id="{0645B774-23D8-4005-A05B-FD1044FEE987}"/>
              </a:ext>
            </a:extLst>
          </p:cNvPr>
          <p:cNvCxnSpPr>
            <a:cxnSpLocks/>
          </p:cNvCxnSpPr>
          <p:nvPr/>
        </p:nvCxnSpPr>
        <p:spPr>
          <a:xfrm flipH="1">
            <a:off x="2634185" y="820689"/>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128" name="Group 127">
            <a:extLst>
              <a:ext uri="{FF2B5EF4-FFF2-40B4-BE49-F238E27FC236}">
                <a16:creationId xmlns:a16="http://schemas.microsoft.com/office/drawing/2014/main" id="{0F3EF7AA-6FDB-4389-B4A7-1B092F6C7C3F}"/>
              </a:ext>
            </a:extLst>
          </p:cNvPr>
          <p:cNvGrpSpPr/>
          <p:nvPr/>
        </p:nvGrpSpPr>
        <p:grpSpPr>
          <a:xfrm>
            <a:off x="7517721" y="4695252"/>
            <a:ext cx="2977526" cy="1342058"/>
            <a:chOff x="9063622" y="4495872"/>
            <a:chExt cx="2977526" cy="1342058"/>
          </a:xfrm>
        </p:grpSpPr>
        <p:grpSp>
          <p:nvGrpSpPr>
            <p:cNvPr id="129" name="Group 128">
              <a:extLst>
                <a:ext uri="{FF2B5EF4-FFF2-40B4-BE49-F238E27FC236}">
                  <a16:creationId xmlns:a16="http://schemas.microsoft.com/office/drawing/2014/main" id="{6271B160-5500-4EDF-B13E-7BE98E38B950}"/>
                </a:ext>
              </a:extLst>
            </p:cNvPr>
            <p:cNvGrpSpPr/>
            <p:nvPr/>
          </p:nvGrpSpPr>
          <p:grpSpPr>
            <a:xfrm>
              <a:off x="9063622" y="4495872"/>
              <a:ext cx="1951540" cy="369332"/>
              <a:chOff x="5793989" y="4428721"/>
              <a:chExt cx="1951540" cy="369332"/>
            </a:xfrm>
          </p:grpSpPr>
          <p:sp>
            <p:nvSpPr>
              <p:cNvPr id="136" name="Oval 135">
                <a:extLst>
                  <a:ext uri="{FF2B5EF4-FFF2-40B4-BE49-F238E27FC236}">
                    <a16:creationId xmlns:a16="http://schemas.microsoft.com/office/drawing/2014/main" id="{96D570CB-9AD5-46E7-A1D8-FF90ED354312}"/>
                  </a:ext>
                </a:extLst>
              </p:cNvPr>
              <p:cNvSpPr/>
              <p:nvPr/>
            </p:nvSpPr>
            <p:spPr>
              <a:xfrm>
                <a:off x="5793989" y="447891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X</a:t>
                </a:r>
                <a:endParaRPr lang="en-US" dirty="0"/>
              </a:p>
            </p:txBody>
          </p:sp>
          <p:sp>
            <p:nvSpPr>
              <p:cNvPr id="137" name="TextBox 136">
                <a:extLst>
                  <a:ext uri="{FF2B5EF4-FFF2-40B4-BE49-F238E27FC236}">
                    <a16:creationId xmlns:a16="http://schemas.microsoft.com/office/drawing/2014/main" id="{6884A116-07A5-4487-B11C-D503B3CD996B}"/>
                  </a:ext>
                </a:extLst>
              </p:cNvPr>
              <p:cNvSpPr txBox="1"/>
              <p:nvPr/>
            </p:nvSpPr>
            <p:spPr>
              <a:xfrm>
                <a:off x="6060452" y="4428721"/>
                <a:ext cx="1685077" cy="369332"/>
              </a:xfrm>
              <a:prstGeom prst="rect">
                <a:avLst/>
              </a:prstGeom>
              <a:noFill/>
            </p:spPr>
            <p:txBody>
              <a:bodyPr wrap="none" rtlCol="0">
                <a:spAutoFit/>
              </a:bodyPr>
              <a:lstStyle/>
              <a:p>
                <a:r>
                  <a:rPr lang="en-US" dirty="0"/>
                  <a:t>Regular vertex</a:t>
                </a:r>
              </a:p>
            </p:txBody>
          </p:sp>
        </p:grpSp>
        <p:grpSp>
          <p:nvGrpSpPr>
            <p:cNvPr id="130" name="Group 129">
              <a:extLst>
                <a:ext uri="{FF2B5EF4-FFF2-40B4-BE49-F238E27FC236}">
                  <a16:creationId xmlns:a16="http://schemas.microsoft.com/office/drawing/2014/main" id="{22BD9A63-4B0E-42AA-8911-64A002869876}"/>
                </a:ext>
              </a:extLst>
            </p:cNvPr>
            <p:cNvGrpSpPr/>
            <p:nvPr/>
          </p:nvGrpSpPr>
          <p:grpSpPr>
            <a:xfrm>
              <a:off x="9063622" y="4959034"/>
              <a:ext cx="2977526" cy="369332"/>
              <a:chOff x="5793989" y="4891883"/>
              <a:chExt cx="2977526" cy="369332"/>
            </a:xfrm>
          </p:grpSpPr>
          <p:sp>
            <p:nvSpPr>
              <p:cNvPr id="134" name="Oval 133">
                <a:extLst>
                  <a:ext uri="{FF2B5EF4-FFF2-40B4-BE49-F238E27FC236}">
                    <a16:creationId xmlns:a16="http://schemas.microsoft.com/office/drawing/2014/main" id="{817B9C89-5ECC-4077-AD52-216CBA748887}"/>
                  </a:ext>
                </a:extLst>
              </p:cNvPr>
              <p:cNvSpPr/>
              <p:nvPr/>
            </p:nvSpPr>
            <p:spPr>
              <a:xfrm>
                <a:off x="5793989" y="4942079"/>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sp>
            <p:nvSpPr>
              <p:cNvPr id="135" name="TextBox 134">
                <a:extLst>
                  <a:ext uri="{FF2B5EF4-FFF2-40B4-BE49-F238E27FC236}">
                    <a16:creationId xmlns:a16="http://schemas.microsoft.com/office/drawing/2014/main" id="{C4B5BD52-DD86-4E0D-8EF2-B7F3212A5D63}"/>
                  </a:ext>
                </a:extLst>
              </p:cNvPr>
              <p:cNvSpPr txBox="1"/>
              <p:nvPr/>
            </p:nvSpPr>
            <p:spPr>
              <a:xfrm>
                <a:off x="6060452" y="4891883"/>
                <a:ext cx="2711063" cy="369332"/>
              </a:xfrm>
              <a:prstGeom prst="rect">
                <a:avLst/>
              </a:prstGeom>
              <a:noFill/>
            </p:spPr>
            <p:txBody>
              <a:bodyPr wrap="none" rtlCol="0">
                <a:spAutoFit/>
              </a:bodyPr>
              <a:lstStyle/>
              <a:p>
                <a:r>
                  <a:rPr lang="en-US" dirty="0"/>
                  <a:t>Interface Element Vertex</a:t>
                </a:r>
              </a:p>
            </p:txBody>
          </p:sp>
        </p:grpSp>
        <p:grpSp>
          <p:nvGrpSpPr>
            <p:cNvPr id="131" name="Group 130">
              <a:extLst>
                <a:ext uri="{FF2B5EF4-FFF2-40B4-BE49-F238E27FC236}">
                  <a16:creationId xmlns:a16="http://schemas.microsoft.com/office/drawing/2014/main" id="{45F7203A-AB4C-46B0-B45A-7F8290805208}"/>
                </a:ext>
              </a:extLst>
            </p:cNvPr>
            <p:cNvGrpSpPr/>
            <p:nvPr/>
          </p:nvGrpSpPr>
          <p:grpSpPr>
            <a:xfrm>
              <a:off x="9063622" y="5468598"/>
              <a:ext cx="1951540" cy="369332"/>
              <a:chOff x="5793989" y="5411274"/>
              <a:chExt cx="1951540" cy="369332"/>
            </a:xfrm>
          </p:grpSpPr>
          <p:sp>
            <p:nvSpPr>
              <p:cNvPr id="132" name="Oval 131">
                <a:extLst>
                  <a:ext uri="{FF2B5EF4-FFF2-40B4-BE49-F238E27FC236}">
                    <a16:creationId xmlns:a16="http://schemas.microsoft.com/office/drawing/2014/main" id="{317466B4-104B-4EDB-BFB1-7CA5FC26121E}"/>
                  </a:ext>
                </a:extLst>
              </p:cNvPr>
              <p:cNvSpPr/>
              <p:nvPr/>
            </p:nvSpPr>
            <p:spPr>
              <a:xfrm>
                <a:off x="5793989" y="5461470"/>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sp>
            <p:nvSpPr>
              <p:cNvPr id="133" name="TextBox 132">
                <a:extLst>
                  <a:ext uri="{FF2B5EF4-FFF2-40B4-BE49-F238E27FC236}">
                    <a16:creationId xmlns:a16="http://schemas.microsoft.com/office/drawing/2014/main" id="{F193CB36-8669-495E-9824-7C013274B110}"/>
                  </a:ext>
                </a:extLst>
              </p:cNvPr>
              <p:cNvSpPr txBox="1"/>
              <p:nvPr/>
            </p:nvSpPr>
            <p:spPr>
              <a:xfrm>
                <a:off x="6060452" y="5411274"/>
                <a:ext cx="1685077" cy="369332"/>
              </a:xfrm>
              <a:prstGeom prst="rect">
                <a:avLst/>
              </a:prstGeom>
              <a:noFill/>
            </p:spPr>
            <p:txBody>
              <a:bodyPr wrap="none" rtlCol="0">
                <a:spAutoFit/>
              </a:bodyPr>
              <a:lstStyle/>
              <a:p>
                <a:r>
                  <a:rPr lang="en-US" dirty="0"/>
                  <a:t>Collapse Edge</a:t>
                </a:r>
              </a:p>
            </p:txBody>
          </p:sp>
        </p:grpSp>
      </p:grpSp>
      <p:sp>
        <p:nvSpPr>
          <p:cNvPr id="3" name="Freeform: Shape 2">
            <a:extLst>
              <a:ext uri="{FF2B5EF4-FFF2-40B4-BE49-F238E27FC236}">
                <a16:creationId xmlns:a16="http://schemas.microsoft.com/office/drawing/2014/main" id="{F0CF0035-77BE-41F8-96B9-F0A019030BC3}"/>
              </a:ext>
            </a:extLst>
          </p:cNvPr>
          <p:cNvSpPr/>
          <p:nvPr/>
        </p:nvSpPr>
        <p:spPr>
          <a:xfrm>
            <a:off x="3335337" y="2108200"/>
            <a:ext cx="1727201" cy="715167"/>
          </a:xfrm>
          <a:custGeom>
            <a:avLst/>
            <a:gdLst>
              <a:gd name="connsiteX0" fmla="*/ 501650 w 2317750"/>
              <a:gd name="connsiteY0" fmla="*/ 0 h 368300"/>
              <a:gd name="connsiteX1" fmla="*/ 2317750 w 2317750"/>
              <a:gd name="connsiteY1" fmla="*/ 365125 h 368300"/>
              <a:gd name="connsiteX2" fmla="*/ 0 w 2317750"/>
              <a:gd name="connsiteY2" fmla="*/ 368300 h 368300"/>
              <a:gd name="connsiteX3" fmla="*/ 501650 w 2317750"/>
              <a:gd name="connsiteY3" fmla="*/ 0 h 368300"/>
              <a:gd name="connsiteX0" fmla="*/ 501650 w 2317750"/>
              <a:gd name="connsiteY0" fmla="*/ 0 h 368300"/>
              <a:gd name="connsiteX1" fmla="*/ 2317750 w 2317750"/>
              <a:gd name="connsiteY1" fmla="*/ 365125 h 368300"/>
              <a:gd name="connsiteX2" fmla="*/ 0 w 2317750"/>
              <a:gd name="connsiteY2" fmla="*/ 368300 h 368300"/>
              <a:gd name="connsiteX3" fmla="*/ 501650 w 2317750"/>
              <a:gd name="connsiteY3" fmla="*/ 0 h 368300"/>
              <a:gd name="connsiteX0" fmla="*/ 501650 w 2317750"/>
              <a:gd name="connsiteY0" fmla="*/ 0 h 375444"/>
              <a:gd name="connsiteX1" fmla="*/ 2317750 w 2317750"/>
              <a:gd name="connsiteY1" fmla="*/ 365125 h 375444"/>
              <a:gd name="connsiteX2" fmla="*/ 0 w 2317750"/>
              <a:gd name="connsiteY2" fmla="*/ 375444 h 375444"/>
              <a:gd name="connsiteX3" fmla="*/ 501650 w 2317750"/>
              <a:gd name="connsiteY3" fmla="*/ 0 h 375444"/>
              <a:gd name="connsiteX0" fmla="*/ 501650 w 2332038"/>
              <a:gd name="connsiteY0" fmla="*/ 0 h 375444"/>
              <a:gd name="connsiteX1" fmla="*/ 2332038 w 2332038"/>
              <a:gd name="connsiteY1" fmla="*/ 374650 h 375444"/>
              <a:gd name="connsiteX2" fmla="*/ 0 w 2332038"/>
              <a:gd name="connsiteY2" fmla="*/ 375444 h 375444"/>
              <a:gd name="connsiteX3" fmla="*/ 501650 w 2332038"/>
              <a:gd name="connsiteY3" fmla="*/ 0 h 375444"/>
              <a:gd name="connsiteX0" fmla="*/ 623094 w 2332038"/>
              <a:gd name="connsiteY0" fmla="*/ 0 h 470694"/>
              <a:gd name="connsiteX1" fmla="*/ 2332038 w 2332038"/>
              <a:gd name="connsiteY1" fmla="*/ 469900 h 470694"/>
              <a:gd name="connsiteX2" fmla="*/ 0 w 2332038"/>
              <a:gd name="connsiteY2" fmla="*/ 470694 h 470694"/>
              <a:gd name="connsiteX3" fmla="*/ 623094 w 2332038"/>
              <a:gd name="connsiteY3" fmla="*/ 0 h 470694"/>
              <a:gd name="connsiteX0" fmla="*/ 623094 w 2322513"/>
              <a:gd name="connsiteY0" fmla="*/ 0 h 703262"/>
              <a:gd name="connsiteX1" fmla="*/ 2322513 w 2322513"/>
              <a:gd name="connsiteY1" fmla="*/ 703262 h 703262"/>
              <a:gd name="connsiteX2" fmla="*/ 0 w 2322513"/>
              <a:gd name="connsiteY2" fmla="*/ 470694 h 703262"/>
              <a:gd name="connsiteX3" fmla="*/ 623094 w 2322513"/>
              <a:gd name="connsiteY3" fmla="*/ 0 h 703262"/>
              <a:gd name="connsiteX0" fmla="*/ 623094 w 2322513"/>
              <a:gd name="connsiteY0" fmla="*/ 0 h 691355"/>
              <a:gd name="connsiteX1" fmla="*/ 2322513 w 2322513"/>
              <a:gd name="connsiteY1" fmla="*/ 691355 h 691355"/>
              <a:gd name="connsiteX2" fmla="*/ 0 w 2322513"/>
              <a:gd name="connsiteY2" fmla="*/ 470694 h 691355"/>
              <a:gd name="connsiteX3" fmla="*/ 623094 w 2322513"/>
              <a:gd name="connsiteY3" fmla="*/ 0 h 691355"/>
              <a:gd name="connsiteX0" fmla="*/ 623094 w 2324894"/>
              <a:gd name="connsiteY0" fmla="*/ 0 h 693736"/>
              <a:gd name="connsiteX1" fmla="*/ 2324894 w 2324894"/>
              <a:gd name="connsiteY1" fmla="*/ 693736 h 693736"/>
              <a:gd name="connsiteX2" fmla="*/ 0 w 2324894"/>
              <a:gd name="connsiteY2" fmla="*/ 470694 h 693736"/>
              <a:gd name="connsiteX3" fmla="*/ 623094 w 2324894"/>
              <a:gd name="connsiteY3" fmla="*/ 0 h 693736"/>
              <a:gd name="connsiteX0" fmla="*/ 623094 w 2332038"/>
              <a:gd name="connsiteY0" fmla="*/ 0 h 693736"/>
              <a:gd name="connsiteX1" fmla="*/ 2332038 w 2332038"/>
              <a:gd name="connsiteY1" fmla="*/ 206375 h 693736"/>
              <a:gd name="connsiteX2" fmla="*/ 2324894 w 2332038"/>
              <a:gd name="connsiteY2" fmla="*/ 693736 h 693736"/>
              <a:gd name="connsiteX3" fmla="*/ 0 w 2332038"/>
              <a:gd name="connsiteY3" fmla="*/ 470694 h 693736"/>
              <a:gd name="connsiteX4" fmla="*/ 623094 w 2332038"/>
              <a:gd name="connsiteY4" fmla="*/ 0 h 693736"/>
              <a:gd name="connsiteX0" fmla="*/ 623094 w 2332038"/>
              <a:gd name="connsiteY0" fmla="*/ 0 h 693736"/>
              <a:gd name="connsiteX1" fmla="*/ 2332038 w 2332038"/>
              <a:gd name="connsiteY1" fmla="*/ 206375 h 693736"/>
              <a:gd name="connsiteX2" fmla="*/ 2324894 w 2332038"/>
              <a:gd name="connsiteY2" fmla="*/ 693736 h 693736"/>
              <a:gd name="connsiteX3" fmla="*/ 0 w 2332038"/>
              <a:gd name="connsiteY3" fmla="*/ 470694 h 693736"/>
              <a:gd name="connsiteX4" fmla="*/ 623094 w 2332038"/>
              <a:gd name="connsiteY4" fmla="*/ 0 h 693736"/>
              <a:gd name="connsiteX0" fmla="*/ 623094 w 2332038"/>
              <a:gd name="connsiteY0" fmla="*/ 0 h 693736"/>
              <a:gd name="connsiteX1" fmla="*/ 2332038 w 2332038"/>
              <a:gd name="connsiteY1" fmla="*/ 206375 h 693736"/>
              <a:gd name="connsiteX2" fmla="*/ 2324894 w 2332038"/>
              <a:gd name="connsiteY2" fmla="*/ 693736 h 693736"/>
              <a:gd name="connsiteX3" fmla="*/ 0 w 2332038"/>
              <a:gd name="connsiteY3" fmla="*/ 470694 h 693736"/>
              <a:gd name="connsiteX4" fmla="*/ 623094 w 2332038"/>
              <a:gd name="connsiteY4" fmla="*/ 0 h 693736"/>
              <a:gd name="connsiteX0" fmla="*/ 623094 w 2332038"/>
              <a:gd name="connsiteY0" fmla="*/ 0 h 693736"/>
              <a:gd name="connsiteX1" fmla="*/ 2332038 w 2332038"/>
              <a:gd name="connsiteY1" fmla="*/ 206375 h 693736"/>
              <a:gd name="connsiteX2" fmla="*/ 2324894 w 2332038"/>
              <a:gd name="connsiteY2" fmla="*/ 693736 h 693736"/>
              <a:gd name="connsiteX3" fmla="*/ 0 w 2332038"/>
              <a:gd name="connsiteY3" fmla="*/ 470694 h 693736"/>
              <a:gd name="connsiteX4" fmla="*/ 623094 w 2332038"/>
              <a:gd name="connsiteY4" fmla="*/ 0 h 693736"/>
              <a:gd name="connsiteX0" fmla="*/ 623094 w 2332038"/>
              <a:gd name="connsiteY0" fmla="*/ 0 h 693736"/>
              <a:gd name="connsiteX1" fmla="*/ 2332038 w 2332038"/>
              <a:gd name="connsiteY1" fmla="*/ 206375 h 693736"/>
              <a:gd name="connsiteX2" fmla="*/ 2324894 w 2332038"/>
              <a:gd name="connsiteY2" fmla="*/ 693736 h 693736"/>
              <a:gd name="connsiteX3" fmla="*/ 0 w 2332038"/>
              <a:gd name="connsiteY3" fmla="*/ 470694 h 693736"/>
              <a:gd name="connsiteX4" fmla="*/ 623094 w 2332038"/>
              <a:gd name="connsiteY4" fmla="*/ 0 h 693736"/>
              <a:gd name="connsiteX0" fmla="*/ 623094 w 2332038"/>
              <a:gd name="connsiteY0" fmla="*/ 0 h 715167"/>
              <a:gd name="connsiteX1" fmla="*/ 2332038 w 2332038"/>
              <a:gd name="connsiteY1" fmla="*/ 206375 h 715167"/>
              <a:gd name="connsiteX2" fmla="*/ 2091531 w 2332038"/>
              <a:gd name="connsiteY2" fmla="*/ 715167 h 715167"/>
              <a:gd name="connsiteX3" fmla="*/ 0 w 2332038"/>
              <a:gd name="connsiteY3" fmla="*/ 470694 h 715167"/>
              <a:gd name="connsiteX4" fmla="*/ 623094 w 2332038"/>
              <a:gd name="connsiteY4" fmla="*/ 0 h 715167"/>
              <a:gd name="connsiteX0" fmla="*/ 163513 w 1872457"/>
              <a:gd name="connsiteY0" fmla="*/ 0 h 715167"/>
              <a:gd name="connsiteX1" fmla="*/ 1872457 w 1872457"/>
              <a:gd name="connsiteY1" fmla="*/ 206375 h 715167"/>
              <a:gd name="connsiteX2" fmla="*/ 1631950 w 1872457"/>
              <a:gd name="connsiteY2" fmla="*/ 715167 h 715167"/>
              <a:gd name="connsiteX3" fmla="*/ 0 w 1872457"/>
              <a:gd name="connsiteY3" fmla="*/ 520700 h 715167"/>
              <a:gd name="connsiteX4" fmla="*/ 163513 w 1872457"/>
              <a:gd name="connsiteY4" fmla="*/ 0 h 715167"/>
              <a:gd name="connsiteX0" fmla="*/ 30163 w 1739107"/>
              <a:gd name="connsiteY0" fmla="*/ 0 h 715167"/>
              <a:gd name="connsiteX1" fmla="*/ 1739107 w 1739107"/>
              <a:gd name="connsiteY1" fmla="*/ 206375 h 715167"/>
              <a:gd name="connsiteX2" fmla="*/ 1498600 w 1739107"/>
              <a:gd name="connsiteY2" fmla="*/ 715167 h 715167"/>
              <a:gd name="connsiteX3" fmla="*/ 0 w 1739107"/>
              <a:gd name="connsiteY3" fmla="*/ 530225 h 715167"/>
              <a:gd name="connsiteX4" fmla="*/ 30163 w 1739107"/>
              <a:gd name="connsiteY4" fmla="*/ 0 h 715167"/>
              <a:gd name="connsiteX0" fmla="*/ 18257 w 1727201"/>
              <a:gd name="connsiteY0" fmla="*/ 0 h 715167"/>
              <a:gd name="connsiteX1" fmla="*/ 1727201 w 1727201"/>
              <a:gd name="connsiteY1" fmla="*/ 206375 h 715167"/>
              <a:gd name="connsiteX2" fmla="*/ 1486694 w 1727201"/>
              <a:gd name="connsiteY2" fmla="*/ 715167 h 715167"/>
              <a:gd name="connsiteX3" fmla="*/ 0 w 1727201"/>
              <a:gd name="connsiteY3" fmla="*/ 537369 h 715167"/>
              <a:gd name="connsiteX4" fmla="*/ 18257 w 1727201"/>
              <a:gd name="connsiteY4" fmla="*/ 0 h 7151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201" h="715167">
                <a:moveTo>
                  <a:pt x="18257" y="0"/>
                </a:moveTo>
                <a:lnTo>
                  <a:pt x="1727201" y="206375"/>
                </a:lnTo>
                <a:lnTo>
                  <a:pt x="1486694" y="715167"/>
                </a:lnTo>
                <a:lnTo>
                  <a:pt x="0" y="537369"/>
                </a:lnTo>
                <a:lnTo>
                  <a:pt x="18257"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cxnSp>
        <p:nvCxnSpPr>
          <p:cNvPr id="138" name="Straight Arrow Connector 137">
            <a:extLst>
              <a:ext uri="{FF2B5EF4-FFF2-40B4-BE49-F238E27FC236}">
                <a16:creationId xmlns:a16="http://schemas.microsoft.com/office/drawing/2014/main" id="{B0769048-E83B-42C0-A540-3F580847A228}"/>
              </a:ext>
            </a:extLst>
          </p:cNvPr>
          <p:cNvCxnSpPr>
            <a:cxnSpLocks/>
          </p:cNvCxnSpPr>
          <p:nvPr/>
        </p:nvCxnSpPr>
        <p:spPr>
          <a:xfrm rot="8760000" flipH="1">
            <a:off x="2930220" y="2278845"/>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9" name="Straight Arrow Connector 138">
            <a:extLst>
              <a:ext uri="{FF2B5EF4-FFF2-40B4-BE49-F238E27FC236}">
                <a16:creationId xmlns:a16="http://schemas.microsoft.com/office/drawing/2014/main" id="{BE00E4BA-EB50-438A-98F1-02A743DF3D3A}"/>
              </a:ext>
            </a:extLst>
          </p:cNvPr>
          <p:cNvCxnSpPr>
            <a:cxnSpLocks/>
          </p:cNvCxnSpPr>
          <p:nvPr/>
        </p:nvCxnSpPr>
        <p:spPr>
          <a:xfrm rot="4680000" flipV="1">
            <a:off x="2977066" y="1418390"/>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0" name="Straight Arrow Connector 139">
            <a:extLst>
              <a:ext uri="{FF2B5EF4-FFF2-40B4-BE49-F238E27FC236}">
                <a16:creationId xmlns:a16="http://schemas.microsoft.com/office/drawing/2014/main" id="{161CE13B-8C2B-41ED-8D35-D7E01DC65B2D}"/>
              </a:ext>
            </a:extLst>
          </p:cNvPr>
          <p:cNvCxnSpPr>
            <a:cxnSpLocks/>
          </p:cNvCxnSpPr>
          <p:nvPr/>
        </p:nvCxnSpPr>
        <p:spPr>
          <a:xfrm rot="19560000" flipH="1">
            <a:off x="2983900" y="2392292"/>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1" name="Straight Arrow Connector 140">
            <a:extLst>
              <a:ext uri="{FF2B5EF4-FFF2-40B4-BE49-F238E27FC236}">
                <a16:creationId xmlns:a16="http://schemas.microsoft.com/office/drawing/2014/main" id="{EF6769F9-44E9-4FB3-9F44-FA166E264CD9}"/>
              </a:ext>
            </a:extLst>
          </p:cNvPr>
          <p:cNvCxnSpPr>
            <a:cxnSpLocks/>
          </p:cNvCxnSpPr>
          <p:nvPr/>
        </p:nvCxnSpPr>
        <p:spPr>
          <a:xfrm rot="420000" flipV="1">
            <a:off x="3850854" y="2672764"/>
            <a:ext cx="37490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2" name="Straight Arrow Connector 141">
            <a:extLst>
              <a:ext uri="{FF2B5EF4-FFF2-40B4-BE49-F238E27FC236}">
                <a16:creationId xmlns:a16="http://schemas.microsoft.com/office/drawing/2014/main" id="{14DF4CC4-22E4-4D7C-96E1-2A073067C3D3}"/>
              </a:ext>
            </a:extLst>
          </p:cNvPr>
          <p:cNvCxnSpPr>
            <a:cxnSpLocks noChangeAspect="1"/>
          </p:cNvCxnSpPr>
          <p:nvPr/>
        </p:nvCxnSpPr>
        <p:spPr>
          <a:xfrm rot="-240000" flipH="1" flipV="1">
            <a:off x="3929083" y="2236191"/>
            <a:ext cx="377822" cy="731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3" name="Straight Arrow Connector 142">
            <a:extLst>
              <a:ext uri="{FF2B5EF4-FFF2-40B4-BE49-F238E27FC236}">
                <a16:creationId xmlns:a16="http://schemas.microsoft.com/office/drawing/2014/main" id="{7250F51B-E421-441D-B373-EC408E4513EB}"/>
              </a:ext>
            </a:extLst>
          </p:cNvPr>
          <p:cNvCxnSpPr>
            <a:cxnSpLocks noChangeAspect="1"/>
          </p:cNvCxnSpPr>
          <p:nvPr/>
        </p:nvCxnSpPr>
        <p:spPr>
          <a:xfrm rot="10620000" flipH="1" flipV="1">
            <a:off x="3978920" y="2109291"/>
            <a:ext cx="377822" cy="731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1" name="Straight Arrow Connector 150">
            <a:extLst>
              <a:ext uri="{FF2B5EF4-FFF2-40B4-BE49-F238E27FC236}">
                <a16:creationId xmlns:a16="http://schemas.microsoft.com/office/drawing/2014/main" id="{79E8AE7E-35A0-4DFE-9404-3AB15284ACD9}"/>
              </a:ext>
            </a:extLst>
          </p:cNvPr>
          <p:cNvCxnSpPr>
            <a:cxnSpLocks/>
          </p:cNvCxnSpPr>
          <p:nvPr/>
        </p:nvCxnSpPr>
        <p:spPr>
          <a:xfrm rot="5400000" flipV="1">
            <a:off x="7253802" y="3612041"/>
            <a:ext cx="3657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2" name="Straight Arrow Connector 151">
            <a:extLst>
              <a:ext uri="{FF2B5EF4-FFF2-40B4-BE49-F238E27FC236}">
                <a16:creationId xmlns:a16="http://schemas.microsoft.com/office/drawing/2014/main" id="{5E68CBEB-1C24-4919-B012-A4F7D5A32FCF}"/>
              </a:ext>
            </a:extLst>
          </p:cNvPr>
          <p:cNvCxnSpPr>
            <a:cxnSpLocks/>
          </p:cNvCxnSpPr>
          <p:nvPr/>
        </p:nvCxnSpPr>
        <p:spPr>
          <a:xfrm rot="10800000" flipH="1">
            <a:off x="7545184" y="4315205"/>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3" name="Rectangle 152">
            <a:extLst>
              <a:ext uri="{FF2B5EF4-FFF2-40B4-BE49-F238E27FC236}">
                <a16:creationId xmlns:a16="http://schemas.microsoft.com/office/drawing/2014/main" id="{1B78A846-ABD4-4D74-88BA-2B27948217DA}"/>
              </a:ext>
            </a:extLst>
          </p:cNvPr>
          <p:cNvSpPr/>
          <p:nvPr/>
        </p:nvSpPr>
        <p:spPr>
          <a:xfrm>
            <a:off x="7380780" y="2581397"/>
            <a:ext cx="490198" cy="1828412"/>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69" name="Rectangle 168">
            <a:extLst>
              <a:ext uri="{FF2B5EF4-FFF2-40B4-BE49-F238E27FC236}">
                <a16:creationId xmlns:a16="http://schemas.microsoft.com/office/drawing/2014/main" id="{93F820B5-4DE1-4CBB-8378-FD472BC84F30}"/>
              </a:ext>
            </a:extLst>
          </p:cNvPr>
          <p:cNvSpPr/>
          <p:nvPr/>
        </p:nvSpPr>
        <p:spPr>
          <a:xfrm>
            <a:off x="7384176" y="746473"/>
            <a:ext cx="490198" cy="1828412"/>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00" name="Oval 299">
            <a:extLst>
              <a:ext uri="{FF2B5EF4-FFF2-40B4-BE49-F238E27FC236}">
                <a16:creationId xmlns:a16="http://schemas.microsoft.com/office/drawing/2014/main" id="{F1D59075-0218-4F2D-8875-3BBF8730CCB5}"/>
              </a:ext>
            </a:extLst>
          </p:cNvPr>
          <p:cNvSpPr/>
          <p:nvPr/>
        </p:nvSpPr>
        <p:spPr>
          <a:xfrm>
            <a:off x="7212108" y="4229006"/>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H</a:t>
            </a:r>
            <a:endParaRPr lang="en-US" dirty="0">
              <a:solidFill>
                <a:schemeClr val="accent6"/>
              </a:solidFill>
            </a:endParaRPr>
          </a:p>
        </p:txBody>
      </p:sp>
      <p:sp>
        <p:nvSpPr>
          <p:cNvPr id="150" name="Oval 149">
            <a:extLst>
              <a:ext uri="{FF2B5EF4-FFF2-40B4-BE49-F238E27FC236}">
                <a16:creationId xmlns:a16="http://schemas.microsoft.com/office/drawing/2014/main" id="{06764432-83D0-4EB5-83B6-52D8364AAAA7}"/>
              </a:ext>
            </a:extLst>
          </p:cNvPr>
          <p:cNvSpPr/>
          <p:nvPr/>
        </p:nvSpPr>
        <p:spPr>
          <a:xfrm>
            <a:off x="7697946" y="423583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W</a:t>
            </a:r>
            <a:endParaRPr lang="en-US" dirty="0">
              <a:solidFill>
                <a:schemeClr val="accent6"/>
              </a:solidFill>
            </a:endParaRPr>
          </a:p>
        </p:txBody>
      </p:sp>
      <p:sp>
        <p:nvSpPr>
          <p:cNvPr id="310" name="Oval 309">
            <a:extLst>
              <a:ext uri="{FF2B5EF4-FFF2-40B4-BE49-F238E27FC236}">
                <a16:creationId xmlns:a16="http://schemas.microsoft.com/office/drawing/2014/main" id="{C3D66646-F891-415E-9B93-C259E4A46E28}"/>
              </a:ext>
            </a:extLst>
          </p:cNvPr>
          <p:cNvSpPr/>
          <p:nvPr/>
        </p:nvSpPr>
        <p:spPr>
          <a:xfrm>
            <a:off x="7211823" y="5759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S</a:t>
            </a:r>
            <a:endParaRPr lang="en-US" dirty="0">
              <a:solidFill>
                <a:schemeClr val="accent6"/>
              </a:solidFill>
            </a:endParaRPr>
          </a:p>
        </p:txBody>
      </p:sp>
      <p:sp>
        <p:nvSpPr>
          <p:cNvPr id="171" name="Oval 170">
            <a:extLst>
              <a:ext uri="{FF2B5EF4-FFF2-40B4-BE49-F238E27FC236}">
                <a16:creationId xmlns:a16="http://schemas.microsoft.com/office/drawing/2014/main" id="{29D7F294-9E84-483C-BE9D-AED562153462}"/>
              </a:ext>
            </a:extLst>
          </p:cNvPr>
          <p:cNvSpPr/>
          <p:nvPr/>
        </p:nvSpPr>
        <p:spPr>
          <a:xfrm>
            <a:off x="7697858" y="569575"/>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Z</a:t>
            </a:r>
            <a:endParaRPr lang="en-US" dirty="0">
              <a:solidFill>
                <a:schemeClr val="accent6"/>
              </a:solidFill>
            </a:endParaRPr>
          </a:p>
        </p:txBody>
      </p:sp>
      <p:cxnSp>
        <p:nvCxnSpPr>
          <p:cNvPr id="172" name="Straight Arrow Connector 171">
            <a:extLst>
              <a:ext uri="{FF2B5EF4-FFF2-40B4-BE49-F238E27FC236}">
                <a16:creationId xmlns:a16="http://schemas.microsoft.com/office/drawing/2014/main" id="{0B0F1EA2-BED1-42E9-9C51-6D2934CE2589}"/>
              </a:ext>
            </a:extLst>
          </p:cNvPr>
          <p:cNvCxnSpPr>
            <a:cxnSpLocks/>
          </p:cNvCxnSpPr>
          <p:nvPr/>
        </p:nvCxnSpPr>
        <p:spPr>
          <a:xfrm rot="16200000" flipV="1">
            <a:off x="7527739" y="347873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3" name="Straight Arrow Connector 172">
            <a:extLst>
              <a:ext uri="{FF2B5EF4-FFF2-40B4-BE49-F238E27FC236}">
                <a16:creationId xmlns:a16="http://schemas.microsoft.com/office/drawing/2014/main" id="{E1C3EE26-505E-41A7-8B8F-C806FC94E906}"/>
              </a:ext>
            </a:extLst>
          </p:cNvPr>
          <p:cNvCxnSpPr>
            <a:cxnSpLocks/>
          </p:cNvCxnSpPr>
          <p:nvPr/>
        </p:nvCxnSpPr>
        <p:spPr>
          <a:xfrm rot="5400000" flipV="1">
            <a:off x="7154166" y="3478738"/>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4" name="Straight Arrow Connector 173">
            <a:extLst>
              <a:ext uri="{FF2B5EF4-FFF2-40B4-BE49-F238E27FC236}">
                <a16:creationId xmlns:a16="http://schemas.microsoft.com/office/drawing/2014/main" id="{9271D7CE-ED87-494F-9039-8999C4F24C64}"/>
              </a:ext>
            </a:extLst>
          </p:cNvPr>
          <p:cNvCxnSpPr>
            <a:cxnSpLocks/>
          </p:cNvCxnSpPr>
          <p:nvPr/>
        </p:nvCxnSpPr>
        <p:spPr>
          <a:xfrm rot="5400000" flipV="1">
            <a:off x="7653528" y="348927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5" name="Straight Arrow Connector 174">
            <a:extLst>
              <a:ext uri="{FF2B5EF4-FFF2-40B4-BE49-F238E27FC236}">
                <a16:creationId xmlns:a16="http://schemas.microsoft.com/office/drawing/2014/main" id="{20E4EE21-555F-48A5-B1E6-8DEF8FCABC1A}"/>
              </a:ext>
            </a:extLst>
          </p:cNvPr>
          <p:cNvCxnSpPr>
            <a:cxnSpLocks/>
          </p:cNvCxnSpPr>
          <p:nvPr/>
        </p:nvCxnSpPr>
        <p:spPr>
          <a:xfrm rot="16200000" flipV="1">
            <a:off x="7530158" y="1594347"/>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 name="Straight Arrow Connector 175">
            <a:extLst>
              <a:ext uri="{FF2B5EF4-FFF2-40B4-BE49-F238E27FC236}">
                <a16:creationId xmlns:a16="http://schemas.microsoft.com/office/drawing/2014/main" id="{537BAEEB-F52B-4152-B9D9-2EFD0A8928D0}"/>
              </a:ext>
            </a:extLst>
          </p:cNvPr>
          <p:cNvCxnSpPr>
            <a:cxnSpLocks/>
          </p:cNvCxnSpPr>
          <p:nvPr/>
        </p:nvCxnSpPr>
        <p:spPr>
          <a:xfrm rot="5400000" flipV="1">
            <a:off x="7156585" y="159434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7" name="Straight Arrow Connector 176">
            <a:extLst>
              <a:ext uri="{FF2B5EF4-FFF2-40B4-BE49-F238E27FC236}">
                <a16:creationId xmlns:a16="http://schemas.microsoft.com/office/drawing/2014/main" id="{5F663778-7005-4547-9F11-AC15179A8EB5}"/>
              </a:ext>
            </a:extLst>
          </p:cNvPr>
          <p:cNvCxnSpPr>
            <a:cxnSpLocks/>
          </p:cNvCxnSpPr>
          <p:nvPr/>
        </p:nvCxnSpPr>
        <p:spPr>
          <a:xfrm rot="10800000" flipH="1">
            <a:off x="7546328" y="4258686"/>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8" name="Straight Arrow Connector 177">
            <a:extLst>
              <a:ext uri="{FF2B5EF4-FFF2-40B4-BE49-F238E27FC236}">
                <a16:creationId xmlns:a16="http://schemas.microsoft.com/office/drawing/2014/main" id="{474332AC-2EEB-43FA-9F53-14010D3A81E0}"/>
              </a:ext>
            </a:extLst>
          </p:cNvPr>
          <p:cNvCxnSpPr>
            <a:cxnSpLocks/>
          </p:cNvCxnSpPr>
          <p:nvPr/>
        </p:nvCxnSpPr>
        <p:spPr>
          <a:xfrm rot="12780000" flipH="1">
            <a:off x="7587216" y="2365620"/>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9" name="Straight Arrow Connector 178">
            <a:extLst>
              <a:ext uri="{FF2B5EF4-FFF2-40B4-BE49-F238E27FC236}">
                <a16:creationId xmlns:a16="http://schemas.microsoft.com/office/drawing/2014/main" id="{E7367B9F-E168-49C1-9675-2B4E1CC3992F}"/>
              </a:ext>
            </a:extLst>
          </p:cNvPr>
          <p:cNvCxnSpPr>
            <a:cxnSpLocks/>
          </p:cNvCxnSpPr>
          <p:nvPr/>
        </p:nvCxnSpPr>
        <p:spPr>
          <a:xfrm rot="-1860000" flipH="1">
            <a:off x="7587216" y="2761017"/>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0" name="Straight Arrow Connector 179">
            <a:extLst>
              <a:ext uri="{FF2B5EF4-FFF2-40B4-BE49-F238E27FC236}">
                <a16:creationId xmlns:a16="http://schemas.microsoft.com/office/drawing/2014/main" id="{3BA14B83-9842-4001-8ED7-F320653B715B}"/>
              </a:ext>
            </a:extLst>
          </p:cNvPr>
          <p:cNvCxnSpPr>
            <a:cxnSpLocks/>
          </p:cNvCxnSpPr>
          <p:nvPr/>
        </p:nvCxnSpPr>
        <p:spPr>
          <a:xfrm flipH="1">
            <a:off x="7522398" y="910384"/>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4" name="Rectangle 153">
            <a:extLst>
              <a:ext uri="{FF2B5EF4-FFF2-40B4-BE49-F238E27FC236}">
                <a16:creationId xmlns:a16="http://schemas.microsoft.com/office/drawing/2014/main" id="{E73AB59D-2D08-4560-9076-01A3BA41AFCB}"/>
              </a:ext>
            </a:extLst>
          </p:cNvPr>
          <p:cNvSpPr/>
          <p:nvPr/>
        </p:nvSpPr>
        <p:spPr>
          <a:xfrm rot="5400000">
            <a:off x="5964783" y="1409000"/>
            <a:ext cx="506870" cy="2325120"/>
          </a:xfrm>
          <a:custGeom>
            <a:avLst/>
            <a:gdLst>
              <a:gd name="connsiteX0" fmla="*/ 0 w 490198"/>
              <a:gd name="connsiteY0" fmla="*/ 0 h 2325120"/>
              <a:gd name="connsiteX1" fmla="*/ 490198 w 490198"/>
              <a:gd name="connsiteY1" fmla="*/ 0 h 2325120"/>
              <a:gd name="connsiteX2" fmla="*/ 490198 w 490198"/>
              <a:gd name="connsiteY2" fmla="*/ 2325120 h 2325120"/>
              <a:gd name="connsiteX3" fmla="*/ 0 w 490198"/>
              <a:gd name="connsiteY3" fmla="*/ 2325120 h 2325120"/>
              <a:gd name="connsiteX4" fmla="*/ 0 w 490198"/>
              <a:gd name="connsiteY4" fmla="*/ 0 h 2325120"/>
              <a:gd name="connsiteX0" fmla="*/ 0 w 497342"/>
              <a:gd name="connsiteY0" fmla="*/ 0 h 2325120"/>
              <a:gd name="connsiteX1" fmla="*/ 490198 w 497342"/>
              <a:gd name="connsiteY1" fmla="*/ 0 h 2325120"/>
              <a:gd name="connsiteX2" fmla="*/ 497342 w 497342"/>
              <a:gd name="connsiteY2" fmla="*/ 2079851 h 2325120"/>
              <a:gd name="connsiteX3" fmla="*/ 0 w 497342"/>
              <a:gd name="connsiteY3" fmla="*/ 2325120 h 2325120"/>
              <a:gd name="connsiteX4" fmla="*/ 0 w 497342"/>
              <a:gd name="connsiteY4" fmla="*/ 0 h 2325120"/>
              <a:gd name="connsiteX0" fmla="*/ 0 w 504485"/>
              <a:gd name="connsiteY0" fmla="*/ 0 h 2325120"/>
              <a:gd name="connsiteX1" fmla="*/ 490198 w 504485"/>
              <a:gd name="connsiteY1" fmla="*/ 0 h 2325120"/>
              <a:gd name="connsiteX2" fmla="*/ 504485 w 504485"/>
              <a:gd name="connsiteY2" fmla="*/ 2060801 h 2325120"/>
              <a:gd name="connsiteX3" fmla="*/ 0 w 504485"/>
              <a:gd name="connsiteY3" fmla="*/ 2325120 h 2325120"/>
              <a:gd name="connsiteX4" fmla="*/ 0 w 504485"/>
              <a:gd name="connsiteY4" fmla="*/ 0 h 2325120"/>
              <a:gd name="connsiteX0" fmla="*/ 0 w 506870"/>
              <a:gd name="connsiteY0" fmla="*/ 0 h 2325120"/>
              <a:gd name="connsiteX1" fmla="*/ 490198 w 506870"/>
              <a:gd name="connsiteY1" fmla="*/ 0 h 2325120"/>
              <a:gd name="connsiteX2" fmla="*/ 506870 w 506870"/>
              <a:gd name="connsiteY2" fmla="*/ 2060801 h 2325120"/>
              <a:gd name="connsiteX3" fmla="*/ 0 w 506870"/>
              <a:gd name="connsiteY3" fmla="*/ 2325120 h 2325120"/>
              <a:gd name="connsiteX4" fmla="*/ 0 w 506870"/>
              <a:gd name="connsiteY4" fmla="*/ 0 h 2325120"/>
              <a:gd name="connsiteX0" fmla="*/ 0 w 506870"/>
              <a:gd name="connsiteY0" fmla="*/ 0 h 2325120"/>
              <a:gd name="connsiteX1" fmla="*/ 490198 w 506870"/>
              <a:gd name="connsiteY1" fmla="*/ 0 h 2325120"/>
              <a:gd name="connsiteX2" fmla="*/ 506870 w 506870"/>
              <a:gd name="connsiteY2" fmla="*/ 2067945 h 2325120"/>
              <a:gd name="connsiteX3" fmla="*/ 0 w 506870"/>
              <a:gd name="connsiteY3" fmla="*/ 2325120 h 2325120"/>
              <a:gd name="connsiteX4" fmla="*/ 0 w 506870"/>
              <a:gd name="connsiteY4" fmla="*/ 0 h 232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6870" h="2325120">
                <a:moveTo>
                  <a:pt x="0" y="0"/>
                </a:moveTo>
                <a:lnTo>
                  <a:pt x="490198" y="0"/>
                </a:lnTo>
                <a:cubicBezTo>
                  <a:pt x="492579" y="693284"/>
                  <a:pt x="504489" y="1374661"/>
                  <a:pt x="506870" y="2067945"/>
                </a:cubicBezTo>
                <a:lnTo>
                  <a:pt x="0" y="2325120"/>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cxnSp>
        <p:nvCxnSpPr>
          <p:cNvPr id="157" name="Straight Arrow Connector 156">
            <a:extLst>
              <a:ext uri="{FF2B5EF4-FFF2-40B4-BE49-F238E27FC236}">
                <a16:creationId xmlns:a16="http://schemas.microsoft.com/office/drawing/2014/main" id="{FBB07E9D-B23C-432E-8977-BA2CA612D97B}"/>
              </a:ext>
            </a:extLst>
          </p:cNvPr>
          <p:cNvCxnSpPr>
            <a:cxnSpLocks/>
          </p:cNvCxnSpPr>
          <p:nvPr/>
        </p:nvCxnSpPr>
        <p:spPr>
          <a:xfrm rot="10800000" flipV="1">
            <a:off x="5914425" y="2375207"/>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8" name="Straight Arrow Connector 157">
            <a:extLst>
              <a:ext uri="{FF2B5EF4-FFF2-40B4-BE49-F238E27FC236}">
                <a16:creationId xmlns:a16="http://schemas.microsoft.com/office/drawing/2014/main" id="{04781B4D-BCFF-4606-B7EF-5CDB042EABCB}"/>
              </a:ext>
            </a:extLst>
          </p:cNvPr>
          <p:cNvCxnSpPr>
            <a:cxnSpLocks/>
          </p:cNvCxnSpPr>
          <p:nvPr/>
        </p:nvCxnSpPr>
        <p:spPr>
          <a:xfrm flipV="1">
            <a:off x="5935702" y="273838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9" name="Straight Arrow Connector 158">
            <a:extLst>
              <a:ext uri="{FF2B5EF4-FFF2-40B4-BE49-F238E27FC236}">
                <a16:creationId xmlns:a16="http://schemas.microsoft.com/office/drawing/2014/main" id="{1E953FCC-3041-492F-9C06-126D3DA61B3B}"/>
              </a:ext>
            </a:extLst>
          </p:cNvPr>
          <p:cNvCxnSpPr>
            <a:cxnSpLocks/>
          </p:cNvCxnSpPr>
          <p:nvPr/>
        </p:nvCxnSpPr>
        <p:spPr>
          <a:xfrm rot="6840000" flipH="1">
            <a:off x="4757416" y="2523018"/>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0" name="Straight Arrow Connector 159">
            <a:extLst>
              <a:ext uri="{FF2B5EF4-FFF2-40B4-BE49-F238E27FC236}">
                <a16:creationId xmlns:a16="http://schemas.microsoft.com/office/drawing/2014/main" id="{2E766E14-07EA-47B1-BB78-5FC389FA1863}"/>
              </a:ext>
            </a:extLst>
          </p:cNvPr>
          <p:cNvCxnSpPr>
            <a:cxnSpLocks/>
          </p:cNvCxnSpPr>
          <p:nvPr/>
        </p:nvCxnSpPr>
        <p:spPr>
          <a:xfrm rot="14580000" flipH="1">
            <a:off x="5191977" y="2532748"/>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1" name="Straight Arrow Connector 160">
            <a:extLst>
              <a:ext uri="{FF2B5EF4-FFF2-40B4-BE49-F238E27FC236}">
                <a16:creationId xmlns:a16="http://schemas.microsoft.com/office/drawing/2014/main" id="{6541D93B-95C7-49CB-8424-3ED580106190}"/>
              </a:ext>
            </a:extLst>
          </p:cNvPr>
          <p:cNvCxnSpPr>
            <a:cxnSpLocks/>
          </p:cNvCxnSpPr>
          <p:nvPr/>
        </p:nvCxnSpPr>
        <p:spPr>
          <a:xfrm rot="5340000" flipH="1">
            <a:off x="7170025" y="2550130"/>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2" name="Rectangle 161">
            <a:extLst>
              <a:ext uri="{FF2B5EF4-FFF2-40B4-BE49-F238E27FC236}">
                <a16:creationId xmlns:a16="http://schemas.microsoft.com/office/drawing/2014/main" id="{2FCCD8A7-8E62-4911-BBD5-942E62C09888}"/>
              </a:ext>
            </a:extLst>
          </p:cNvPr>
          <p:cNvSpPr/>
          <p:nvPr/>
        </p:nvSpPr>
        <p:spPr>
          <a:xfrm>
            <a:off x="4820576" y="4412041"/>
            <a:ext cx="490198" cy="1828412"/>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45" name="Oval 144">
            <a:extLst>
              <a:ext uri="{FF2B5EF4-FFF2-40B4-BE49-F238E27FC236}">
                <a16:creationId xmlns:a16="http://schemas.microsoft.com/office/drawing/2014/main" id="{3166C6E9-B363-4853-87E4-3408682BDA67}"/>
              </a:ext>
            </a:extLst>
          </p:cNvPr>
          <p:cNvSpPr/>
          <p:nvPr/>
        </p:nvSpPr>
        <p:spPr>
          <a:xfrm>
            <a:off x="4642581" y="6068898"/>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sp>
        <p:nvSpPr>
          <p:cNvPr id="295" name="Oval 294">
            <a:extLst>
              <a:ext uri="{FF2B5EF4-FFF2-40B4-BE49-F238E27FC236}">
                <a16:creationId xmlns:a16="http://schemas.microsoft.com/office/drawing/2014/main" id="{E997ED73-D3C0-41B5-A7D6-45EBCAE17432}"/>
              </a:ext>
            </a:extLst>
          </p:cNvPr>
          <p:cNvSpPr/>
          <p:nvPr/>
        </p:nvSpPr>
        <p:spPr>
          <a:xfrm>
            <a:off x="5134882" y="606439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C</a:t>
            </a:r>
            <a:endParaRPr lang="en-US" dirty="0">
              <a:solidFill>
                <a:schemeClr val="accent6"/>
              </a:solidFill>
            </a:endParaRPr>
          </a:p>
        </p:txBody>
      </p:sp>
      <p:sp>
        <p:nvSpPr>
          <p:cNvPr id="163" name="Rectangle 162">
            <a:extLst>
              <a:ext uri="{FF2B5EF4-FFF2-40B4-BE49-F238E27FC236}">
                <a16:creationId xmlns:a16="http://schemas.microsoft.com/office/drawing/2014/main" id="{F9034E10-D9AB-4135-A284-2CD4E75DCAD4}"/>
              </a:ext>
            </a:extLst>
          </p:cNvPr>
          <p:cNvSpPr/>
          <p:nvPr/>
        </p:nvSpPr>
        <p:spPr>
          <a:xfrm>
            <a:off x="4818888" y="2824734"/>
            <a:ext cx="490198" cy="1587094"/>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299" name="Oval 298">
            <a:extLst>
              <a:ext uri="{FF2B5EF4-FFF2-40B4-BE49-F238E27FC236}">
                <a16:creationId xmlns:a16="http://schemas.microsoft.com/office/drawing/2014/main" id="{6490FEBE-9AB0-4AD8-AE43-8E33920E4F89}"/>
              </a:ext>
            </a:extLst>
          </p:cNvPr>
          <p:cNvSpPr/>
          <p:nvPr/>
        </p:nvSpPr>
        <p:spPr>
          <a:xfrm>
            <a:off x="4645778" y="4236405"/>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G</a:t>
            </a:r>
            <a:endParaRPr lang="en-US" dirty="0">
              <a:solidFill>
                <a:schemeClr val="accent6"/>
              </a:solidFill>
            </a:endParaRPr>
          </a:p>
        </p:txBody>
      </p:sp>
      <p:sp>
        <p:nvSpPr>
          <p:cNvPr id="164" name="Oval 163">
            <a:extLst>
              <a:ext uri="{FF2B5EF4-FFF2-40B4-BE49-F238E27FC236}">
                <a16:creationId xmlns:a16="http://schemas.microsoft.com/office/drawing/2014/main" id="{6351AE8E-D9AA-4395-8F19-E59C647E3787}"/>
              </a:ext>
            </a:extLst>
          </p:cNvPr>
          <p:cNvSpPr/>
          <p:nvPr/>
        </p:nvSpPr>
        <p:spPr>
          <a:xfrm>
            <a:off x="5137904" y="423274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4</a:t>
            </a:r>
            <a:endParaRPr lang="en-US" dirty="0">
              <a:solidFill>
                <a:schemeClr val="accent6"/>
              </a:solidFill>
            </a:endParaRPr>
          </a:p>
        </p:txBody>
      </p:sp>
      <p:cxnSp>
        <p:nvCxnSpPr>
          <p:cNvPr id="146" name="Straight Arrow Connector 145">
            <a:extLst>
              <a:ext uri="{FF2B5EF4-FFF2-40B4-BE49-F238E27FC236}">
                <a16:creationId xmlns:a16="http://schemas.microsoft.com/office/drawing/2014/main" id="{920B0B40-82B8-4B06-822B-19E9D990A3D0}"/>
              </a:ext>
            </a:extLst>
          </p:cNvPr>
          <p:cNvCxnSpPr>
            <a:cxnSpLocks/>
          </p:cNvCxnSpPr>
          <p:nvPr/>
        </p:nvCxnSpPr>
        <p:spPr>
          <a:xfrm rot="10800000" flipH="1">
            <a:off x="4980749" y="6099434"/>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5" name="Straight Arrow Connector 164">
            <a:extLst>
              <a:ext uri="{FF2B5EF4-FFF2-40B4-BE49-F238E27FC236}">
                <a16:creationId xmlns:a16="http://schemas.microsoft.com/office/drawing/2014/main" id="{90244CC6-B651-4058-BF85-2BF3824ECC8D}"/>
              </a:ext>
            </a:extLst>
          </p:cNvPr>
          <p:cNvCxnSpPr>
            <a:cxnSpLocks/>
          </p:cNvCxnSpPr>
          <p:nvPr/>
        </p:nvCxnSpPr>
        <p:spPr>
          <a:xfrm flipH="1">
            <a:off x="4993449" y="4556384"/>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6" name="Straight Arrow Connector 165">
            <a:extLst>
              <a:ext uri="{FF2B5EF4-FFF2-40B4-BE49-F238E27FC236}">
                <a16:creationId xmlns:a16="http://schemas.microsoft.com/office/drawing/2014/main" id="{9FCBCFBD-CB77-46B7-A2B2-FC85D00DA5A4}"/>
              </a:ext>
            </a:extLst>
          </p:cNvPr>
          <p:cNvCxnSpPr>
            <a:cxnSpLocks/>
          </p:cNvCxnSpPr>
          <p:nvPr/>
        </p:nvCxnSpPr>
        <p:spPr>
          <a:xfrm rot="5400000" flipV="1">
            <a:off x="4600340" y="5275674"/>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7" name="Straight Arrow Connector 166">
            <a:extLst>
              <a:ext uri="{FF2B5EF4-FFF2-40B4-BE49-F238E27FC236}">
                <a16:creationId xmlns:a16="http://schemas.microsoft.com/office/drawing/2014/main" id="{71474199-EC44-4EE7-A416-7D1A57EC9E78}"/>
              </a:ext>
            </a:extLst>
          </p:cNvPr>
          <p:cNvCxnSpPr>
            <a:cxnSpLocks/>
          </p:cNvCxnSpPr>
          <p:nvPr/>
        </p:nvCxnSpPr>
        <p:spPr>
          <a:xfrm rot="16200000" flipV="1">
            <a:off x="4486877" y="5264163"/>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8" name="Straight Arrow Connector 167">
            <a:extLst>
              <a:ext uri="{FF2B5EF4-FFF2-40B4-BE49-F238E27FC236}">
                <a16:creationId xmlns:a16="http://schemas.microsoft.com/office/drawing/2014/main" id="{BEAD1892-4A4E-4640-984B-AF60D5BB0DCB}"/>
              </a:ext>
            </a:extLst>
          </p:cNvPr>
          <p:cNvCxnSpPr>
            <a:cxnSpLocks/>
          </p:cNvCxnSpPr>
          <p:nvPr/>
        </p:nvCxnSpPr>
        <p:spPr>
          <a:xfrm rot="16200000" flipV="1">
            <a:off x="4975007" y="5264163"/>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1" name="Straight Arrow Connector 180">
            <a:extLst>
              <a:ext uri="{FF2B5EF4-FFF2-40B4-BE49-F238E27FC236}">
                <a16:creationId xmlns:a16="http://schemas.microsoft.com/office/drawing/2014/main" id="{1808B85A-EC74-40D0-9FC5-FB3E0C67E47C}"/>
              </a:ext>
            </a:extLst>
          </p:cNvPr>
          <p:cNvCxnSpPr>
            <a:cxnSpLocks/>
          </p:cNvCxnSpPr>
          <p:nvPr/>
        </p:nvCxnSpPr>
        <p:spPr>
          <a:xfrm rot="5400000" flipV="1">
            <a:off x="5079765" y="5293114"/>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2" name="Isosceles Triangle 181">
            <a:extLst>
              <a:ext uri="{FF2B5EF4-FFF2-40B4-BE49-F238E27FC236}">
                <a16:creationId xmlns:a16="http://schemas.microsoft.com/office/drawing/2014/main" id="{BE89D873-85EF-4774-82F1-C8206A193B02}"/>
              </a:ext>
            </a:extLst>
          </p:cNvPr>
          <p:cNvSpPr/>
          <p:nvPr/>
        </p:nvSpPr>
        <p:spPr>
          <a:xfrm>
            <a:off x="4823004" y="2306666"/>
            <a:ext cx="485449" cy="521463"/>
          </a:xfrm>
          <a:custGeom>
            <a:avLst/>
            <a:gdLst>
              <a:gd name="connsiteX0" fmla="*/ 0 w 506881"/>
              <a:gd name="connsiteY0" fmla="*/ 466695 h 466695"/>
              <a:gd name="connsiteX1" fmla="*/ 253441 w 506881"/>
              <a:gd name="connsiteY1" fmla="*/ 0 h 466695"/>
              <a:gd name="connsiteX2" fmla="*/ 506881 w 506881"/>
              <a:gd name="connsiteY2" fmla="*/ 466695 h 466695"/>
              <a:gd name="connsiteX3" fmla="*/ 0 w 506881"/>
              <a:gd name="connsiteY3" fmla="*/ 466695 h 466695"/>
              <a:gd name="connsiteX0" fmla="*/ 0 w 506881"/>
              <a:gd name="connsiteY0" fmla="*/ 516701 h 516701"/>
              <a:gd name="connsiteX1" fmla="*/ 239153 w 506881"/>
              <a:gd name="connsiteY1" fmla="*/ 0 h 516701"/>
              <a:gd name="connsiteX2" fmla="*/ 506881 w 506881"/>
              <a:gd name="connsiteY2" fmla="*/ 516701 h 516701"/>
              <a:gd name="connsiteX3" fmla="*/ 0 w 506881"/>
              <a:gd name="connsiteY3" fmla="*/ 516701 h 516701"/>
              <a:gd name="connsiteX0" fmla="*/ 0 w 492593"/>
              <a:gd name="connsiteY0" fmla="*/ 516701 h 516701"/>
              <a:gd name="connsiteX1" fmla="*/ 239153 w 492593"/>
              <a:gd name="connsiteY1" fmla="*/ 0 h 516701"/>
              <a:gd name="connsiteX2" fmla="*/ 492593 w 492593"/>
              <a:gd name="connsiteY2" fmla="*/ 514320 h 516701"/>
              <a:gd name="connsiteX3" fmla="*/ 0 w 492593"/>
              <a:gd name="connsiteY3" fmla="*/ 516701 h 516701"/>
              <a:gd name="connsiteX0" fmla="*/ 0 w 485449"/>
              <a:gd name="connsiteY0" fmla="*/ 521463 h 521463"/>
              <a:gd name="connsiteX1" fmla="*/ 232009 w 485449"/>
              <a:gd name="connsiteY1" fmla="*/ 0 h 521463"/>
              <a:gd name="connsiteX2" fmla="*/ 485449 w 485449"/>
              <a:gd name="connsiteY2" fmla="*/ 514320 h 521463"/>
              <a:gd name="connsiteX3" fmla="*/ 0 w 485449"/>
              <a:gd name="connsiteY3" fmla="*/ 521463 h 521463"/>
            </a:gdLst>
            <a:ahLst/>
            <a:cxnLst>
              <a:cxn ang="0">
                <a:pos x="connsiteX0" y="connsiteY0"/>
              </a:cxn>
              <a:cxn ang="0">
                <a:pos x="connsiteX1" y="connsiteY1"/>
              </a:cxn>
              <a:cxn ang="0">
                <a:pos x="connsiteX2" y="connsiteY2"/>
              </a:cxn>
              <a:cxn ang="0">
                <a:pos x="connsiteX3" y="connsiteY3"/>
              </a:cxn>
            </a:cxnLst>
            <a:rect l="l" t="t" r="r" b="b"/>
            <a:pathLst>
              <a:path w="485449" h="521463">
                <a:moveTo>
                  <a:pt x="0" y="521463"/>
                </a:moveTo>
                <a:lnTo>
                  <a:pt x="232009" y="0"/>
                </a:lnTo>
                <a:lnTo>
                  <a:pt x="485449" y="514320"/>
                </a:lnTo>
                <a:lnTo>
                  <a:pt x="0" y="521463"/>
                </a:lnTo>
                <a:close/>
              </a:path>
            </a:pathLst>
          </a:custGeom>
          <a:pattFill prst="smConfetti">
            <a:fgClr>
              <a:schemeClr val="tx1"/>
            </a:fgClr>
            <a:bgClr>
              <a:schemeClr val="bg1"/>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Oval 155">
            <a:extLst>
              <a:ext uri="{FF2B5EF4-FFF2-40B4-BE49-F238E27FC236}">
                <a16:creationId xmlns:a16="http://schemas.microsoft.com/office/drawing/2014/main" id="{DF138E19-5963-4C00-86F5-DBA655EADEF0}"/>
              </a:ext>
            </a:extLst>
          </p:cNvPr>
          <p:cNvSpPr/>
          <p:nvPr/>
        </p:nvSpPr>
        <p:spPr>
          <a:xfrm>
            <a:off x="4881303" y="213345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3</a:t>
            </a:r>
            <a:endParaRPr lang="en-US" dirty="0">
              <a:solidFill>
                <a:schemeClr val="accent6"/>
              </a:solidFill>
            </a:endParaRPr>
          </a:p>
        </p:txBody>
      </p:sp>
      <p:sp>
        <p:nvSpPr>
          <p:cNvPr id="304" name="Oval 303">
            <a:extLst>
              <a:ext uri="{FF2B5EF4-FFF2-40B4-BE49-F238E27FC236}">
                <a16:creationId xmlns:a16="http://schemas.microsoft.com/office/drawing/2014/main" id="{873F9854-E082-4082-9F1D-E8B100BDAC05}"/>
              </a:ext>
            </a:extLst>
          </p:cNvPr>
          <p:cNvSpPr/>
          <p:nvPr/>
        </p:nvSpPr>
        <p:spPr>
          <a:xfrm>
            <a:off x="4633448" y="263780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L</a:t>
            </a:r>
            <a:endParaRPr lang="en-US" dirty="0">
              <a:solidFill>
                <a:schemeClr val="accent6"/>
              </a:solidFill>
            </a:endParaRPr>
          </a:p>
        </p:txBody>
      </p:sp>
      <p:sp>
        <p:nvSpPr>
          <p:cNvPr id="183" name="Oval 182">
            <a:extLst>
              <a:ext uri="{FF2B5EF4-FFF2-40B4-BE49-F238E27FC236}">
                <a16:creationId xmlns:a16="http://schemas.microsoft.com/office/drawing/2014/main" id="{3FFC500E-4C58-4DC7-A5E4-BC38B53F398D}"/>
              </a:ext>
            </a:extLst>
          </p:cNvPr>
          <p:cNvSpPr/>
          <p:nvPr/>
        </p:nvSpPr>
        <p:spPr>
          <a:xfrm>
            <a:off x="5166084" y="2658429"/>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5</a:t>
            </a:r>
            <a:endParaRPr lang="en-US" dirty="0">
              <a:solidFill>
                <a:schemeClr val="accent6"/>
              </a:solidFill>
            </a:endParaRPr>
          </a:p>
        </p:txBody>
      </p:sp>
      <p:cxnSp>
        <p:nvCxnSpPr>
          <p:cNvPr id="184" name="Straight Arrow Connector 183">
            <a:extLst>
              <a:ext uri="{FF2B5EF4-FFF2-40B4-BE49-F238E27FC236}">
                <a16:creationId xmlns:a16="http://schemas.microsoft.com/office/drawing/2014/main" id="{A032ACEC-B5E0-4F50-ADAD-CC32A7736D68}"/>
              </a:ext>
            </a:extLst>
          </p:cNvPr>
          <p:cNvCxnSpPr>
            <a:cxnSpLocks/>
          </p:cNvCxnSpPr>
          <p:nvPr/>
        </p:nvCxnSpPr>
        <p:spPr>
          <a:xfrm flipH="1">
            <a:off x="4993449" y="2924434"/>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5" name="Straight Arrow Connector 184">
            <a:extLst>
              <a:ext uri="{FF2B5EF4-FFF2-40B4-BE49-F238E27FC236}">
                <a16:creationId xmlns:a16="http://schemas.microsoft.com/office/drawing/2014/main" id="{6EB64C34-67AF-4563-87BA-096E44AB41DC}"/>
              </a:ext>
            </a:extLst>
          </p:cNvPr>
          <p:cNvCxnSpPr>
            <a:cxnSpLocks/>
          </p:cNvCxnSpPr>
          <p:nvPr/>
        </p:nvCxnSpPr>
        <p:spPr>
          <a:xfrm rot="10800000" flipH="1">
            <a:off x="4980749" y="4270916"/>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6" name="Straight Arrow Connector 185">
            <a:extLst>
              <a:ext uri="{FF2B5EF4-FFF2-40B4-BE49-F238E27FC236}">
                <a16:creationId xmlns:a16="http://schemas.microsoft.com/office/drawing/2014/main" id="{686A32AA-A2B2-42E9-A19C-A6510F1E26C3}"/>
              </a:ext>
            </a:extLst>
          </p:cNvPr>
          <p:cNvCxnSpPr>
            <a:cxnSpLocks/>
          </p:cNvCxnSpPr>
          <p:nvPr/>
        </p:nvCxnSpPr>
        <p:spPr>
          <a:xfrm rot="16200000" flipV="1">
            <a:off x="4976802" y="364901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7" name="Straight Arrow Connector 186">
            <a:extLst>
              <a:ext uri="{FF2B5EF4-FFF2-40B4-BE49-F238E27FC236}">
                <a16:creationId xmlns:a16="http://schemas.microsoft.com/office/drawing/2014/main" id="{FFC5E7CD-AC2B-4566-B67E-700874A24D27}"/>
              </a:ext>
            </a:extLst>
          </p:cNvPr>
          <p:cNvCxnSpPr>
            <a:cxnSpLocks/>
          </p:cNvCxnSpPr>
          <p:nvPr/>
        </p:nvCxnSpPr>
        <p:spPr>
          <a:xfrm rot="5400000" flipV="1">
            <a:off x="5081560" y="3677970"/>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8" name="Straight Arrow Connector 187">
            <a:extLst>
              <a:ext uri="{FF2B5EF4-FFF2-40B4-BE49-F238E27FC236}">
                <a16:creationId xmlns:a16="http://schemas.microsoft.com/office/drawing/2014/main" id="{8EB10A8C-A182-4862-908D-09E41AAD347F}"/>
              </a:ext>
            </a:extLst>
          </p:cNvPr>
          <p:cNvCxnSpPr>
            <a:cxnSpLocks/>
          </p:cNvCxnSpPr>
          <p:nvPr/>
        </p:nvCxnSpPr>
        <p:spPr>
          <a:xfrm rot="5400000" flipV="1">
            <a:off x="4598787" y="3649018"/>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9" name="Straight Arrow Connector 188">
            <a:extLst>
              <a:ext uri="{FF2B5EF4-FFF2-40B4-BE49-F238E27FC236}">
                <a16:creationId xmlns:a16="http://schemas.microsoft.com/office/drawing/2014/main" id="{81B8BE63-6DD7-4E1B-B798-065BDF5B447C}"/>
              </a:ext>
            </a:extLst>
          </p:cNvPr>
          <p:cNvCxnSpPr>
            <a:cxnSpLocks/>
          </p:cNvCxnSpPr>
          <p:nvPr/>
        </p:nvCxnSpPr>
        <p:spPr>
          <a:xfrm rot="16200000" flipV="1">
            <a:off x="4485324" y="3637507"/>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0" name="Rectangle 116">
            <a:extLst>
              <a:ext uri="{FF2B5EF4-FFF2-40B4-BE49-F238E27FC236}">
                <a16:creationId xmlns:a16="http://schemas.microsoft.com/office/drawing/2014/main" id="{EEEEF804-1CAE-4F25-A450-C56645A0617D}"/>
              </a:ext>
            </a:extLst>
          </p:cNvPr>
          <p:cNvSpPr/>
          <p:nvPr/>
        </p:nvSpPr>
        <p:spPr>
          <a:xfrm>
            <a:off x="2560800" y="2642997"/>
            <a:ext cx="774757" cy="1769588"/>
          </a:xfrm>
          <a:custGeom>
            <a:avLst/>
            <a:gdLst>
              <a:gd name="connsiteX0" fmla="*/ 0 w 115151"/>
              <a:gd name="connsiteY0" fmla="*/ 0 h 1833882"/>
              <a:gd name="connsiteX1" fmla="*/ 115151 w 115151"/>
              <a:gd name="connsiteY1" fmla="*/ 0 h 1833882"/>
              <a:gd name="connsiteX2" fmla="*/ 115151 w 115151"/>
              <a:gd name="connsiteY2" fmla="*/ 1833882 h 1833882"/>
              <a:gd name="connsiteX3" fmla="*/ 0 w 115151"/>
              <a:gd name="connsiteY3" fmla="*/ 1833882 h 1833882"/>
              <a:gd name="connsiteX4" fmla="*/ 0 w 115151"/>
              <a:gd name="connsiteY4" fmla="*/ 0 h 1833882"/>
              <a:gd name="connsiteX0" fmla="*/ 0 w 251676"/>
              <a:gd name="connsiteY0" fmla="*/ 0 h 1833882"/>
              <a:gd name="connsiteX1" fmla="*/ 251676 w 251676"/>
              <a:gd name="connsiteY1" fmla="*/ 0 h 1833882"/>
              <a:gd name="connsiteX2" fmla="*/ 115151 w 251676"/>
              <a:gd name="connsiteY2" fmla="*/ 1833882 h 1833882"/>
              <a:gd name="connsiteX3" fmla="*/ 0 w 251676"/>
              <a:gd name="connsiteY3" fmla="*/ 1833882 h 1833882"/>
              <a:gd name="connsiteX4" fmla="*/ 0 w 251676"/>
              <a:gd name="connsiteY4" fmla="*/ 0 h 1833882"/>
              <a:gd name="connsiteX0" fmla="*/ 0 w 442176"/>
              <a:gd name="connsiteY0" fmla="*/ 0 h 1833882"/>
              <a:gd name="connsiteX1" fmla="*/ 442176 w 442176"/>
              <a:gd name="connsiteY1" fmla="*/ 0 h 1833882"/>
              <a:gd name="connsiteX2" fmla="*/ 305651 w 442176"/>
              <a:gd name="connsiteY2" fmla="*/ 1833882 h 1833882"/>
              <a:gd name="connsiteX3" fmla="*/ 190500 w 442176"/>
              <a:gd name="connsiteY3" fmla="*/ 1833882 h 1833882"/>
              <a:gd name="connsiteX4" fmla="*/ 0 w 442176"/>
              <a:gd name="connsiteY4" fmla="*/ 0 h 1833882"/>
              <a:gd name="connsiteX0" fmla="*/ 0 w 527901"/>
              <a:gd name="connsiteY0" fmla="*/ 0 h 1837057"/>
              <a:gd name="connsiteX1" fmla="*/ 527901 w 527901"/>
              <a:gd name="connsiteY1" fmla="*/ 3175 h 1837057"/>
              <a:gd name="connsiteX2" fmla="*/ 391376 w 527901"/>
              <a:gd name="connsiteY2" fmla="*/ 1837057 h 1837057"/>
              <a:gd name="connsiteX3" fmla="*/ 276225 w 527901"/>
              <a:gd name="connsiteY3" fmla="*/ 1837057 h 1837057"/>
              <a:gd name="connsiteX4" fmla="*/ 0 w 527901"/>
              <a:gd name="connsiteY4" fmla="*/ 0 h 1837057"/>
              <a:gd name="connsiteX0" fmla="*/ 0 w 645376"/>
              <a:gd name="connsiteY0" fmla="*/ 3175 h 1840232"/>
              <a:gd name="connsiteX1" fmla="*/ 645376 w 645376"/>
              <a:gd name="connsiteY1" fmla="*/ 0 h 1840232"/>
              <a:gd name="connsiteX2" fmla="*/ 391376 w 645376"/>
              <a:gd name="connsiteY2" fmla="*/ 1840232 h 1840232"/>
              <a:gd name="connsiteX3" fmla="*/ 276225 w 645376"/>
              <a:gd name="connsiteY3" fmla="*/ 1840232 h 1840232"/>
              <a:gd name="connsiteX4" fmla="*/ 0 w 645376"/>
              <a:gd name="connsiteY4" fmla="*/ 3175 h 1840232"/>
              <a:gd name="connsiteX0" fmla="*/ 0 w 654901"/>
              <a:gd name="connsiteY0" fmla="*/ 0 h 1837057"/>
              <a:gd name="connsiteX1" fmla="*/ 654901 w 654901"/>
              <a:gd name="connsiteY1" fmla="*/ 3175 h 1837057"/>
              <a:gd name="connsiteX2" fmla="*/ 391376 w 654901"/>
              <a:gd name="connsiteY2" fmla="*/ 1837057 h 1837057"/>
              <a:gd name="connsiteX3" fmla="*/ 276225 w 654901"/>
              <a:gd name="connsiteY3" fmla="*/ 1837057 h 1837057"/>
              <a:gd name="connsiteX4" fmla="*/ 0 w 654901"/>
              <a:gd name="connsiteY4" fmla="*/ 0 h 1837057"/>
              <a:gd name="connsiteX0" fmla="*/ 0 w 658076"/>
              <a:gd name="connsiteY0" fmla="*/ 0 h 1833882"/>
              <a:gd name="connsiteX1" fmla="*/ 658076 w 658076"/>
              <a:gd name="connsiteY1" fmla="*/ 0 h 1833882"/>
              <a:gd name="connsiteX2" fmla="*/ 394551 w 658076"/>
              <a:gd name="connsiteY2" fmla="*/ 1833882 h 1833882"/>
              <a:gd name="connsiteX3" fmla="*/ 279400 w 658076"/>
              <a:gd name="connsiteY3" fmla="*/ 1833882 h 1833882"/>
              <a:gd name="connsiteX4" fmla="*/ 0 w 658076"/>
              <a:gd name="connsiteY4" fmla="*/ 0 h 1833882"/>
              <a:gd name="connsiteX0" fmla="*/ 0 w 696176"/>
              <a:gd name="connsiteY0" fmla="*/ 0 h 1833882"/>
              <a:gd name="connsiteX1" fmla="*/ 696176 w 696176"/>
              <a:gd name="connsiteY1" fmla="*/ 50006 h 1833882"/>
              <a:gd name="connsiteX2" fmla="*/ 394551 w 696176"/>
              <a:gd name="connsiteY2" fmla="*/ 1833882 h 1833882"/>
              <a:gd name="connsiteX3" fmla="*/ 279400 w 696176"/>
              <a:gd name="connsiteY3" fmla="*/ 1833882 h 1833882"/>
              <a:gd name="connsiteX4" fmla="*/ 0 w 696176"/>
              <a:gd name="connsiteY4" fmla="*/ 0 h 1833882"/>
              <a:gd name="connsiteX0" fmla="*/ 49213 w 416776"/>
              <a:gd name="connsiteY0" fmla="*/ 0 h 1833882"/>
              <a:gd name="connsiteX1" fmla="*/ 416776 w 416776"/>
              <a:gd name="connsiteY1" fmla="*/ 50006 h 1833882"/>
              <a:gd name="connsiteX2" fmla="*/ 115151 w 416776"/>
              <a:gd name="connsiteY2" fmla="*/ 1833882 h 1833882"/>
              <a:gd name="connsiteX3" fmla="*/ 0 w 416776"/>
              <a:gd name="connsiteY3" fmla="*/ 1833882 h 1833882"/>
              <a:gd name="connsiteX4" fmla="*/ 49213 w 416776"/>
              <a:gd name="connsiteY4" fmla="*/ 0 h 1833882"/>
              <a:gd name="connsiteX0" fmla="*/ 65881 w 416776"/>
              <a:gd name="connsiteY0" fmla="*/ 0 h 1838645"/>
              <a:gd name="connsiteX1" fmla="*/ 416776 w 416776"/>
              <a:gd name="connsiteY1" fmla="*/ 54769 h 1838645"/>
              <a:gd name="connsiteX2" fmla="*/ 115151 w 416776"/>
              <a:gd name="connsiteY2" fmla="*/ 1838645 h 1838645"/>
              <a:gd name="connsiteX3" fmla="*/ 0 w 416776"/>
              <a:gd name="connsiteY3" fmla="*/ 1838645 h 1838645"/>
              <a:gd name="connsiteX4" fmla="*/ 65881 w 416776"/>
              <a:gd name="connsiteY4" fmla="*/ 0 h 1838645"/>
              <a:gd name="connsiteX0" fmla="*/ 65881 w 516788"/>
              <a:gd name="connsiteY0" fmla="*/ 0 h 1838645"/>
              <a:gd name="connsiteX1" fmla="*/ 516788 w 516788"/>
              <a:gd name="connsiteY1" fmla="*/ 71438 h 1838645"/>
              <a:gd name="connsiteX2" fmla="*/ 115151 w 516788"/>
              <a:gd name="connsiteY2" fmla="*/ 1838645 h 1838645"/>
              <a:gd name="connsiteX3" fmla="*/ 0 w 516788"/>
              <a:gd name="connsiteY3" fmla="*/ 1838645 h 1838645"/>
              <a:gd name="connsiteX4" fmla="*/ 65881 w 516788"/>
              <a:gd name="connsiteY4" fmla="*/ 0 h 1838645"/>
              <a:gd name="connsiteX0" fmla="*/ 65881 w 659663"/>
              <a:gd name="connsiteY0" fmla="*/ 0 h 1838645"/>
              <a:gd name="connsiteX1" fmla="*/ 659663 w 659663"/>
              <a:gd name="connsiteY1" fmla="*/ 78582 h 1838645"/>
              <a:gd name="connsiteX2" fmla="*/ 115151 w 659663"/>
              <a:gd name="connsiteY2" fmla="*/ 1838645 h 1838645"/>
              <a:gd name="connsiteX3" fmla="*/ 0 w 659663"/>
              <a:gd name="connsiteY3" fmla="*/ 1838645 h 1838645"/>
              <a:gd name="connsiteX4" fmla="*/ 65881 w 659663"/>
              <a:gd name="connsiteY4" fmla="*/ 0 h 1838645"/>
              <a:gd name="connsiteX0" fmla="*/ 15875 w 609657"/>
              <a:gd name="connsiteY0" fmla="*/ 0 h 1841027"/>
              <a:gd name="connsiteX1" fmla="*/ 609657 w 609657"/>
              <a:gd name="connsiteY1" fmla="*/ 78582 h 1841027"/>
              <a:gd name="connsiteX2" fmla="*/ 65145 w 609657"/>
              <a:gd name="connsiteY2" fmla="*/ 1838645 h 1841027"/>
              <a:gd name="connsiteX3" fmla="*/ 0 w 609657"/>
              <a:gd name="connsiteY3" fmla="*/ 1841027 h 1841027"/>
              <a:gd name="connsiteX4" fmla="*/ 15875 w 609657"/>
              <a:gd name="connsiteY4" fmla="*/ 0 h 1841027"/>
              <a:gd name="connsiteX0" fmla="*/ 15875 w 609657"/>
              <a:gd name="connsiteY0" fmla="*/ 0 h 1845788"/>
              <a:gd name="connsiteX1" fmla="*/ 609657 w 609657"/>
              <a:gd name="connsiteY1" fmla="*/ 78582 h 1845788"/>
              <a:gd name="connsiteX2" fmla="*/ 12757 w 609657"/>
              <a:gd name="connsiteY2" fmla="*/ 1845788 h 1845788"/>
              <a:gd name="connsiteX3" fmla="*/ 0 w 609657"/>
              <a:gd name="connsiteY3" fmla="*/ 1841027 h 1845788"/>
              <a:gd name="connsiteX4" fmla="*/ 15875 w 609657"/>
              <a:gd name="connsiteY4" fmla="*/ 0 h 1845788"/>
              <a:gd name="connsiteX0" fmla="*/ 0 w 739832"/>
              <a:gd name="connsiteY0" fmla="*/ 13493 h 1767206"/>
              <a:gd name="connsiteX1" fmla="*/ 739832 w 739832"/>
              <a:gd name="connsiteY1" fmla="*/ 0 h 1767206"/>
              <a:gd name="connsiteX2" fmla="*/ 142932 w 739832"/>
              <a:gd name="connsiteY2" fmla="*/ 1767206 h 1767206"/>
              <a:gd name="connsiteX3" fmla="*/ 130175 w 739832"/>
              <a:gd name="connsiteY3" fmla="*/ 1762445 h 1767206"/>
              <a:gd name="connsiteX4" fmla="*/ 0 w 739832"/>
              <a:gd name="connsiteY4" fmla="*/ 13493 h 1767206"/>
              <a:gd name="connsiteX0" fmla="*/ 0 w 749357"/>
              <a:gd name="connsiteY0" fmla="*/ 7143 h 1767206"/>
              <a:gd name="connsiteX1" fmla="*/ 749357 w 749357"/>
              <a:gd name="connsiteY1" fmla="*/ 0 h 1767206"/>
              <a:gd name="connsiteX2" fmla="*/ 152457 w 749357"/>
              <a:gd name="connsiteY2" fmla="*/ 1767206 h 1767206"/>
              <a:gd name="connsiteX3" fmla="*/ 139700 w 749357"/>
              <a:gd name="connsiteY3" fmla="*/ 1762445 h 1767206"/>
              <a:gd name="connsiteX4" fmla="*/ 0 w 749357"/>
              <a:gd name="connsiteY4" fmla="*/ 7143 h 1767206"/>
              <a:gd name="connsiteX0" fmla="*/ 0 w 774757"/>
              <a:gd name="connsiteY0" fmla="*/ 0 h 1769588"/>
              <a:gd name="connsiteX1" fmla="*/ 774757 w 774757"/>
              <a:gd name="connsiteY1" fmla="*/ 2382 h 1769588"/>
              <a:gd name="connsiteX2" fmla="*/ 177857 w 774757"/>
              <a:gd name="connsiteY2" fmla="*/ 1769588 h 1769588"/>
              <a:gd name="connsiteX3" fmla="*/ 165100 w 774757"/>
              <a:gd name="connsiteY3" fmla="*/ 1764827 h 1769588"/>
              <a:gd name="connsiteX4" fmla="*/ 0 w 774757"/>
              <a:gd name="connsiteY4" fmla="*/ 0 h 1769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757" h="1769588">
                <a:moveTo>
                  <a:pt x="0" y="0"/>
                </a:moveTo>
                <a:lnTo>
                  <a:pt x="774757" y="2382"/>
                </a:lnTo>
                <a:lnTo>
                  <a:pt x="177857" y="1769588"/>
                </a:lnTo>
                <a:lnTo>
                  <a:pt x="165100" y="1764827"/>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solidFill>
                <a:schemeClr val="bg1"/>
              </a:solidFill>
            </a:endParaRPr>
          </a:p>
        </p:txBody>
      </p:sp>
      <p:sp>
        <p:nvSpPr>
          <p:cNvPr id="192" name="Isosceles Triangle 181">
            <a:extLst>
              <a:ext uri="{FF2B5EF4-FFF2-40B4-BE49-F238E27FC236}">
                <a16:creationId xmlns:a16="http://schemas.microsoft.com/office/drawing/2014/main" id="{286D726A-AA79-4D78-A087-1749FD0B48CC}"/>
              </a:ext>
            </a:extLst>
          </p:cNvPr>
          <p:cNvSpPr/>
          <p:nvPr/>
        </p:nvSpPr>
        <p:spPr>
          <a:xfrm>
            <a:off x="2551839" y="2095499"/>
            <a:ext cx="802204" cy="545037"/>
          </a:xfrm>
          <a:custGeom>
            <a:avLst/>
            <a:gdLst>
              <a:gd name="connsiteX0" fmla="*/ 0 w 506881"/>
              <a:gd name="connsiteY0" fmla="*/ 466695 h 466695"/>
              <a:gd name="connsiteX1" fmla="*/ 253441 w 506881"/>
              <a:gd name="connsiteY1" fmla="*/ 0 h 466695"/>
              <a:gd name="connsiteX2" fmla="*/ 506881 w 506881"/>
              <a:gd name="connsiteY2" fmla="*/ 466695 h 466695"/>
              <a:gd name="connsiteX3" fmla="*/ 0 w 506881"/>
              <a:gd name="connsiteY3" fmla="*/ 466695 h 466695"/>
              <a:gd name="connsiteX0" fmla="*/ 0 w 506881"/>
              <a:gd name="connsiteY0" fmla="*/ 516701 h 516701"/>
              <a:gd name="connsiteX1" fmla="*/ 239153 w 506881"/>
              <a:gd name="connsiteY1" fmla="*/ 0 h 516701"/>
              <a:gd name="connsiteX2" fmla="*/ 506881 w 506881"/>
              <a:gd name="connsiteY2" fmla="*/ 516701 h 516701"/>
              <a:gd name="connsiteX3" fmla="*/ 0 w 506881"/>
              <a:gd name="connsiteY3" fmla="*/ 516701 h 516701"/>
              <a:gd name="connsiteX0" fmla="*/ 0 w 492593"/>
              <a:gd name="connsiteY0" fmla="*/ 516701 h 516701"/>
              <a:gd name="connsiteX1" fmla="*/ 239153 w 492593"/>
              <a:gd name="connsiteY1" fmla="*/ 0 h 516701"/>
              <a:gd name="connsiteX2" fmla="*/ 492593 w 492593"/>
              <a:gd name="connsiteY2" fmla="*/ 514320 h 516701"/>
              <a:gd name="connsiteX3" fmla="*/ 0 w 492593"/>
              <a:gd name="connsiteY3" fmla="*/ 516701 h 516701"/>
              <a:gd name="connsiteX0" fmla="*/ 0 w 485449"/>
              <a:gd name="connsiteY0" fmla="*/ 521463 h 521463"/>
              <a:gd name="connsiteX1" fmla="*/ 232009 w 485449"/>
              <a:gd name="connsiteY1" fmla="*/ 0 h 521463"/>
              <a:gd name="connsiteX2" fmla="*/ 485449 w 485449"/>
              <a:gd name="connsiteY2" fmla="*/ 514320 h 521463"/>
              <a:gd name="connsiteX3" fmla="*/ 0 w 485449"/>
              <a:gd name="connsiteY3" fmla="*/ 521463 h 521463"/>
              <a:gd name="connsiteX0" fmla="*/ 0 w 740243"/>
              <a:gd name="connsiteY0" fmla="*/ 480982 h 514320"/>
              <a:gd name="connsiteX1" fmla="*/ 486803 w 740243"/>
              <a:gd name="connsiteY1" fmla="*/ 0 h 514320"/>
              <a:gd name="connsiteX2" fmla="*/ 740243 w 740243"/>
              <a:gd name="connsiteY2" fmla="*/ 514320 h 514320"/>
              <a:gd name="connsiteX3" fmla="*/ 0 w 740243"/>
              <a:gd name="connsiteY3" fmla="*/ 480982 h 514320"/>
              <a:gd name="connsiteX0" fmla="*/ 0 w 740243"/>
              <a:gd name="connsiteY0" fmla="*/ 464313 h 497651"/>
              <a:gd name="connsiteX1" fmla="*/ 615391 w 740243"/>
              <a:gd name="connsiteY1" fmla="*/ 0 h 497651"/>
              <a:gd name="connsiteX2" fmla="*/ 740243 w 740243"/>
              <a:gd name="connsiteY2" fmla="*/ 497651 h 497651"/>
              <a:gd name="connsiteX3" fmla="*/ 0 w 740243"/>
              <a:gd name="connsiteY3" fmla="*/ 464313 h 497651"/>
              <a:gd name="connsiteX0" fmla="*/ 0 w 615391"/>
              <a:gd name="connsiteY0" fmla="*/ 464313 h 533370"/>
              <a:gd name="connsiteX1" fmla="*/ 615391 w 615391"/>
              <a:gd name="connsiteY1" fmla="*/ 0 h 533370"/>
              <a:gd name="connsiteX2" fmla="*/ 599749 w 615391"/>
              <a:gd name="connsiteY2" fmla="*/ 533370 h 533370"/>
              <a:gd name="connsiteX3" fmla="*/ 0 w 615391"/>
              <a:gd name="connsiteY3" fmla="*/ 464313 h 533370"/>
              <a:gd name="connsiteX0" fmla="*/ 0 w 812241"/>
              <a:gd name="connsiteY0" fmla="*/ 530988 h 533370"/>
              <a:gd name="connsiteX1" fmla="*/ 812241 w 812241"/>
              <a:gd name="connsiteY1" fmla="*/ 0 h 533370"/>
              <a:gd name="connsiteX2" fmla="*/ 796599 w 812241"/>
              <a:gd name="connsiteY2" fmla="*/ 533370 h 533370"/>
              <a:gd name="connsiteX3" fmla="*/ 0 w 812241"/>
              <a:gd name="connsiteY3" fmla="*/ 530988 h 533370"/>
              <a:gd name="connsiteX0" fmla="*/ 0 w 796366"/>
              <a:gd name="connsiteY0" fmla="*/ 527813 h 533370"/>
              <a:gd name="connsiteX1" fmla="*/ 796366 w 796366"/>
              <a:gd name="connsiteY1" fmla="*/ 0 h 533370"/>
              <a:gd name="connsiteX2" fmla="*/ 780724 w 796366"/>
              <a:gd name="connsiteY2" fmla="*/ 533370 h 533370"/>
              <a:gd name="connsiteX3" fmla="*/ 0 w 796366"/>
              <a:gd name="connsiteY3" fmla="*/ 527813 h 533370"/>
              <a:gd name="connsiteX0" fmla="*/ 25632 w 821998"/>
              <a:gd name="connsiteY0" fmla="*/ 539480 h 545037"/>
              <a:gd name="connsiteX1" fmla="*/ 20655 w 821998"/>
              <a:gd name="connsiteY1" fmla="*/ 0 h 545037"/>
              <a:gd name="connsiteX2" fmla="*/ 821998 w 821998"/>
              <a:gd name="connsiteY2" fmla="*/ 11667 h 545037"/>
              <a:gd name="connsiteX3" fmla="*/ 806356 w 821998"/>
              <a:gd name="connsiteY3" fmla="*/ 545037 h 545037"/>
              <a:gd name="connsiteX4" fmla="*/ 25632 w 821998"/>
              <a:gd name="connsiteY4" fmla="*/ 539480 h 545037"/>
              <a:gd name="connsiteX0" fmla="*/ 5095 w 801461"/>
              <a:gd name="connsiteY0" fmla="*/ 539480 h 545037"/>
              <a:gd name="connsiteX1" fmla="*/ 118 w 801461"/>
              <a:gd name="connsiteY1" fmla="*/ 0 h 545037"/>
              <a:gd name="connsiteX2" fmla="*/ 801461 w 801461"/>
              <a:gd name="connsiteY2" fmla="*/ 11667 h 545037"/>
              <a:gd name="connsiteX3" fmla="*/ 785819 w 801461"/>
              <a:gd name="connsiteY3" fmla="*/ 545037 h 545037"/>
              <a:gd name="connsiteX4" fmla="*/ 5095 w 801461"/>
              <a:gd name="connsiteY4" fmla="*/ 539480 h 545037"/>
              <a:gd name="connsiteX0" fmla="*/ 5838 w 802204"/>
              <a:gd name="connsiteY0" fmla="*/ 539480 h 545037"/>
              <a:gd name="connsiteX1" fmla="*/ 861 w 802204"/>
              <a:gd name="connsiteY1" fmla="*/ 0 h 545037"/>
              <a:gd name="connsiteX2" fmla="*/ 802204 w 802204"/>
              <a:gd name="connsiteY2" fmla="*/ 11667 h 545037"/>
              <a:gd name="connsiteX3" fmla="*/ 786562 w 802204"/>
              <a:gd name="connsiteY3" fmla="*/ 545037 h 545037"/>
              <a:gd name="connsiteX4" fmla="*/ 5838 w 802204"/>
              <a:gd name="connsiteY4" fmla="*/ 539480 h 545037"/>
              <a:gd name="connsiteX0" fmla="*/ 5838 w 802204"/>
              <a:gd name="connsiteY0" fmla="*/ 539480 h 545037"/>
              <a:gd name="connsiteX1" fmla="*/ 861 w 802204"/>
              <a:gd name="connsiteY1" fmla="*/ 0 h 545037"/>
              <a:gd name="connsiteX2" fmla="*/ 802204 w 802204"/>
              <a:gd name="connsiteY2" fmla="*/ 11667 h 545037"/>
              <a:gd name="connsiteX3" fmla="*/ 786562 w 802204"/>
              <a:gd name="connsiteY3" fmla="*/ 545037 h 545037"/>
              <a:gd name="connsiteX4" fmla="*/ 5838 w 802204"/>
              <a:gd name="connsiteY4" fmla="*/ 539480 h 545037"/>
              <a:gd name="connsiteX0" fmla="*/ 7406 w 803772"/>
              <a:gd name="connsiteY0" fmla="*/ 539480 h 545037"/>
              <a:gd name="connsiteX1" fmla="*/ 2429 w 803772"/>
              <a:gd name="connsiteY1" fmla="*/ 0 h 545037"/>
              <a:gd name="connsiteX2" fmla="*/ 803772 w 803772"/>
              <a:gd name="connsiteY2" fmla="*/ 11667 h 545037"/>
              <a:gd name="connsiteX3" fmla="*/ 788130 w 803772"/>
              <a:gd name="connsiteY3" fmla="*/ 545037 h 545037"/>
              <a:gd name="connsiteX4" fmla="*/ 7406 w 803772"/>
              <a:gd name="connsiteY4" fmla="*/ 539480 h 545037"/>
              <a:gd name="connsiteX0" fmla="*/ 5540 w 801906"/>
              <a:gd name="connsiteY0" fmla="*/ 539480 h 545037"/>
              <a:gd name="connsiteX1" fmla="*/ 563 w 801906"/>
              <a:gd name="connsiteY1" fmla="*/ 0 h 545037"/>
              <a:gd name="connsiteX2" fmla="*/ 801906 w 801906"/>
              <a:gd name="connsiteY2" fmla="*/ 11667 h 545037"/>
              <a:gd name="connsiteX3" fmla="*/ 786264 w 801906"/>
              <a:gd name="connsiteY3" fmla="*/ 545037 h 545037"/>
              <a:gd name="connsiteX4" fmla="*/ 5540 w 801906"/>
              <a:gd name="connsiteY4" fmla="*/ 539480 h 545037"/>
              <a:gd name="connsiteX0" fmla="*/ 5838 w 802204"/>
              <a:gd name="connsiteY0" fmla="*/ 539480 h 545037"/>
              <a:gd name="connsiteX1" fmla="*/ 861 w 802204"/>
              <a:gd name="connsiteY1" fmla="*/ 0 h 545037"/>
              <a:gd name="connsiteX2" fmla="*/ 802204 w 802204"/>
              <a:gd name="connsiteY2" fmla="*/ 11667 h 545037"/>
              <a:gd name="connsiteX3" fmla="*/ 786562 w 802204"/>
              <a:gd name="connsiteY3" fmla="*/ 545037 h 545037"/>
              <a:gd name="connsiteX4" fmla="*/ 5838 w 802204"/>
              <a:gd name="connsiteY4" fmla="*/ 539480 h 545037"/>
              <a:gd name="connsiteX0" fmla="*/ 5838 w 802204"/>
              <a:gd name="connsiteY0" fmla="*/ 539480 h 545037"/>
              <a:gd name="connsiteX1" fmla="*/ 861 w 802204"/>
              <a:gd name="connsiteY1" fmla="*/ 0 h 545037"/>
              <a:gd name="connsiteX2" fmla="*/ 802204 w 802204"/>
              <a:gd name="connsiteY2" fmla="*/ 11667 h 545037"/>
              <a:gd name="connsiteX3" fmla="*/ 786562 w 802204"/>
              <a:gd name="connsiteY3" fmla="*/ 545037 h 545037"/>
              <a:gd name="connsiteX4" fmla="*/ 5838 w 802204"/>
              <a:gd name="connsiteY4" fmla="*/ 539480 h 5450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204" h="545037">
                <a:moveTo>
                  <a:pt x="5838" y="539480"/>
                </a:moveTo>
                <a:cubicBezTo>
                  <a:pt x="6296" y="417862"/>
                  <a:pt x="-2772" y="83518"/>
                  <a:pt x="861" y="0"/>
                </a:cubicBezTo>
                <a:lnTo>
                  <a:pt x="802204" y="11667"/>
                </a:lnTo>
                <a:lnTo>
                  <a:pt x="786562" y="545037"/>
                </a:lnTo>
                <a:lnTo>
                  <a:pt x="5838" y="539480"/>
                </a:lnTo>
                <a:close/>
              </a:path>
            </a:pathLst>
          </a:custGeom>
          <a:pattFill prst="smConfetti">
            <a:fgClr>
              <a:schemeClr val="tx1"/>
            </a:fgClr>
            <a:bgClr>
              <a:schemeClr val="bg1"/>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a:extLst>
              <a:ext uri="{FF2B5EF4-FFF2-40B4-BE49-F238E27FC236}">
                <a16:creationId xmlns:a16="http://schemas.microsoft.com/office/drawing/2014/main" id="{67A1B56D-8F01-4230-8937-D9F688EC4F8B}"/>
              </a:ext>
            </a:extLst>
          </p:cNvPr>
          <p:cNvSpPr/>
          <p:nvPr/>
        </p:nvSpPr>
        <p:spPr>
          <a:xfrm>
            <a:off x="3191014" y="1897289"/>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V</a:t>
            </a:r>
            <a:endParaRPr lang="en-US" dirty="0">
              <a:solidFill>
                <a:schemeClr val="accent6"/>
              </a:solidFill>
            </a:endParaRPr>
          </a:p>
        </p:txBody>
      </p:sp>
      <p:sp>
        <p:nvSpPr>
          <p:cNvPr id="193" name="Oval 192">
            <a:extLst>
              <a:ext uri="{FF2B5EF4-FFF2-40B4-BE49-F238E27FC236}">
                <a16:creationId xmlns:a16="http://schemas.microsoft.com/office/drawing/2014/main" id="{42C95D24-807A-45C2-B23E-26C5D817F53C}"/>
              </a:ext>
            </a:extLst>
          </p:cNvPr>
          <p:cNvSpPr/>
          <p:nvPr/>
        </p:nvSpPr>
        <p:spPr>
          <a:xfrm>
            <a:off x="3201289" y="2465783"/>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6</a:t>
            </a:r>
            <a:endParaRPr lang="en-US" dirty="0">
              <a:solidFill>
                <a:schemeClr val="accent6"/>
              </a:solidFill>
            </a:endParaRPr>
          </a:p>
        </p:txBody>
      </p:sp>
      <p:sp>
        <p:nvSpPr>
          <p:cNvPr id="298" name="Oval 297">
            <a:extLst>
              <a:ext uri="{FF2B5EF4-FFF2-40B4-BE49-F238E27FC236}">
                <a16:creationId xmlns:a16="http://schemas.microsoft.com/office/drawing/2014/main" id="{BDD707F5-0BE8-471A-B269-DAB47FAED13A}"/>
              </a:ext>
            </a:extLst>
          </p:cNvPr>
          <p:cNvSpPr/>
          <p:nvPr/>
        </p:nvSpPr>
        <p:spPr>
          <a:xfrm>
            <a:off x="2555071" y="4245565"/>
            <a:ext cx="352122" cy="352122"/>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F</a:t>
            </a:r>
            <a:endParaRPr lang="en-US" dirty="0">
              <a:solidFill>
                <a:schemeClr val="accent6"/>
              </a:solidFill>
            </a:endParaRPr>
          </a:p>
        </p:txBody>
      </p:sp>
      <p:cxnSp>
        <p:nvCxnSpPr>
          <p:cNvPr id="194" name="Straight Arrow Connector 193">
            <a:extLst>
              <a:ext uri="{FF2B5EF4-FFF2-40B4-BE49-F238E27FC236}">
                <a16:creationId xmlns:a16="http://schemas.microsoft.com/office/drawing/2014/main" id="{986ADC7F-59C1-4BED-BE29-4A81C33FECA9}"/>
              </a:ext>
            </a:extLst>
          </p:cNvPr>
          <p:cNvCxnSpPr>
            <a:cxnSpLocks/>
          </p:cNvCxnSpPr>
          <p:nvPr/>
        </p:nvCxnSpPr>
        <p:spPr>
          <a:xfrm rot="16320000" flipH="1">
            <a:off x="3334620" y="2355603"/>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5" name="Straight Arrow Connector 194">
            <a:extLst>
              <a:ext uri="{FF2B5EF4-FFF2-40B4-BE49-F238E27FC236}">
                <a16:creationId xmlns:a16="http://schemas.microsoft.com/office/drawing/2014/main" id="{C73648A5-1F92-4363-BD64-9AE84474F88B}"/>
              </a:ext>
            </a:extLst>
          </p:cNvPr>
          <p:cNvCxnSpPr>
            <a:cxnSpLocks/>
          </p:cNvCxnSpPr>
          <p:nvPr/>
        </p:nvCxnSpPr>
        <p:spPr>
          <a:xfrm rot="11220000" flipV="1">
            <a:off x="3832200" y="2799418"/>
            <a:ext cx="37490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6" name="Straight Arrow Connector 195">
            <a:extLst>
              <a:ext uri="{FF2B5EF4-FFF2-40B4-BE49-F238E27FC236}">
                <a16:creationId xmlns:a16="http://schemas.microsoft.com/office/drawing/2014/main" id="{B0A09CE7-F94A-4732-98C5-06601309EC58}"/>
              </a:ext>
            </a:extLst>
          </p:cNvPr>
          <p:cNvCxnSpPr>
            <a:cxnSpLocks/>
          </p:cNvCxnSpPr>
          <p:nvPr/>
        </p:nvCxnSpPr>
        <p:spPr>
          <a:xfrm flipH="1">
            <a:off x="2808938" y="2709099"/>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7" name="Straight Arrow Connector 196">
            <a:extLst>
              <a:ext uri="{FF2B5EF4-FFF2-40B4-BE49-F238E27FC236}">
                <a16:creationId xmlns:a16="http://schemas.microsoft.com/office/drawing/2014/main" id="{081EA834-0711-40DB-828D-9EBEF28B05CE}"/>
              </a:ext>
            </a:extLst>
          </p:cNvPr>
          <p:cNvCxnSpPr>
            <a:cxnSpLocks/>
          </p:cNvCxnSpPr>
          <p:nvPr/>
        </p:nvCxnSpPr>
        <p:spPr>
          <a:xfrm rot="5040000" flipV="1">
            <a:off x="2402637" y="336068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8" name="Straight Arrow Connector 197">
            <a:extLst>
              <a:ext uri="{FF2B5EF4-FFF2-40B4-BE49-F238E27FC236}">
                <a16:creationId xmlns:a16="http://schemas.microsoft.com/office/drawing/2014/main" id="{BB9A299E-6750-4E12-B98C-51CCD0D85ABF}"/>
              </a:ext>
            </a:extLst>
          </p:cNvPr>
          <p:cNvCxnSpPr>
            <a:cxnSpLocks/>
          </p:cNvCxnSpPr>
          <p:nvPr/>
        </p:nvCxnSpPr>
        <p:spPr>
          <a:xfrm rot="17220000" flipV="1">
            <a:off x="2853907" y="3325546"/>
            <a:ext cx="3657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9" name="Rectangle 198">
            <a:extLst>
              <a:ext uri="{FF2B5EF4-FFF2-40B4-BE49-F238E27FC236}">
                <a16:creationId xmlns:a16="http://schemas.microsoft.com/office/drawing/2014/main" id="{3C8D6C19-FBF8-45D0-AF00-C247544DBFDD}"/>
              </a:ext>
            </a:extLst>
          </p:cNvPr>
          <p:cNvSpPr/>
          <p:nvPr/>
        </p:nvSpPr>
        <p:spPr>
          <a:xfrm rot="5400000">
            <a:off x="1216964" y="1292178"/>
            <a:ext cx="546609" cy="2144649"/>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302" name="Oval 301">
            <a:extLst>
              <a:ext uri="{FF2B5EF4-FFF2-40B4-BE49-F238E27FC236}">
                <a16:creationId xmlns:a16="http://schemas.microsoft.com/office/drawing/2014/main" id="{8219E6CA-0701-46C4-9495-F0DAC3BE6D5C}"/>
              </a:ext>
            </a:extLst>
          </p:cNvPr>
          <p:cNvSpPr/>
          <p:nvPr/>
        </p:nvSpPr>
        <p:spPr>
          <a:xfrm>
            <a:off x="227183" y="2410794"/>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J</a:t>
            </a:r>
            <a:endParaRPr lang="en-US" dirty="0">
              <a:solidFill>
                <a:schemeClr val="accent6"/>
              </a:solidFill>
            </a:endParaRPr>
          </a:p>
        </p:txBody>
      </p:sp>
      <p:sp>
        <p:nvSpPr>
          <p:cNvPr id="303" name="Oval 302">
            <a:extLst>
              <a:ext uri="{FF2B5EF4-FFF2-40B4-BE49-F238E27FC236}">
                <a16:creationId xmlns:a16="http://schemas.microsoft.com/office/drawing/2014/main" id="{15FA5F7E-26C9-47B3-BC05-D68924780B80}"/>
              </a:ext>
            </a:extLst>
          </p:cNvPr>
          <p:cNvSpPr/>
          <p:nvPr/>
        </p:nvSpPr>
        <p:spPr>
          <a:xfrm>
            <a:off x="2391464" y="2453601"/>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K</a:t>
            </a:r>
            <a:endParaRPr lang="en-US" dirty="0">
              <a:solidFill>
                <a:schemeClr val="accent6"/>
              </a:solidFill>
            </a:endParaRPr>
          </a:p>
        </p:txBody>
      </p:sp>
      <p:sp>
        <p:nvSpPr>
          <p:cNvPr id="200" name="Oval 199">
            <a:extLst>
              <a:ext uri="{FF2B5EF4-FFF2-40B4-BE49-F238E27FC236}">
                <a16:creationId xmlns:a16="http://schemas.microsoft.com/office/drawing/2014/main" id="{33B58272-AE58-42BE-BAEF-BF012DC0E469}"/>
              </a:ext>
            </a:extLst>
          </p:cNvPr>
          <p:cNvSpPr/>
          <p:nvPr/>
        </p:nvSpPr>
        <p:spPr>
          <a:xfrm>
            <a:off x="2378951" y="1906846"/>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7</a:t>
            </a:r>
            <a:endParaRPr lang="en-US" dirty="0">
              <a:solidFill>
                <a:schemeClr val="accent6"/>
              </a:solidFill>
            </a:endParaRPr>
          </a:p>
        </p:txBody>
      </p:sp>
      <p:cxnSp>
        <p:nvCxnSpPr>
          <p:cNvPr id="201" name="Straight Arrow Connector 200">
            <a:extLst>
              <a:ext uri="{FF2B5EF4-FFF2-40B4-BE49-F238E27FC236}">
                <a16:creationId xmlns:a16="http://schemas.microsoft.com/office/drawing/2014/main" id="{8B414D9D-CB3F-4E09-B452-04EA3F895CBB}"/>
              </a:ext>
            </a:extLst>
          </p:cNvPr>
          <p:cNvCxnSpPr>
            <a:cxnSpLocks/>
          </p:cNvCxnSpPr>
          <p:nvPr/>
        </p:nvCxnSpPr>
        <p:spPr>
          <a:xfrm rot="-5760000" flipV="1">
            <a:off x="2296991" y="3375479"/>
            <a:ext cx="54707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0" name="Straight Arrow Connector 209">
            <a:extLst>
              <a:ext uri="{FF2B5EF4-FFF2-40B4-BE49-F238E27FC236}">
                <a16:creationId xmlns:a16="http://schemas.microsoft.com/office/drawing/2014/main" id="{361572C8-C1D5-49F6-9D58-5310E887FB3A}"/>
              </a:ext>
            </a:extLst>
          </p:cNvPr>
          <p:cNvCxnSpPr>
            <a:cxnSpLocks/>
          </p:cNvCxnSpPr>
          <p:nvPr/>
        </p:nvCxnSpPr>
        <p:spPr>
          <a:xfrm rot="10800000" flipV="1">
            <a:off x="1297865" y="2142041"/>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2" name="Straight Arrow Connector 221">
            <a:extLst>
              <a:ext uri="{FF2B5EF4-FFF2-40B4-BE49-F238E27FC236}">
                <a16:creationId xmlns:a16="http://schemas.microsoft.com/office/drawing/2014/main" id="{BE58A6F0-5964-4961-A21C-1C691B011EE6}"/>
              </a:ext>
            </a:extLst>
          </p:cNvPr>
          <p:cNvCxnSpPr>
            <a:cxnSpLocks/>
          </p:cNvCxnSpPr>
          <p:nvPr/>
        </p:nvCxnSpPr>
        <p:spPr>
          <a:xfrm flipV="1">
            <a:off x="1297864" y="258139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7" name="Oval 226">
            <a:extLst>
              <a:ext uri="{FF2B5EF4-FFF2-40B4-BE49-F238E27FC236}">
                <a16:creationId xmlns:a16="http://schemas.microsoft.com/office/drawing/2014/main" id="{16C4F353-31E9-48EA-A22B-FBF140A992AF}"/>
              </a:ext>
            </a:extLst>
          </p:cNvPr>
          <p:cNvSpPr/>
          <p:nvPr/>
        </p:nvSpPr>
        <p:spPr>
          <a:xfrm>
            <a:off x="235430" y="1915804"/>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8</a:t>
            </a:r>
            <a:endParaRPr lang="en-US" dirty="0">
              <a:solidFill>
                <a:schemeClr val="accent6"/>
              </a:solidFill>
            </a:endParaRPr>
          </a:p>
        </p:txBody>
      </p:sp>
      <p:cxnSp>
        <p:nvCxnSpPr>
          <p:cNvPr id="243" name="Straight Arrow Connector 242">
            <a:extLst>
              <a:ext uri="{FF2B5EF4-FFF2-40B4-BE49-F238E27FC236}">
                <a16:creationId xmlns:a16="http://schemas.microsoft.com/office/drawing/2014/main" id="{30898D16-BC04-4746-8751-CB4A6F7A812F}"/>
              </a:ext>
            </a:extLst>
          </p:cNvPr>
          <p:cNvCxnSpPr>
            <a:cxnSpLocks/>
          </p:cNvCxnSpPr>
          <p:nvPr/>
        </p:nvCxnSpPr>
        <p:spPr>
          <a:xfrm rot="-5820000" flipV="1">
            <a:off x="2188892" y="1390993"/>
            <a:ext cx="4572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3" name="Straight Arrow Connector 272">
            <a:extLst>
              <a:ext uri="{FF2B5EF4-FFF2-40B4-BE49-F238E27FC236}">
                <a16:creationId xmlns:a16="http://schemas.microsoft.com/office/drawing/2014/main" id="{9BD7F3F2-C25E-4CCD-ABDA-F48C381EFEBA}"/>
              </a:ext>
            </a:extLst>
          </p:cNvPr>
          <p:cNvCxnSpPr>
            <a:cxnSpLocks/>
          </p:cNvCxnSpPr>
          <p:nvPr/>
        </p:nvCxnSpPr>
        <p:spPr>
          <a:xfrm rot="10800000" flipH="1">
            <a:off x="2838584" y="2046905"/>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1" name="Rectangle 190">
            <a:extLst>
              <a:ext uri="{FF2B5EF4-FFF2-40B4-BE49-F238E27FC236}">
                <a16:creationId xmlns:a16="http://schemas.microsoft.com/office/drawing/2014/main" id="{59E89EBB-5EFF-4E21-A947-FDB047F888BE}"/>
              </a:ext>
            </a:extLst>
          </p:cNvPr>
          <p:cNvSpPr/>
          <p:nvPr/>
        </p:nvSpPr>
        <p:spPr>
          <a:xfrm rot="5400000">
            <a:off x="8547982" y="1643336"/>
            <a:ext cx="490198" cy="1837915"/>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06" name="Oval 305">
            <a:extLst>
              <a:ext uri="{FF2B5EF4-FFF2-40B4-BE49-F238E27FC236}">
                <a16:creationId xmlns:a16="http://schemas.microsoft.com/office/drawing/2014/main" id="{91BE7614-ABEE-4C51-A742-71FFD52B95A5}"/>
              </a:ext>
            </a:extLst>
          </p:cNvPr>
          <p:cNvSpPr/>
          <p:nvPr/>
        </p:nvSpPr>
        <p:spPr>
          <a:xfrm>
            <a:off x="9535977" y="2633775"/>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N</a:t>
            </a:r>
            <a:endParaRPr lang="en-US" dirty="0">
              <a:solidFill>
                <a:schemeClr val="accent6"/>
              </a:solidFill>
            </a:endParaRPr>
          </a:p>
        </p:txBody>
      </p:sp>
      <p:sp>
        <p:nvSpPr>
          <p:cNvPr id="266" name="Oval 265">
            <a:extLst>
              <a:ext uri="{FF2B5EF4-FFF2-40B4-BE49-F238E27FC236}">
                <a16:creationId xmlns:a16="http://schemas.microsoft.com/office/drawing/2014/main" id="{A95576F0-1A3F-45B4-9C8B-29639E03C7E9}"/>
              </a:ext>
            </a:extLst>
          </p:cNvPr>
          <p:cNvSpPr/>
          <p:nvPr/>
        </p:nvSpPr>
        <p:spPr>
          <a:xfrm>
            <a:off x="9535977" y="2147145"/>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0</a:t>
            </a:r>
            <a:endParaRPr lang="en-US" dirty="0">
              <a:solidFill>
                <a:schemeClr val="accent6"/>
              </a:solidFill>
            </a:endParaRPr>
          </a:p>
        </p:txBody>
      </p:sp>
      <p:cxnSp>
        <p:nvCxnSpPr>
          <p:cNvPr id="272" name="Straight Arrow Connector 271">
            <a:extLst>
              <a:ext uri="{FF2B5EF4-FFF2-40B4-BE49-F238E27FC236}">
                <a16:creationId xmlns:a16="http://schemas.microsoft.com/office/drawing/2014/main" id="{52F32CAC-3C50-4748-8F34-8DF8C4445B3C}"/>
              </a:ext>
            </a:extLst>
          </p:cNvPr>
          <p:cNvCxnSpPr>
            <a:cxnSpLocks/>
          </p:cNvCxnSpPr>
          <p:nvPr/>
        </p:nvCxnSpPr>
        <p:spPr>
          <a:xfrm rot="10800000" flipV="1">
            <a:off x="8537105" y="2375207"/>
            <a:ext cx="44746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7" name="Straight Arrow Connector 276">
            <a:extLst>
              <a:ext uri="{FF2B5EF4-FFF2-40B4-BE49-F238E27FC236}">
                <a16:creationId xmlns:a16="http://schemas.microsoft.com/office/drawing/2014/main" id="{99CF41AF-DEF5-4617-B347-6F603160608C}"/>
              </a:ext>
            </a:extLst>
          </p:cNvPr>
          <p:cNvCxnSpPr>
            <a:cxnSpLocks/>
          </p:cNvCxnSpPr>
          <p:nvPr/>
        </p:nvCxnSpPr>
        <p:spPr>
          <a:xfrm flipV="1">
            <a:off x="9007515" y="2740205"/>
            <a:ext cx="44746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8" name="Straight Arrow Connector 277">
            <a:extLst>
              <a:ext uri="{FF2B5EF4-FFF2-40B4-BE49-F238E27FC236}">
                <a16:creationId xmlns:a16="http://schemas.microsoft.com/office/drawing/2014/main" id="{35B95FFD-EA0F-4692-8998-11AE7D995D70}"/>
              </a:ext>
            </a:extLst>
          </p:cNvPr>
          <p:cNvCxnSpPr>
            <a:cxnSpLocks/>
          </p:cNvCxnSpPr>
          <p:nvPr/>
        </p:nvCxnSpPr>
        <p:spPr>
          <a:xfrm rot="5340000" flipH="1">
            <a:off x="9483745" y="2569042"/>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9" name="Straight Arrow Connector 278">
            <a:extLst>
              <a:ext uri="{FF2B5EF4-FFF2-40B4-BE49-F238E27FC236}">
                <a16:creationId xmlns:a16="http://schemas.microsoft.com/office/drawing/2014/main" id="{25C27157-8B0C-4BE5-ABCF-F15FC71E4746}"/>
              </a:ext>
            </a:extLst>
          </p:cNvPr>
          <p:cNvCxnSpPr>
            <a:cxnSpLocks/>
          </p:cNvCxnSpPr>
          <p:nvPr/>
        </p:nvCxnSpPr>
        <p:spPr>
          <a:xfrm rot="13140000" flipH="1">
            <a:off x="8202584" y="2535662"/>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4" name="Rectangle 273">
            <a:extLst>
              <a:ext uri="{FF2B5EF4-FFF2-40B4-BE49-F238E27FC236}">
                <a16:creationId xmlns:a16="http://schemas.microsoft.com/office/drawing/2014/main" id="{F4FC2617-F528-4876-8AE4-6255772C9C43}"/>
              </a:ext>
            </a:extLst>
          </p:cNvPr>
          <p:cNvSpPr/>
          <p:nvPr/>
        </p:nvSpPr>
        <p:spPr>
          <a:xfrm rot="-2700000">
            <a:off x="8607716" y="2302180"/>
            <a:ext cx="490198" cy="2267749"/>
          </a:xfrm>
          <a:custGeom>
            <a:avLst/>
            <a:gdLst>
              <a:gd name="connsiteX0" fmla="*/ 0 w 490198"/>
              <a:gd name="connsiteY0" fmla="*/ 0 h 2259330"/>
              <a:gd name="connsiteX1" fmla="*/ 490198 w 490198"/>
              <a:gd name="connsiteY1" fmla="*/ 0 h 2259330"/>
              <a:gd name="connsiteX2" fmla="*/ 490198 w 490198"/>
              <a:gd name="connsiteY2" fmla="*/ 2259330 h 2259330"/>
              <a:gd name="connsiteX3" fmla="*/ 0 w 490198"/>
              <a:gd name="connsiteY3" fmla="*/ 2259330 h 2259330"/>
              <a:gd name="connsiteX4" fmla="*/ 0 w 490198"/>
              <a:gd name="connsiteY4" fmla="*/ 0 h 2259330"/>
              <a:gd name="connsiteX0" fmla="*/ 0 w 490198"/>
              <a:gd name="connsiteY0" fmla="*/ 0 h 2259330"/>
              <a:gd name="connsiteX1" fmla="*/ 490198 w 490198"/>
              <a:gd name="connsiteY1" fmla="*/ 0 h 2259330"/>
              <a:gd name="connsiteX2" fmla="*/ 490198 w 490198"/>
              <a:gd name="connsiteY2" fmla="*/ 2097686 h 2259330"/>
              <a:gd name="connsiteX3" fmla="*/ 0 w 490198"/>
              <a:gd name="connsiteY3" fmla="*/ 2259330 h 2259330"/>
              <a:gd name="connsiteX4" fmla="*/ 0 w 490198"/>
              <a:gd name="connsiteY4" fmla="*/ 0 h 2259330"/>
              <a:gd name="connsiteX0" fmla="*/ 0 w 491908"/>
              <a:gd name="connsiteY0" fmla="*/ 0 h 2259330"/>
              <a:gd name="connsiteX1" fmla="*/ 490198 w 491908"/>
              <a:gd name="connsiteY1" fmla="*/ 0 h 2259330"/>
              <a:gd name="connsiteX2" fmla="*/ 491908 w 491908"/>
              <a:gd name="connsiteY2" fmla="*/ 464262 h 2259330"/>
              <a:gd name="connsiteX3" fmla="*/ 490198 w 491908"/>
              <a:gd name="connsiteY3" fmla="*/ 2097686 h 2259330"/>
              <a:gd name="connsiteX4" fmla="*/ 0 w 491908"/>
              <a:gd name="connsiteY4" fmla="*/ 2259330 h 2259330"/>
              <a:gd name="connsiteX5" fmla="*/ 0 w 491908"/>
              <a:gd name="connsiteY5" fmla="*/ 0 h 2259330"/>
              <a:gd name="connsiteX0" fmla="*/ 0 w 491908"/>
              <a:gd name="connsiteY0" fmla="*/ 0 h 2259330"/>
              <a:gd name="connsiteX1" fmla="*/ 491908 w 491908"/>
              <a:gd name="connsiteY1" fmla="*/ 464262 h 2259330"/>
              <a:gd name="connsiteX2" fmla="*/ 490198 w 491908"/>
              <a:gd name="connsiteY2" fmla="*/ 2097686 h 2259330"/>
              <a:gd name="connsiteX3" fmla="*/ 0 w 491908"/>
              <a:gd name="connsiteY3" fmla="*/ 2259330 h 2259330"/>
              <a:gd name="connsiteX4" fmla="*/ 0 w 491908"/>
              <a:gd name="connsiteY4" fmla="*/ 0 h 2259330"/>
              <a:gd name="connsiteX0" fmla="*/ 0 w 490198"/>
              <a:gd name="connsiteY0" fmla="*/ 0 h 2259330"/>
              <a:gd name="connsiteX1" fmla="*/ 480122 w 490198"/>
              <a:gd name="connsiteY1" fmla="*/ 465946 h 2259330"/>
              <a:gd name="connsiteX2" fmla="*/ 490198 w 490198"/>
              <a:gd name="connsiteY2" fmla="*/ 2097686 h 2259330"/>
              <a:gd name="connsiteX3" fmla="*/ 0 w 490198"/>
              <a:gd name="connsiteY3" fmla="*/ 2259330 h 2259330"/>
              <a:gd name="connsiteX4" fmla="*/ 0 w 490198"/>
              <a:gd name="connsiteY4" fmla="*/ 0 h 2259330"/>
              <a:gd name="connsiteX0" fmla="*/ 0 w 490198"/>
              <a:gd name="connsiteY0" fmla="*/ 0 h 2259330"/>
              <a:gd name="connsiteX1" fmla="*/ 481807 w 490198"/>
              <a:gd name="connsiteY1" fmla="*/ 470997 h 2259330"/>
              <a:gd name="connsiteX2" fmla="*/ 490198 w 490198"/>
              <a:gd name="connsiteY2" fmla="*/ 2097686 h 2259330"/>
              <a:gd name="connsiteX3" fmla="*/ 0 w 490198"/>
              <a:gd name="connsiteY3" fmla="*/ 2259330 h 2259330"/>
              <a:gd name="connsiteX4" fmla="*/ 0 w 490198"/>
              <a:gd name="connsiteY4" fmla="*/ 0 h 2259330"/>
              <a:gd name="connsiteX0" fmla="*/ 0 w 490198"/>
              <a:gd name="connsiteY0" fmla="*/ 0 h 2266065"/>
              <a:gd name="connsiteX1" fmla="*/ 481807 w 490198"/>
              <a:gd name="connsiteY1" fmla="*/ 477732 h 2266065"/>
              <a:gd name="connsiteX2" fmla="*/ 490198 w 490198"/>
              <a:gd name="connsiteY2" fmla="*/ 2104421 h 2266065"/>
              <a:gd name="connsiteX3" fmla="*/ 0 w 490198"/>
              <a:gd name="connsiteY3" fmla="*/ 2266065 h 2266065"/>
              <a:gd name="connsiteX4" fmla="*/ 0 w 490198"/>
              <a:gd name="connsiteY4" fmla="*/ 0 h 2266065"/>
              <a:gd name="connsiteX0" fmla="*/ 1683 w 490198"/>
              <a:gd name="connsiteY0" fmla="*/ 0 h 2267749"/>
              <a:gd name="connsiteX1" fmla="*/ 481807 w 490198"/>
              <a:gd name="connsiteY1" fmla="*/ 479416 h 2267749"/>
              <a:gd name="connsiteX2" fmla="*/ 490198 w 490198"/>
              <a:gd name="connsiteY2" fmla="*/ 2106105 h 2267749"/>
              <a:gd name="connsiteX3" fmla="*/ 0 w 490198"/>
              <a:gd name="connsiteY3" fmla="*/ 2267749 h 2267749"/>
              <a:gd name="connsiteX4" fmla="*/ 1683 w 490198"/>
              <a:gd name="connsiteY4" fmla="*/ 0 h 22677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98" h="2267749">
                <a:moveTo>
                  <a:pt x="1683" y="0"/>
                </a:moveTo>
                <a:lnTo>
                  <a:pt x="481807" y="479416"/>
                </a:lnTo>
                <a:cubicBezTo>
                  <a:pt x="485166" y="1023329"/>
                  <a:pt x="486839" y="1562192"/>
                  <a:pt x="490198" y="2106105"/>
                </a:cubicBezTo>
                <a:lnTo>
                  <a:pt x="0" y="2267749"/>
                </a:lnTo>
                <a:lnTo>
                  <a:pt x="1683"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01" name="Oval 300">
            <a:extLst>
              <a:ext uri="{FF2B5EF4-FFF2-40B4-BE49-F238E27FC236}">
                <a16:creationId xmlns:a16="http://schemas.microsoft.com/office/drawing/2014/main" id="{BD03B9AE-6261-492E-8508-FA9AE486F270}"/>
              </a:ext>
            </a:extLst>
          </p:cNvPr>
          <p:cNvSpPr/>
          <p:nvPr/>
        </p:nvSpPr>
        <p:spPr>
          <a:xfrm>
            <a:off x="9313926" y="4240599"/>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I</a:t>
            </a:r>
            <a:endParaRPr lang="en-US" dirty="0">
              <a:solidFill>
                <a:schemeClr val="accent6"/>
              </a:solidFill>
            </a:endParaRPr>
          </a:p>
        </p:txBody>
      </p:sp>
      <p:sp>
        <p:nvSpPr>
          <p:cNvPr id="4" name="Isosceles Triangle 3">
            <a:extLst>
              <a:ext uri="{FF2B5EF4-FFF2-40B4-BE49-F238E27FC236}">
                <a16:creationId xmlns:a16="http://schemas.microsoft.com/office/drawing/2014/main" id="{69B2BCC7-ED5C-4A07-BC26-90D6CEC87F88}"/>
              </a:ext>
            </a:extLst>
          </p:cNvPr>
          <p:cNvSpPr/>
          <p:nvPr/>
        </p:nvSpPr>
        <p:spPr>
          <a:xfrm rot="5400000">
            <a:off x="7728521" y="1970342"/>
            <a:ext cx="496228" cy="1182207"/>
          </a:xfrm>
          <a:custGeom>
            <a:avLst/>
            <a:gdLst>
              <a:gd name="connsiteX0" fmla="*/ 0 w 506881"/>
              <a:gd name="connsiteY0" fmla="*/ 466695 h 466695"/>
              <a:gd name="connsiteX1" fmla="*/ 253441 w 506881"/>
              <a:gd name="connsiteY1" fmla="*/ 0 h 466695"/>
              <a:gd name="connsiteX2" fmla="*/ 506881 w 506881"/>
              <a:gd name="connsiteY2" fmla="*/ 466695 h 466695"/>
              <a:gd name="connsiteX3" fmla="*/ 0 w 506881"/>
              <a:gd name="connsiteY3" fmla="*/ 466695 h 466695"/>
              <a:gd name="connsiteX0" fmla="*/ 0 w 506881"/>
              <a:gd name="connsiteY0" fmla="*/ 490508 h 490508"/>
              <a:gd name="connsiteX1" fmla="*/ 1028 w 506881"/>
              <a:gd name="connsiteY1" fmla="*/ 0 h 490508"/>
              <a:gd name="connsiteX2" fmla="*/ 506881 w 506881"/>
              <a:gd name="connsiteY2" fmla="*/ 490508 h 490508"/>
              <a:gd name="connsiteX3" fmla="*/ 0 w 506881"/>
              <a:gd name="connsiteY3" fmla="*/ 490508 h 490508"/>
              <a:gd name="connsiteX0" fmla="*/ 0 w 506881"/>
              <a:gd name="connsiteY0" fmla="*/ 508048 h 508048"/>
              <a:gd name="connsiteX1" fmla="*/ 1028 w 506881"/>
              <a:gd name="connsiteY1" fmla="*/ 17540 h 508048"/>
              <a:gd name="connsiteX2" fmla="*/ 494165 w 506881"/>
              <a:gd name="connsiteY2" fmla="*/ 21168 h 508048"/>
              <a:gd name="connsiteX3" fmla="*/ 506881 w 506881"/>
              <a:gd name="connsiteY3" fmla="*/ 508048 h 508048"/>
              <a:gd name="connsiteX4" fmla="*/ 0 w 506881"/>
              <a:gd name="connsiteY4" fmla="*/ 508048 h 508048"/>
              <a:gd name="connsiteX0" fmla="*/ 0 w 499740"/>
              <a:gd name="connsiteY0" fmla="*/ 508048 h 508048"/>
              <a:gd name="connsiteX1" fmla="*/ 1028 w 499740"/>
              <a:gd name="connsiteY1" fmla="*/ 17540 h 508048"/>
              <a:gd name="connsiteX2" fmla="*/ 494165 w 499740"/>
              <a:gd name="connsiteY2" fmla="*/ 21168 h 508048"/>
              <a:gd name="connsiteX3" fmla="*/ 499740 w 499740"/>
              <a:gd name="connsiteY3" fmla="*/ 503286 h 508048"/>
              <a:gd name="connsiteX4" fmla="*/ 0 w 499740"/>
              <a:gd name="connsiteY4" fmla="*/ 508048 h 508048"/>
              <a:gd name="connsiteX0" fmla="*/ 0 w 494457"/>
              <a:gd name="connsiteY0" fmla="*/ 508048 h 508048"/>
              <a:gd name="connsiteX1" fmla="*/ 1028 w 494457"/>
              <a:gd name="connsiteY1" fmla="*/ 17540 h 508048"/>
              <a:gd name="connsiteX2" fmla="*/ 494165 w 494457"/>
              <a:gd name="connsiteY2" fmla="*/ 21168 h 508048"/>
              <a:gd name="connsiteX3" fmla="*/ 490215 w 494457"/>
              <a:gd name="connsiteY3" fmla="*/ 503286 h 508048"/>
              <a:gd name="connsiteX4" fmla="*/ 0 w 494457"/>
              <a:gd name="connsiteY4" fmla="*/ 508048 h 508048"/>
              <a:gd name="connsiteX0" fmla="*/ 0 w 497362"/>
              <a:gd name="connsiteY0" fmla="*/ 508048 h 508048"/>
              <a:gd name="connsiteX1" fmla="*/ 1028 w 497362"/>
              <a:gd name="connsiteY1" fmla="*/ 17540 h 508048"/>
              <a:gd name="connsiteX2" fmla="*/ 494165 w 497362"/>
              <a:gd name="connsiteY2" fmla="*/ 21168 h 508048"/>
              <a:gd name="connsiteX3" fmla="*/ 497362 w 497362"/>
              <a:gd name="connsiteY3" fmla="*/ 503286 h 508048"/>
              <a:gd name="connsiteX4" fmla="*/ 0 w 497362"/>
              <a:gd name="connsiteY4" fmla="*/ 508048 h 508048"/>
              <a:gd name="connsiteX0" fmla="*/ 0 w 494980"/>
              <a:gd name="connsiteY0" fmla="*/ 508048 h 508048"/>
              <a:gd name="connsiteX1" fmla="*/ 1028 w 494980"/>
              <a:gd name="connsiteY1" fmla="*/ 17540 h 508048"/>
              <a:gd name="connsiteX2" fmla="*/ 494165 w 494980"/>
              <a:gd name="connsiteY2" fmla="*/ 21168 h 508048"/>
              <a:gd name="connsiteX3" fmla="*/ 494980 w 494980"/>
              <a:gd name="connsiteY3" fmla="*/ 503286 h 508048"/>
              <a:gd name="connsiteX4" fmla="*/ 0 w 494980"/>
              <a:gd name="connsiteY4" fmla="*/ 508048 h 508048"/>
              <a:gd name="connsiteX0" fmla="*/ 0 w 494567"/>
              <a:gd name="connsiteY0" fmla="*/ 508048 h 510430"/>
              <a:gd name="connsiteX1" fmla="*/ 1028 w 494567"/>
              <a:gd name="connsiteY1" fmla="*/ 17540 h 510430"/>
              <a:gd name="connsiteX2" fmla="*/ 494165 w 494567"/>
              <a:gd name="connsiteY2" fmla="*/ 21168 h 510430"/>
              <a:gd name="connsiteX3" fmla="*/ 492599 w 494567"/>
              <a:gd name="connsiteY3" fmla="*/ 510430 h 510430"/>
              <a:gd name="connsiteX4" fmla="*/ 0 w 494567"/>
              <a:gd name="connsiteY4" fmla="*/ 508048 h 510430"/>
              <a:gd name="connsiteX0" fmla="*/ 0 w 494395"/>
              <a:gd name="connsiteY0" fmla="*/ 508048 h 508048"/>
              <a:gd name="connsiteX1" fmla="*/ 1028 w 494395"/>
              <a:gd name="connsiteY1" fmla="*/ 17540 h 508048"/>
              <a:gd name="connsiteX2" fmla="*/ 494165 w 494395"/>
              <a:gd name="connsiteY2" fmla="*/ 21168 h 508048"/>
              <a:gd name="connsiteX3" fmla="*/ 487839 w 494395"/>
              <a:gd name="connsiteY3" fmla="*/ 503286 h 508048"/>
              <a:gd name="connsiteX4" fmla="*/ 0 w 494395"/>
              <a:gd name="connsiteY4" fmla="*/ 508048 h 508048"/>
              <a:gd name="connsiteX0" fmla="*/ 0 w 494986"/>
              <a:gd name="connsiteY0" fmla="*/ 508048 h 510430"/>
              <a:gd name="connsiteX1" fmla="*/ 1028 w 494986"/>
              <a:gd name="connsiteY1" fmla="*/ 17540 h 510430"/>
              <a:gd name="connsiteX2" fmla="*/ 494165 w 494986"/>
              <a:gd name="connsiteY2" fmla="*/ 21168 h 510430"/>
              <a:gd name="connsiteX3" fmla="*/ 494986 w 494986"/>
              <a:gd name="connsiteY3" fmla="*/ 510430 h 510430"/>
              <a:gd name="connsiteX4" fmla="*/ 0 w 494986"/>
              <a:gd name="connsiteY4" fmla="*/ 508048 h 510430"/>
              <a:gd name="connsiteX0" fmla="*/ 0 w 494986"/>
              <a:gd name="connsiteY0" fmla="*/ 510430 h 510430"/>
              <a:gd name="connsiteX1" fmla="*/ 1028 w 494986"/>
              <a:gd name="connsiteY1" fmla="*/ 17540 h 510430"/>
              <a:gd name="connsiteX2" fmla="*/ 494165 w 494986"/>
              <a:gd name="connsiteY2" fmla="*/ 21168 h 510430"/>
              <a:gd name="connsiteX3" fmla="*/ 494986 w 494986"/>
              <a:gd name="connsiteY3" fmla="*/ 510430 h 510430"/>
              <a:gd name="connsiteX4" fmla="*/ 0 w 494986"/>
              <a:gd name="connsiteY4" fmla="*/ 510430 h 510430"/>
              <a:gd name="connsiteX0" fmla="*/ 0 w 494986"/>
              <a:gd name="connsiteY0" fmla="*/ 492890 h 492890"/>
              <a:gd name="connsiteX1" fmla="*/ 1028 w 494986"/>
              <a:gd name="connsiteY1" fmla="*/ 0 h 492890"/>
              <a:gd name="connsiteX2" fmla="*/ 494165 w 494986"/>
              <a:gd name="connsiteY2" fmla="*/ 3628 h 492890"/>
              <a:gd name="connsiteX3" fmla="*/ 494986 w 494986"/>
              <a:gd name="connsiteY3" fmla="*/ 492890 h 492890"/>
              <a:gd name="connsiteX4" fmla="*/ 0 w 494986"/>
              <a:gd name="connsiteY4" fmla="*/ 492890 h 492890"/>
              <a:gd name="connsiteX0" fmla="*/ 0 w 494986"/>
              <a:gd name="connsiteY0" fmla="*/ 492890 h 492890"/>
              <a:gd name="connsiteX1" fmla="*/ 1028 w 494986"/>
              <a:gd name="connsiteY1" fmla="*/ 0 h 492890"/>
              <a:gd name="connsiteX2" fmla="*/ 494165 w 494986"/>
              <a:gd name="connsiteY2" fmla="*/ 3628 h 492890"/>
              <a:gd name="connsiteX3" fmla="*/ 494986 w 494986"/>
              <a:gd name="connsiteY3" fmla="*/ 492890 h 492890"/>
              <a:gd name="connsiteX4" fmla="*/ 0 w 494986"/>
              <a:gd name="connsiteY4" fmla="*/ 492890 h 492890"/>
              <a:gd name="connsiteX0" fmla="*/ 0 w 515236"/>
              <a:gd name="connsiteY0" fmla="*/ 1172681 h 1172681"/>
              <a:gd name="connsiteX1" fmla="*/ 1028 w 515236"/>
              <a:gd name="connsiteY1" fmla="*/ 679791 h 1172681"/>
              <a:gd name="connsiteX2" fmla="*/ 484637 w 515236"/>
              <a:gd name="connsiteY2" fmla="*/ 0 h 1172681"/>
              <a:gd name="connsiteX3" fmla="*/ 494165 w 515236"/>
              <a:gd name="connsiteY3" fmla="*/ 683419 h 1172681"/>
              <a:gd name="connsiteX4" fmla="*/ 494986 w 515236"/>
              <a:gd name="connsiteY4" fmla="*/ 1172681 h 1172681"/>
              <a:gd name="connsiteX5" fmla="*/ 0 w 515236"/>
              <a:gd name="connsiteY5" fmla="*/ 1172681 h 1172681"/>
              <a:gd name="connsiteX0" fmla="*/ 0 w 494986"/>
              <a:gd name="connsiteY0" fmla="*/ 1172681 h 1172681"/>
              <a:gd name="connsiteX1" fmla="*/ 1028 w 494986"/>
              <a:gd name="connsiteY1" fmla="*/ 679791 h 1172681"/>
              <a:gd name="connsiteX2" fmla="*/ 484637 w 494986"/>
              <a:gd name="connsiteY2" fmla="*/ 0 h 1172681"/>
              <a:gd name="connsiteX3" fmla="*/ 494165 w 494986"/>
              <a:gd name="connsiteY3" fmla="*/ 683419 h 1172681"/>
              <a:gd name="connsiteX4" fmla="*/ 494986 w 494986"/>
              <a:gd name="connsiteY4" fmla="*/ 1172681 h 1172681"/>
              <a:gd name="connsiteX5" fmla="*/ 0 w 494986"/>
              <a:gd name="connsiteY5" fmla="*/ 1172681 h 1172681"/>
              <a:gd name="connsiteX0" fmla="*/ 0 w 494986"/>
              <a:gd name="connsiteY0" fmla="*/ 1172681 h 1172681"/>
              <a:gd name="connsiteX1" fmla="*/ 1028 w 494986"/>
              <a:gd name="connsiteY1" fmla="*/ 679791 h 1172681"/>
              <a:gd name="connsiteX2" fmla="*/ 484637 w 494986"/>
              <a:gd name="connsiteY2" fmla="*/ 0 h 1172681"/>
              <a:gd name="connsiteX3" fmla="*/ 494165 w 494986"/>
              <a:gd name="connsiteY3" fmla="*/ 683419 h 1172681"/>
              <a:gd name="connsiteX4" fmla="*/ 494986 w 494986"/>
              <a:gd name="connsiteY4" fmla="*/ 1172681 h 1172681"/>
              <a:gd name="connsiteX5" fmla="*/ 0 w 494986"/>
              <a:gd name="connsiteY5" fmla="*/ 1172681 h 1172681"/>
              <a:gd name="connsiteX0" fmla="*/ 0 w 498285"/>
              <a:gd name="connsiteY0" fmla="*/ 1186969 h 1186969"/>
              <a:gd name="connsiteX1" fmla="*/ 1028 w 498285"/>
              <a:gd name="connsiteY1" fmla="*/ 694079 h 1186969"/>
              <a:gd name="connsiteX2" fmla="*/ 496546 w 498285"/>
              <a:gd name="connsiteY2" fmla="*/ 0 h 1186969"/>
              <a:gd name="connsiteX3" fmla="*/ 494165 w 498285"/>
              <a:gd name="connsiteY3" fmla="*/ 697707 h 1186969"/>
              <a:gd name="connsiteX4" fmla="*/ 494986 w 498285"/>
              <a:gd name="connsiteY4" fmla="*/ 1186969 h 1186969"/>
              <a:gd name="connsiteX5" fmla="*/ 0 w 498285"/>
              <a:gd name="connsiteY5" fmla="*/ 1186969 h 1186969"/>
              <a:gd name="connsiteX0" fmla="*/ 0 w 496228"/>
              <a:gd name="connsiteY0" fmla="*/ 1182208 h 1182208"/>
              <a:gd name="connsiteX1" fmla="*/ 1028 w 496228"/>
              <a:gd name="connsiteY1" fmla="*/ 689318 h 1182208"/>
              <a:gd name="connsiteX2" fmla="*/ 494165 w 496228"/>
              <a:gd name="connsiteY2" fmla="*/ 1 h 1182208"/>
              <a:gd name="connsiteX3" fmla="*/ 494165 w 496228"/>
              <a:gd name="connsiteY3" fmla="*/ 692946 h 1182208"/>
              <a:gd name="connsiteX4" fmla="*/ 494986 w 496228"/>
              <a:gd name="connsiteY4" fmla="*/ 1182208 h 1182208"/>
              <a:gd name="connsiteX5" fmla="*/ 0 w 496228"/>
              <a:gd name="connsiteY5" fmla="*/ 1182208 h 1182208"/>
              <a:gd name="connsiteX0" fmla="*/ 0 w 496228"/>
              <a:gd name="connsiteY0" fmla="*/ 1182207 h 1182207"/>
              <a:gd name="connsiteX1" fmla="*/ 1028 w 496228"/>
              <a:gd name="connsiteY1" fmla="*/ 689317 h 1182207"/>
              <a:gd name="connsiteX2" fmla="*/ 494165 w 496228"/>
              <a:gd name="connsiteY2" fmla="*/ 0 h 1182207"/>
              <a:gd name="connsiteX3" fmla="*/ 494165 w 496228"/>
              <a:gd name="connsiteY3" fmla="*/ 692945 h 1182207"/>
              <a:gd name="connsiteX4" fmla="*/ 494986 w 496228"/>
              <a:gd name="connsiteY4" fmla="*/ 1182207 h 1182207"/>
              <a:gd name="connsiteX5" fmla="*/ 0 w 496228"/>
              <a:gd name="connsiteY5" fmla="*/ 1182207 h 1182207"/>
              <a:gd name="connsiteX0" fmla="*/ 0 w 496228"/>
              <a:gd name="connsiteY0" fmla="*/ 1182207 h 1182207"/>
              <a:gd name="connsiteX1" fmla="*/ 1028 w 496228"/>
              <a:gd name="connsiteY1" fmla="*/ 689317 h 1182207"/>
              <a:gd name="connsiteX2" fmla="*/ 494165 w 496228"/>
              <a:gd name="connsiteY2" fmla="*/ 0 h 1182207"/>
              <a:gd name="connsiteX3" fmla="*/ 494165 w 496228"/>
              <a:gd name="connsiteY3" fmla="*/ 692945 h 1182207"/>
              <a:gd name="connsiteX4" fmla="*/ 494986 w 496228"/>
              <a:gd name="connsiteY4" fmla="*/ 1182207 h 1182207"/>
              <a:gd name="connsiteX5" fmla="*/ 0 w 496228"/>
              <a:gd name="connsiteY5" fmla="*/ 1182207 h 1182207"/>
              <a:gd name="connsiteX0" fmla="*/ 0 w 496228"/>
              <a:gd name="connsiteY0" fmla="*/ 1182207 h 1182207"/>
              <a:gd name="connsiteX1" fmla="*/ 1028 w 496228"/>
              <a:gd name="connsiteY1" fmla="*/ 689317 h 1182207"/>
              <a:gd name="connsiteX2" fmla="*/ 494165 w 496228"/>
              <a:gd name="connsiteY2" fmla="*/ 0 h 1182207"/>
              <a:gd name="connsiteX3" fmla="*/ 494165 w 496228"/>
              <a:gd name="connsiteY3" fmla="*/ 692945 h 1182207"/>
              <a:gd name="connsiteX4" fmla="*/ 494986 w 496228"/>
              <a:gd name="connsiteY4" fmla="*/ 1182207 h 1182207"/>
              <a:gd name="connsiteX5" fmla="*/ 0 w 496228"/>
              <a:gd name="connsiteY5" fmla="*/ 1182207 h 1182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228" h="1182207">
                <a:moveTo>
                  <a:pt x="0" y="1182207"/>
                </a:moveTo>
                <a:cubicBezTo>
                  <a:pt x="343" y="1018704"/>
                  <a:pt x="685" y="852820"/>
                  <a:pt x="1028" y="689317"/>
                </a:cubicBezTo>
                <a:cubicBezTo>
                  <a:pt x="56403" y="603011"/>
                  <a:pt x="404835" y="127982"/>
                  <a:pt x="494165" y="0"/>
                </a:cubicBezTo>
                <a:cubicBezTo>
                  <a:pt x="500157" y="141099"/>
                  <a:pt x="490856" y="594732"/>
                  <a:pt x="494165" y="692945"/>
                </a:cubicBezTo>
                <a:cubicBezTo>
                  <a:pt x="496023" y="853651"/>
                  <a:pt x="493128" y="1021501"/>
                  <a:pt x="494986" y="1182207"/>
                </a:cubicBezTo>
                <a:lnTo>
                  <a:pt x="0" y="1182207"/>
                </a:lnTo>
                <a:close/>
              </a:path>
            </a:pathLst>
          </a:custGeom>
          <a:pattFill prst="smConfetti">
            <a:fgClr>
              <a:schemeClr val="tx1"/>
            </a:fgClr>
            <a:bgClr>
              <a:schemeClr val="bg1"/>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Oval 304">
            <a:extLst>
              <a:ext uri="{FF2B5EF4-FFF2-40B4-BE49-F238E27FC236}">
                <a16:creationId xmlns:a16="http://schemas.microsoft.com/office/drawing/2014/main" id="{4A8BBCCD-B5BF-48DD-8126-A474AB04C35A}"/>
              </a:ext>
            </a:extLst>
          </p:cNvPr>
          <p:cNvSpPr>
            <a:spLocks noChangeAspect="1"/>
          </p:cNvSpPr>
          <p:nvPr/>
        </p:nvSpPr>
        <p:spPr>
          <a:xfrm>
            <a:off x="7289402" y="2722437"/>
            <a:ext cx="185214" cy="182880"/>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accent6"/>
                </a:solidFill>
              </a:rPr>
              <a:t>M</a:t>
            </a:r>
            <a:endParaRPr lang="en-US" sz="1200" dirty="0">
              <a:solidFill>
                <a:schemeClr val="accent6"/>
              </a:solidFill>
            </a:endParaRPr>
          </a:p>
        </p:txBody>
      </p:sp>
      <p:sp>
        <p:nvSpPr>
          <p:cNvPr id="155" name="Oval 154">
            <a:extLst>
              <a:ext uri="{FF2B5EF4-FFF2-40B4-BE49-F238E27FC236}">
                <a16:creationId xmlns:a16="http://schemas.microsoft.com/office/drawing/2014/main" id="{91E354EA-BEB1-4527-8D24-B5BEA9BC2590}"/>
              </a:ext>
            </a:extLst>
          </p:cNvPr>
          <p:cNvSpPr>
            <a:spLocks noChangeAspect="1"/>
          </p:cNvSpPr>
          <p:nvPr/>
        </p:nvSpPr>
        <p:spPr>
          <a:xfrm>
            <a:off x="7289563" y="2235057"/>
            <a:ext cx="185214" cy="182880"/>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accent6"/>
                </a:solidFill>
              </a:rPr>
              <a:t>2</a:t>
            </a:r>
            <a:endParaRPr lang="en-US" sz="1200" dirty="0">
              <a:solidFill>
                <a:schemeClr val="accent6"/>
              </a:solidFill>
            </a:endParaRPr>
          </a:p>
        </p:txBody>
      </p:sp>
      <p:sp>
        <p:nvSpPr>
          <p:cNvPr id="238" name="Oval 237">
            <a:extLst>
              <a:ext uri="{FF2B5EF4-FFF2-40B4-BE49-F238E27FC236}">
                <a16:creationId xmlns:a16="http://schemas.microsoft.com/office/drawing/2014/main" id="{FC805790-9817-40EC-BAAC-8AB10E2A4699}"/>
              </a:ext>
            </a:extLst>
          </p:cNvPr>
          <p:cNvSpPr>
            <a:spLocks noChangeAspect="1"/>
          </p:cNvSpPr>
          <p:nvPr/>
        </p:nvSpPr>
        <p:spPr>
          <a:xfrm>
            <a:off x="7781238" y="2227063"/>
            <a:ext cx="185214" cy="182880"/>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accent6"/>
                </a:solidFill>
              </a:rPr>
              <a:t>9</a:t>
            </a:r>
            <a:endParaRPr lang="en-US" sz="1200" dirty="0">
              <a:solidFill>
                <a:schemeClr val="accent6"/>
              </a:solidFill>
            </a:endParaRPr>
          </a:p>
        </p:txBody>
      </p:sp>
      <p:sp>
        <p:nvSpPr>
          <p:cNvPr id="170" name="Oval 169">
            <a:extLst>
              <a:ext uri="{FF2B5EF4-FFF2-40B4-BE49-F238E27FC236}">
                <a16:creationId xmlns:a16="http://schemas.microsoft.com/office/drawing/2014/main" id="{E7F3F1E6-7842-4DBF-93BE-E2D74FE936CD}"/>
              </a:ext>
            </a:extLst>
          </p:cNvPr>
          <p:cNvSpPr>
            <a:spLocks noChangeAspect="1"/>
          </p:cNvSpPr>
          <p:nvPr/>
        </p:nvSpPr>
        <p:spPr>
          <a:xfrm>
            <a:off x="7778884" y="2715464"/>
            <a:ext cx="185214" cy="182880"/>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accent6"/>
                </a:solidFill>
              </a:rPr>
              <a:t>1</a:t>
            </a:r>
            <a:endParaRPr lang="en-US" sz="1200" dirty="0">
              <a:solidFill>
                <a:schemeClr val="accent6"/>
              </a:solidFill>
            </a:endParaRPr>
          </a:p>
        </p:txBody>
      </p:sp>
      <p:sp>
        <p:nvSpPr>
          <p:cNvPr id="280" name="Oval 279">
            <a:extLst>
              <a:ext uri="{FF2B5EF4-FFF2-40B4-BE49-F238E27FC236}">
                <a16:creationId xmlns:a16="http://schemas.microsoft.com/office/drawing/2014/main" id="{0BE3F2BB-7EDF-471A-B090-9DA4CA90A05A}"/>
              </a:ext>
            </a:extLst>
          </p:cNvPr>
          <p:cNvSpPr>
            <a:spLocks noChangeAspect="1"/>
          </p:cNvSpPr>
          <p:nvPr/>
        </p:nvSpPr>
        <p:spPr>
          <a:xfrm>
            <a:off x="8452794" y="2719430"/>
            <a:ext cx="185214" cy="182880"/>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accent6"/>
                </a:solidFill>
              </a:rPr>
              <a:t>&amp;</a:t>
            </a:r>
            <a:endParaRPr lang="en-US" sz="1200" dirty="0">
              <a:solidFill>
                <a:schemeClr val="accent6"/>
              </a:solidFill>
            </a:endParaRPr>
          </a:p>
        </p:txBody>
      </p:sp>
      <p:sp>
        <p:nvSpPr>
          <p:cNvPr id="281" name="Oval 280">
            <a:extLst>
              <a:ext uri="{FF2B5EF4-FFF2-40B4-BE49-F238E27FC236}">
                <a16:creationId xmlns:a16="http://schemas.microsoft.com/office/drawing/2014/main" id="{2798E7B2-0B8F-4C08-A5D5-31C803420173}"/>
              </a:ext>
            </a:extLst>
          </p:cNvPr>
          <p:cNvSpPr/>
          <p:nvPr/>
        </p:nvSpPr>
        <p:spPr>
          <a:xfrm>
            <a:off x="9543551" y="3789293"/>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a:t>
            </a:r>
            <a:endParaRPr lang="en-US" dirty="0">
              <a:solidFill>
                <a:schemeClr val="accent6"/>
              </a:solidFill>
            </a:endParaRPr>
          </a:p>
        </p:txBody>
      </p:sp>
      <p:cxnSp>
        <p:nvCxnSpPr>
          <p:cNvPr id="282" name="Straight Arrow Connector 281">
            <a:extLst>
              <a:ext uri="{FF2B5EF4-FFF2-40B4-BE49-F238E27FC236}">
                <a16:creationId xmlns:a16="http://schemas.microsoft.com/office/drawing/2014/main" id="{527CA088-3E1E-4898-9CD1-3A7541A33A9F}"/>
              </a:ext>
            </a:extLst>
          </p:cNvPr>
          <p:cNvCxnSpPr>
            <a:cxnSpLocks/>
          </p:cNvCxnSpPr>
          <p:nvPr/>
        </p:nvCxnSpPr>
        <p:spPr>
          <a:xfrm rot="10800000" flipV="1">
            <a:off x="8083224" y="2865673"/>
            <a:ext cx="2743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3" name="Straight Arrow Connector 282">
            <a:extLst>
              <a:ext uri="{FF2B5EF4-FFF2-40B4-BE49-F238E27FC236}">
                <a16:creationId xmlns:a16="http://schemas.microsoft.com/office/drawing/2014/main" id="{46396496-E06D-4318-BF93-B2DBD36671E0}"/>
              </a:ext>
            </a:extLst>
          </p:cNvPr>
          <p:cNvCxnSpPr>
            <a:cxnSpLocks/>
          </p:cNvCxnSpPr>
          <p:nvPr/>
        </p:nvCxnSpPr>
        <p:spPr>
          <a:xfrm rot="2520000" flipV="1">
            <a:off x="8537965" y="3613135"/>
            <a:ext cx="44746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4" name="Straight Arrow Connector 283">
            <a:extLst>
              <a:ext uri="{FF2B5EF4-FFF2-40B4-BE49-F238E27FC236}">
                <a16:creationId xmlns:a16="http://schemas.microsoft.com/office/drawing/2014/main" id="{18FC43D3-9F04-4355-A795-865C3C4D68D2}"/>
              </a:ext>
            </a:extLst>
          </p:cNvPr>
          <p:cNvCxnSpPr>
            <a:cxnSpLocks/>
          </p:cNvCxnSpPr>
          <p:nvPr/>
        </p:nvCxnSpPr>
        <p:spPr>
          <a:xfrm rot="13380000" flipV="1">
            <a:off x="8828674" y="3372285"/>
            <a:ext cx="44746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5" name="Straight Arrow Connector 284">
            <a:extLst>
              <a:ext uri="{FF2B5EF4-FFF2-40B4-BE49-F238E27FC236}">
                <a16:creationId xmlns:a16="http://schemas.microsoft.com/office/drawing/2014/main" id="{E596DEF5-8804-42F6-8440-2F48D3183EF0}"/>
              </a:ext>
            </a:extLst>
          </p:cNvPr>
          <p:cNvCxnSpPr>
            <a:cxnSpLocks/>
          </p:cNvCxnSpPr>
          <p:nvPr/>
        </p:nvCxnSpPr>
        <p:spPr>
          <a:xfrm rot="7140000" flipH="1">
            <a:off x="9408853" y="4129491"/>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6" name="Straight Arrow Connector 285">
            <a:extLst>
              <a:ext uri="{FF2B5EF4-FFF2-40B4-BE49-F238E27FC236}">
                <a16:creationId xmlns:a16="http://schemas.microsoft.com/office/drawing/2014/main" id="{12C3EBD9-2D9A-435F-BE98-FD7715BB7F2B}"/>
              </a:ext>
            </a:extLst>
          </p:cNvPr>
          <p:cNvCxnSpPr>
            <a:cxnSpLocks/>
          </p:cNvCxnSpPr>
          <p:nvPr/>
        </p:nvCxnSpPr>
        <p:spPr>
          <a:xfrm rot="10800000" flipH="1">
            <a:off x="7544335" y="2192280"/>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7" name="Straight Arrow Connector 286">
            <a:extLst>
              <a:ext uri="{FF2B5EF4-FFF2-40B4-BE49-F238E27FC236}">
                <a16:creationId xmlns:a16="http://schemas.microsoft.com/office/drawing/2014/main" id="{7B73A963-C862-4098-8695-F72203227226}"/>
              </a:ext>
            </a:extLst>
          </p:cNvPr>
          <p:cNvCxnSpPr>
            <a:cxnSpLocks/>
          </p:cNvCxnSpPr>
          <p:nvPr/>
        </p:nvCxnSpPr>
        <p:spPr>
          <a:xfrm flipH="1">
            <a:off x="7530046" y="2924434"/>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08319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2" name="Group 251">
            <a:extLst>
              <a:ext uri="{FF2B5EF4-FFF2-40B4-BE49-F238E27FC236}">
                <a16:creationId xmlns:a16="http://schemas.microsoft.com/office/drawing/2014/main" id="{3FD7EEEF-3529-4A48-AD2B-C975FF0DD39E}"/>
              </a:ext>
            </a:extLst>
          </p:cNvPr>
          <p:cNvGrpSpPr/>
          <p:nvPr/>
        </p:nvGrpSpPr>
        <p:grpSpPr>
          <a:xfrm>
            <a:off x="418305" y="747246"/>
            <a:ext cx="2325597" cy="1338636"/>
            <a:chOff x="318136" y="1316095"/>
            <a:chExt cx="1776224" cy="1399494"/>
          </a:xfrm>
        </p:grpSpPr>
        <p:sp>
          <p:nvSpPr>
            <p:cNvPr id="265" name="Rectangle 264">
              <a:extLst>
                <a:ext uri="{FF2B5EF4-FFF2-40B4-BE49-F238E27FC236}">
                  <a16:creationId xmlns:a16="http://schemas.microsoft.com/office/drawing/2014/main" id="{5D9919B7-BDC0-4F4F-B243-ADB954D1BC7D}"/>
                </a:ext>
              </a:extLst>
            </p:cNvPr>
            <p:cNvSpPr/>
            <p:nvPr/>
          </p:nvSpPr>
          <p:spPr>
            <a:xfrm rot="5400000">
              <a:off x="506501" y="1127730"/>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67" name="Straight Arrow Connector 266">
              <a:extLst>
                <a:ext uri="{FF2B5EF4-FFF2-40B4-BE49-F238E27FC236}">
                  <a16:creationId xmlns:a16="http://schemas.microsoft.com/office/drawing/2014/main" id="{062326DE-29F4-4128-8063-0B1520C23852}"/>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8" name="Straight Arrow Connector 267">
              <a:extLst>
                <a:ext uri="{FF2B5EF4-FFF2-40B4-BE49-F238E27FC236}">
                  <a16:creationId xmlns:a16="http://schemas.microsoft.com/office/drawing/2014/main" id="{EBD747DF-6F21-4AD4-803D-624B37980DDB}"/>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9" name="Straight Arrow Connector 268">
              <a:extLst>
                <a:ext uri="{FF2B5EF4-FFF2-40B4-BE49-F238E27FC236}">
                  <a16:creationId xmlns:a16="http://schemas.microsoft.com/office/drawing/2014/main" id="{7E3F25D0-7679-44D0-B9E9-9851092A28DE}"/>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53" name="Group 252">
            <a:extLst>
              <a:ext uri="{FF2B5EF4-FFF2-40B4-BE49-F238E27FC236}">
                <a16:creationId xmlns:a16="http://schemas.microsoft.com/office/drawing/2014/main" id="{2374E498-73CE-47F1-8271-78A7F34DEAC2}"/>
              </a:ext>
            </a:extLst>
          </p:cNvPr>
          <p:cNvGrpSpPr/>
          <p:nvPr/>
        </p:nvGrpSpPr>
        <p:grpSpPr>
          <a:xfrm>
            <a:off x="417944" y="2637806"/>
            <a:ext cx="2325597" cy="1774127"/>
            <a:chOff x="318136" y="1316090"/>
            <a:chExt cx="1776224" cy="1399494"/>
          </a:xfrm>
        </p:grpSpPr>
        <p:sp>
          <p:nvSpPr>
            <p:cNvPr id="260" name="Rectangle 259">
              <a:extLst>
                <a:ext uri="{FF2B5EF4-FFF2-40B4-BE49-F238E27FC236}">
                  <a16:creationId xmlns:a16="http://schemas.microsoft.com/office/drawing/2014/main" id="{29514B38-0EFA-4A78-8535-F699CE69EA4D}"/>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61" name="Straight Arrow Connector 260">
              <a:extLst>
                <a:ext uri="{FF2B5EF4-FFF2-40B4-BE49-F238E27FC236}">
                  <a16:creationId xmlns:a16="http://schemas.microsoft.com/office/drawing/2014/main" id="{AA6842D4-9767-4970-A599-1150CFA35DE7}"/>
                </a:ext>
              </a:extLst>
            </p:cNvPr>
            <p:cNvCxnSpPr>
              <a:cxnSpLocks/>
            </p:cNvCxnSpPr>
            <p:nvPr/>
          </p:nvCxnSpPr>
          <p:spPr>
            <a:xfrm rot="16200000" flipV="1">
              <a:off x="1817079" y="1939226"/>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2" name="Straight Arrow Connector 261">
              <a:extLst>
                <a:ext uri="{FF2B5EF4-FFF2-40B4-BE49-F238E27FC236}">
                  <a16:creationId xmlns:a16="http://schemas.microsoft.com/office/drawing/2014/main" id="{59B9B561-5039-439D-82F6-0D8FF3951E7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3" name="Straight Arrow Connector 262">
              <a:extLst>
                <a:ext uri="{FF2B5EF4-FFF2-40B4-BE49-F238E27FC236}">
                  <a16:creationId xmlns:a16="http://schemas.microsoft.com/office/drawing/2014/main" id="{12A0B741-8CE6-49B3-94E9-822F86E57B44}"/>
                </a:ext>
              </a:extLst>
            </p:cNvPr>
            <p:cNvCxnSpPr>
              <a:cxnSpLocks/>
            </p:cNvCxnSpPr>
            <p:nvPr/>
          </p:nvCxnSpPr>
          <p:spPr>
            <a:xfrm rot="5400000" flipV="1">
              <a:off x="162586"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4" name="Straight Arrow Connector 263">
              <a:extLst>
                <a:ext uri="{FF2B5EF4-FFF2-40B4-BE49-F238E27FC236}">
                  <a16:creationId xmlns:a16="http://schemas.microsoft.com/office/drawing/2014/main" id="{A61BABD6-ABBA-4CDA-8C92-04AE4F0F25F1}"/>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54" name="Group 253">
            <a:extLst>
              <a:ext uri="{FF2B5EF4-FFF2-40B4-BE49-F238E27FC236}">
                <a16:creationId xmlns:a16="http://schemas.microsoft.com/office/drawing/2014/main" id="{168685E4-FB57-4593-90FE-4BAE72C0E41B}"/>
              </a:ext>
            </a:extLst>
          </p:cNvPr>
          <p:cNvGrpSpPr/>
          <p:nvPr/>
        </p:nvGrpSpPr>
        <p:grpSpPr>
          <a:xfrm>
            <a:off x="417944" y="4411934"/>
            <a:ext cx="2325597" cy="1832347"/>
            <a:chOff x="318136" y="1316090"/>
            <a:chExt cx="1776224" cy="1399494"/>
          </a:xfrm>
        </p:grpSpPr>
        <p:sp>
          <p:nvSpPr>
            <p:cNvPr id="255" name="Rectangle 254">
              <a:extLst>
                <a:ext uri="{FF2B5EF4-FFF2-40B4-BE49-F238E27FC236}">
                  <a16:creationId xmlns:a16="http://schemas.microsoft.com/office/drawing/2014/main" id="{C96C5F7A-8062-4C64-A47C-3C0EA1F4A9A1}"/>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56" name="Straight Arrow Connector 255">
              <a:extLst>
                <a:ext uri="{FF2B5EF4-FFF2-40B4-BE49-F238E27FC236}">
                  <a16:creationId xmlns:a16="http://schemas.microsoft.com/office/drawing/2014/main" id="{D8AF5737-5F69-498D-8244-E2D92D7822AF}"/>
                </a:ext>
              </a:extLst>
            </p:cNvPr>
            <p:cNvCxnSpPr>
              <a:cxnSpLocks/>
            </p:cNvCxnSpPr>
            <p:nvPr/>
          </p:nvCxnSpPr>
          <p:spPr>
            <a:xfrm rot="16200000" flipV="1">
              <a:off x="1806122" y="19669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7" name="Straight Arrow Connector 256">
              <a:extLst>
                <a:ext uri="{FF2B5EF4-FFF2-40B4-BE49-F238E27FC236}">
                  <a16:creationId xmlns:a16="http://schemas.microsoft.com/office/drawing/2014/main" id="{5C960DAB-7576-41DE-91BF-93767C394DE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8" name="Straight Arrow Connector 257">
              <a:extLst>
                <a:ext uri="{FF2B5EF4-FFF2-40B4-BE49-F238E27FC236}">
                  <a16:creationId xmlns:a16="http://schemas.microsoft.com/office/drawing/2014/main" id="{7EEEDC97-ACA7-4FAC-A842-F4841C135DD6}"/>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9" name="Straight Arrow Connector 258">
              <a:extLst>
                <a:ext uri="{FF2B5EF4-FFF2-40B4-BE49-F238E27FC236}">
                  <a16:creationId xmlns:a16="http://schemas.microsoft.com/office/drawing/2014/main" id="{962A0292-9F9F-435D-99E1-7D79EC4F2272}"/>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 name="Título 1">
            <a:extLst>
              <a:ext uri="{FF2B5EF4-FFF2-40B4-BE49-F238E27FC236}">
                <a16:creationId xmlns:a16="http://schemas.microsoft.com/office/drawing/2014/main" id="{D5503A07-0117-4081-A30C-D1624E0122FE}"/>
              </a:ext>
            </a:extLst>
          </p:cNvPr>
          <p:cNvSpPr>
            <a:spLocks noGrp="1"/>
          </p:cNvSpPr>
          <p:nvPr>
            <p:ph type="title"/>
          </p:nvPr>
        </p:nvSpPr>
        <p:spPr/>
        <p:txBody>
          <a:bodyPr/>
          <a:lstStyle/>
          <a:p>
            <a:r>
              <a:rPr lang="en-US" dirty="0"/>
              <a:t>Mesh Example – Edge 11</a:t>
            </a:r>
          </a:p>
        </p:txBody>
      </p:sp>
      <p:grpSp>
        <p:nvGrpSpPr>
          <p:cNvPr id="234" name="Group 233">
            <a:extLst>
              <a:ext uri="{FF2B5EF4-FFF2-40B4-BE49-F238E27FC236}">
                <a16:creationId xmlns:a16="http://schemas.microsoft.com/office/drawing/2014/main" id="{F7373373-5128-40BF-BC7C-67477999153F}"/>
              </a:ext>
            </a:extLst>
          </p:cNvPr>
          <p:cNvGrpSpPr/>
          <p:nvPr/>
        </p:nvGrpSpPr>
        <p:grpSpPr>
          <a:xfrm>
            <a:off x="2731060" y="747240"/>
            <a:ext cx="2325597" cy="1832347"/>
            <a:chOff x="318136" y="1316090"/>
            <a:chExt cx="1776224" cy="1399494"/>
          </a:xfrm>
        </p:grpSpPr>
        <p:sp>
          <p:nvSpPr>
            <p:cNvPr id="247" name="Rectangle 246">
              <a:extLst>
                <a:ext uri="{FF2B5EF4-FFF2-40B4-BE49-F238E27FC236}">
                  <a16:creationId xmlns:a16="http://schemas.microsoft.com/office/drawing/2014/main" id="{D45BF7AA-566D-466E-A2CE-54C10DF71D1A}"/>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48" name="Straight Arrow Connector 247">
              <a:extLst>
                <a:ext uri="{FF2B5EF4-FFF2-40B4-BE49-F238E27FC236}">
                  <a16:creationId xmlns:a16="http://schemas.microsoft.com/office/drawing/2014/main" id="{A44ED70F-1AE5-40BA-934F-F803D3CDE5F3}"/>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9" name="Straight Arrow Connector 248">
              <a:extLst>
                <a:ext uri="{FF2B5EF4-FFF2-40B4-BE49-F238E27FC236}">
                  <a16:creationId xmlns:a16="http://schemas.microsoft.com/office/drawing/2014/main" id="{7B762EFC-714F-4236-8963-00B77C457FF8}"/>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0" name="Straight Arrow Connector 249">
              <a:extLst>
                <a:ext uri="{FF2B5EF4-FFF2-40B4-BE49-F238E27FC236}">
                  <a16:creationId xmlns:a16="http://schemas.microsoft.com/office/drawing/2014/main" id="{DBCEC684-5407-43F1-B0B6-BA7F5753A16A}"/>
                </a:ext>
              </a:extLst>
            </p:cNvPr>
            <p:cNvCxnSpPr>
              <a:cxnSpLocks/>
            </p:cNvCxnSpPr>
            <p:nvPr/>
          </p:nvCxnSpPr>
          <p:spPr>
            <a:xfrm rot="6000000" flipV="1">
              <a:off x="304380" y="196308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1" name="Straight Arrow Connector 250">
              <a:extLst>
                <a:ext uri="{FF2B5EF4-FFF2-40B4-BE49-F238E27FC236}">
                  <a16:creationId xmlns:a16="http://schemas.microsoft.com/office/drawing/2014/main" id="{BFE955E4-AC4D-4FA9-8DD0-7631C5985B45}"/>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35" name="Group 234">
            <a:extLst>
              <a:ext uri="{FF2B5EF4-FFF2-40B4-BE49-F238E27FC236}">
                <a16:creationId xmlns:a16="http://schemas.microsoft.com/office/drawing/2014/main" id="{60BDC115-0567-4C94-8188-43F0FA243DB4}"/>
              </a:ext>
            </a:extLst>
          </p:cNvPr>
          <p:cNvGrpSpPr/>
          <p:nvPr/>
        </p:nvGrpSpPr>
        <p:grpSpPr>
          <a:xfrm>
            <a:off x="2730699" y="2579587"/>
            <a:ext cx="2325597" cy="1832347"/>
            <a:chOff x="318136" y="1316090"/>
            <a:chExt cx="1776224" cy="1399494"/>
          </a:xfrm>
        </p:grpSpPr>
        <p:sp>
          <p:nvSpPr>
            <p:cNvPr id="242" name="Rectangle 241">
              <a:extLst>
                <a:ext uri="{FF2B5EF4-FFF2-40B4-BE49-F238E27FC236}">
                  <a16:creationId xmlns:a16="http://schemas.microsoft.com/office/drawing/2014/main" id="{A55BD290-DD98-4A88-AECD-679E6CEBC6C5}"/>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44" name="Straight Arrow Connector 243">
              <a:extLst>
                <a:ext uri="{FF2B5EF4-FFF2-40B4-BE49-F238E27FC236}">
                  <a16:creationId xmlns:a16="http://schemas.microsoft.com/office/drawing/2014/main" id="{4B582994-9247-430E-AA5B-3124734F530C}"/>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6" name="Straight Arrow Connector 245">
              <a:extLst>
                <a:ext uri="{FF2B5EF4-FFF2-40B4-BE49-F238E27FC236}">
                  <a16:creationId xmlns:a16="http://schemas.microsoft.com/office/drawing/2014/main" id="{3D4822F1-FD86-4865-9FEE-D31F7D8893EC}"/>
                </a:ext>
              </a:extLst>
            </p:cNvPr>
            <p:cNvCxnSpPr>
              <a:cxnSpLocks/>
            </p:cNvCxnSpPr>
            <p:nvPr/>
          </p:nvCxnSpPr>
          <p:spPr>
            <a:xfrm rot="10800000" flipV="1">
              <a:off x="974623" y="1362644"/>
              <a:ext cx="2863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5" name="Straight Arrow Connector 244">
              <a:extLst>
                <a:ext uri="{FF2B5EF4-FFF2-40B4-BE49-F238E27FC236}">
                  <a16:creationId xmlns:a16="http://schemas.microsoft.com/office/drawing/2014/main" id="{902A780F-47D6-4181-9248-1E030BC97FAB}"/>
                </a:ext>
              </a:extLst>
            </p:cNvPr>
            <p:cNvCxnSpPr>
              <a:cxnSpLocks/>
            </p:cNvCxnSpPr>
            <p:nvPr/>
          </p:nvCxnSpPr>
          <p:spPr>
            <a:xfrm rot="6420000" flipV="1">
              <a:off x="499935" y="1907509"/>
              <a:ext cx="27935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36" name="Group 235">
            <a:extLst>
              <a:ext uri="{FF2B5EF4-FFF2-40B4-BE49-F238E27FC236}">
                <a16:creationId xmlns:a16="http://schemas.microsoft.com/office/drawing/2014/main" id="{F0D814B7-1684-4AAB-8FD8-B5C2394F4DE9}"/>
              </a:ext>
            </a:extLst>
          </p:cNvPr>
          <p:cNvGrpSpPr/>
          <p:nvPr/>
        </p:nvGrpSpPr>
        <p:grpSpPr>
          <a:xfrm>
            <a:off x="2730699" y="4411934"/>
            <a:ext cx="2325597" cy="1832347"/>
            <a:chOff x="318136" y="1316090"/>
            <a:chExt cx="1776224" cy="1399494"/>
          </a:xfrm>
        </p:grpSpPr>
        <p:sp>
          <p:nvSpPr>
            <p:cNvPr id="237" name="Rectangle 236">
              <a:extLst>
                <a:ext uri="{FF2B5EF4-FFF2-40B4-BE49-F238E27FC236}">
                  <a16:creationId xmlns:a16="http://schemas.microsoft.com/office/drawing/2014/main" id="{A460903A-ADBE-4AE8-9634-74421E1E4421}"/>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39" name="Straight Arrow Connector 238">
              <a:extLst>
                <a:ext uri="{FF2B5EF4-FFF2-40B4-BE49-F238E27FC236}">
                  <a16:creationId xmlns:a16="http://schemas.microsoft.com/office/drawing/2014/main" id="{65198430-3E18-406C-8B8C-777D03F28335}"/>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0" name="Straight Arrow Connector 239">
              <a:extLst>
                <a:ext uri="{FF2B5EF4-FFF2-40B4-BE49-F238E27FC236}">
                  <a16:creationId xmlns:a16="http://schemas.microsoft.com/office/drawing/2014/main" id="{46E2307C-2A7F-45FA-87E7-07959D55C615}"/>
                </a:ext>
              </a:extLst>
            </p:cNvPr>
            <p:cNvCxnSpPr>
              <a:cxnSpLocks/>
            </p:cNvCxnSpPr>
            <p:nvPr/>
          </p:nvCxnSpPr>
          <p:spPr>
            <a:xfrm rot="5400000" flipV="1">
              <a:off x="1747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1" name="Straight Arrow Connector 240">
              <a:extLst>
                <a:ext uri="{FF2B5EF4-FFF2-40B4-BE49-F238E27FC236}">
                  <a16:creationId xmlns:a16="http://schemas.microsoft.com/office/drawing/2014/main" id="{D96B0CD2-81A0-48F7-809D-5ADB6F2EB233}"/>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2" name="Group 201">
            <a:extLst>
              <a:ext uri="{FF2B5EF4-FFF2-40B4-BE49-F238E27FC236}">
                <a16:creationId xmlns:a16="http://schemas.microsoft.com/office/drawing/2014/main" id="{1FED2BCD-D4E8-455B-9353-9E7E8A0EA52D}"/>
              </a:ext>
            </a:extLst>
          </p:cNvPr>
          <p:cNvGrpSpPr/>
          <p:nvPr/>
        </p:nvGrpSpPr>
        <p:grpSpPr>
          <a:xfrm>
            <a:off x="5056295" y="747240"/>
            <a:ext cx="2325596" cy="1832347"/>
            <a:chOff x="318136" y="1316090"/>
            <a:chExt cx="1776224" cy="1399494"/>
          </a:xfrm>
        </p:grpSpPr>
        <p:sp>
          <p:nvSpPr>
            <p:cNvPr id="229" name="Rectangle 228">
              <a:extLst>
                <a:ext uri="{FF2B5EF4-FFF2-40B4-BE49-F238E27FC236}">
                  <a16:creationId xmlns:a16="http://schemas.microsoft.com/office/drawing/2014/main" id="{8062F188-9BE3-40CF-BAFD-CAFFAA11E452}"/>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30" name="Straight Arrow Connector 229">
              <a:extLst>
                <a:ext uri="{FF2B5EF4-FFF2-40B4-BE49-F238E27FC236}">
                  <a16:creationId xmlns:a16="http://schemas.microsoft.com/office/drawing/2014/main" id="{AECCFD08-25A0-4B03-BDFA-20BA8FF313FC}"/>
                </a:ext>
              </a:extLst>
            </p:cNvPr>
            <p:cNvCxnSpPr>
              <a:cxnSpLocks/>
            </p:cNvCxnSpPr>
            <p:nvPr/>
          </p:nvCxnSpPr>
          <p:spPr>
            <a:xfrm rot="16200000" flipV="1">
              <a:off x="1820678"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1" name="Straight Arrow Connector 230">
              <a:extLst>
                <a:ext uri="{FF2B5EF4-FFF2-40B4-BE49-F238E27FC236}">
                  <a16:creationId xmlns:a16="http://schemas.microsoft.com/office/drawing/2014/main" id="{0DA57120-F429-4DEB-938E-5891BD3AB37A}"/>
                </a:ext>
              </a:extLst>
            </p:cNvPr>
            <p:cNvCxnSpPr>
              <a:cxnSpLocks/>
            </p:cNvCxnSpPr>
            <p:nvPr/>
          </p:nvCxnSpPr>
          <p:spPr>
            <a:xfrm flipV="1">
              <a:off x="990195" y="2468781"/>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2" name="Straight Arrow Connector 231">
              <a:extLst>
                <a:ext uri="{FF2B5EF4-FFF2-40B4-BE49-F238E27FC236}">
                  <a16:creationId xmlns:a16="http://schemas.microsoft.com/office/drawing/2014/main" id="{B009FEAE-5938-441C-8B45-BB35D02B5936}"/>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3" name="Straight Arrow Connector 232">
              <a:extLst>
                <a:ext uri="{FF2B5EF4-FFF2-40B4-BE49-F238E27FC236}">
                  <a16:creationId xmlns:a16="http://schemas.microsoft.com/office/drawing/2014/main" id="{6C37DEE2-659F-4F10-B9B0-3D74816AB67D}"/>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3" name="Group 202">
            <a:extLst>
              <a:ext uri="{FF2B5EF4-FFF2-40B4-BE49-F238E27FC236}">
                <a16:creationId xmlns:a16="http://schemas.microsoft.com/office/drawing/2014/main" id="{BFB941BD-1D2C-46FE-8DEF-5C3E07E24822}"/>
              </a:ext>
            </a:extLst>
          </p:cNvPr>
          <p:cNvGrpSpPr/>
          <p:nvPr/>
        </p:nvGrpSpPr>
        <p:grpSpPr>
          <a:xfrm>
            <a:off x="5055934" y="2579587"/>
            <a:ext cx="2325596" cy="1832347"/>
            <a:chOff x="318136" y="1316090"/>
            <a:chExt cx="1776224" cy="1399494"/>
          </a:xfrm>
        </p:grpSpPr>
        <p:sp>
          <p:nvSpPr>
            <p:cNvPr id="224" name="Rectangle 223">
              <a:extLst>
                <a:ext uri="{FF2B5EF4-FFF2-40B4-BE49-F238E27FC236}">
                  <a16:creationId xmlns:a16="http://schemas.microsoft.com/office/drawing/2014/main" id="{623EBB0C-A58E-4601-B1A7-48655AB8B6F6}"/>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25" name="Straight Arrow Connector 224">
              <a:extLst>
                <a:ext uri="{FF2B5EF4-FFF2-40B4-BE49-F238E27FC236}">
                  <a16:creationId xmlns:a16="http://schemas.microsoft.com/office/drawing/2014/main" id="{AF7D7B31-F9B6-4A27-ADBE-BBC2C64079F8}"/>
                </a:ext>
              </a:extLst>
            </p:cNvPr>
            <p:cNvCxnSpPr>
              <a:cxnSpLocks/>
            </p:cNvCxnSpPr>
            <p:nvPr/>
          </p:nvCxnSpPr>
          <p:spPr>
            <a:xfrm rot="16200000" flipV="1">
              <a:off x="1820667" y="201088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6" name="Straight Arrow Connector 225">
              <a:extLst>
                <a:ext uri="{FF2B5EF4-FFF2-40B4-BE49-F238E27FC236}">
                  <a16:creationId xmlns:a16="http://schemas.microsoft.com/office/drawing/2014/main" id="{1BC8CB39-5C2E-4BD9-AEF5-84CAECEDD1FB}"/>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8" name="Straight Arrow Connector 227">
              <a:extLst>
                <a:ext uri="{FF2B5EF4-FFF2-40B4-BE49-F238E27FC236}">
                  <a16:creationId xmlns:a16="http://schemas.microsoft.com/office/drawing/2014/main" id="{54F98CCC-B28F-4ED5-A2B4-D2E5C46355CB}"/>
                </a:ext>
              </a:extLst>
            </p:cNvPr>
            <p:cNvCxnSpPr>
              <a:cxnSpLocks/>
            </p:cNvCxnSpPr>
            <p:nvPr/>
          </p:nvCxnSpPr>
          <p:spPr>
            <a:xfrm rot="10800000" flipV="1">
              <a:off x="990195" y="1537695"/>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4" name="Group 203">
            <a:extLst>
              <a:ext uri="{FF2B5EF4-FFF2-40B4-BE49-F238E27FC236}">
                <a16:creationId xmlns:a16="http://schemas.microsoft.com/office/drawing/2014/main" id="{55506D04-7782-418C-AC99-5FB405335414}"/>
              </a:ext>
            </a:extLst>
          </p:cNvPr>
          <p:cNvGrpSpPr/>
          <p:nvPr/>
        </p:nvGrpSpPr>
        <p:grpSpPr>
          <a:xfrm>
            <a:off x="5055934" y="4411934"/>
            <a:ext cx="2325596" cy="1832347"/>
            <a:chOff x="318136" y="1316090"/>
            <a:chExt cx="1776224" cy="1399494"/>
          </a:xfrm>
        </p:grpSpPr>
        <p:sp>
          <p:nvSpPr>
            <p:cNvPr id="219" name="Rectangle 218">
              <a:extLst>
                <a:ext uri="{FF2B5EF4-FFF2-40B4-BE49-F238E27FC236}">
                  <a16:creationId xmlns:a16="http://schemas.microsoft.com/office/drawing/2014/main" id="{056883D2-AE14-41D7-92E9-A43358CF3C34}"/>
                </a:ext>
              </a:extLst>
            </p:cNvPr>
            <p:cNvSpPr/>
            <p:nvPr/>
          </p:nvSpPr>
          <p:spPr>
            <a:xfrm rot="5400000">
              <a:off x="506501" y="1127725"/>
              <a:ext cx="1399494" cy="1776224"/>
            </a:xfrm>
            <a:prstGeom prst="rect">
              <a:avLst/>
            </a:pr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20" name="Straight Arrow Connector 219">
              <a:extLst>
                <a:ext uri="{FF2B5EF4-FFF2-40B4-BE49-F238E27FC236}">
                  <a16:creationId xmlns:a16="http://schemas.microsoft.com/office/drawing/2014/main" id="{6668B10C-D061-47E8-9076-42FCD480CD97}"/>
                </a:ext>
              </a:extLst>
            </p:cNvPr>
            <p:cNvCxnSpPr>
              <a:cxnSpLocks/>
            </p:cNvCxnSpPr>
            <p:nvPr/>
          </p:nvCxnSpPr>
          <p:spPr>
            <a:xfrm rot="16200000" flipV="1">
              <a:off x="1777022" y="195729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1" name="Straight Arrow Connector 220">
              <a:extLst>
                <a:ext uri="{FF2B5EF4-FFF2-40B4-BE49-F238E27FC236}">
                  <a16:creationId xmlns:a16="http://schemas.microsoft.com/office/drawing/2014/main" id="{B01960BF-C5CF-421D-81DC-3B08440D9FB7}"/>
                </a:ext>
              </a:extLst>
            </p:cNvPr>
            <p:cNvCxnSpPr>
              <a:cxnSpLocks/>
            </p:cNvCxnSpPr>
            <p:nvPr/>
          </p:nvCxnSpPr>
          <p:spPr>
            <a:xfrm flipV="1">
              <a:off x="990195" y="263065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3" name="Straight Arrow Connector 222">
              <a:extLst>
                <a:ext uri="{FF2B5EF4-FFF2-40B4-BE49-F238E27FC236}">
                  <a16:creationId xmlns:a16="http://schemas.microsoft.com/office/drawing/2014/main" id="{97B2D6FA-CFFD-4FE9-B230-5E2A3FEBD5B2}"/>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5" name="Group 204">
            <a:extLst>
              <a:ext uri="{FF2B5EF4-FFF2-40B4-BE49-F238E27FC236}">
                <a16:creationId xmlns:a16="http://schemas.microsoft.com/office/drawing/2014/main" id="{113A97E4-1B9B-4884-BB1D-1A0CAF96BA58}"/>
              </a:ext>
            </a:extLst>
          </p:cNvPr>
          <p:cNvGrpSpPr/>
          <p:nvPr/>
        </p:nvGrpSpPr>
        <p:grpSpPr>
          <a:xfrm>
            <a:off x="7868863" y="743305"/>
            <a:ext cx="1841880" cy="1576696"/>
            <a:chOff x="321584" y="1316088"/>
            <a:chExt cx="1776403" cy="1399494"/>
          </a:xfrm>
        </p:grpSpPr>
        <p:sp>
          <p:nvSpPr>
            <p:cNvPr id="214" name="Rectangle 213">
              <a:extLst>
                <a:ext uri="{FF2B5EF4-FFF2-40B4-BE49-F238E27FC236}">
                  <a16:creationId xmlns:a16="http://schemas.microsoft.com/office/drawing/2014/main" id="{C0C77131-5AB4-4F13-A30C-6BB1B3200A48}"/>
                </a:ext>
              </a:extLst>
            </p:cNvPr>
            <p:cNvSpPr/>
            <p:nvPr/>
          </p:nvSpPr>
          <p:spPr>
            <a:xfrm rot="5400000">
              <a:off x="510039" y="1127633"/>
              <a:ext cx="1399494" cy="1776403"/>
            </a:xfrm>
            <a:custGeom>
              <a:avLst/>
              <a:gdLst>
                <a:gd name="connsiteX0" fmla="*/ 0 w 1576696"/>
                <a:gd name="connsiteY0" fmla="*/ 0 h 1841693"/>
                <a:gd name="connsiteX1" fmla="*/ 1576696 w 1576696"/>
                <a:gd name="connsiteY1" fmla="*/ 0 h 1841693"/>
                <a:gd name="connsiteX2" fmla="*/ 1576696 w 1576696"/>
                <a:gd name="connsiteY2" fmla="*/ 1841693 h 1841693"/>
                <a:gd name="connsiteX3" fmla="*/ 0 w 1576696"/>
                <a:gd name="connsiteY3" fmla="*/ 1841693 h 1841693"/>
                <a:gd name="connsiteX4" fmla="*/ 0 w 1576696"/>
                <a:gd name="connsiteY4" fmla="*/ 0 h 1841693"/>
                <a:gd name="connsiteX0" fmla="*/ 4766 w 1576696"/>
                <a:gd name="connsiteY0" fmla="*/ 261938 h 1841693"/>
                <a:gd name="connsiteX1" fmla="*/ 1576696 w 1576696"/>
                <a:gd name="connsiteY1" fmla="*/ 0 h 1841693"/>
                <a:gd name="connsiteX2" fmla="*/ 1576696 w 1576696"/>
                <a:gd name="connsiteY2" fmla="*/ 1841693 h 1841693"/>
                <a:gd name="connsiteX3" fmla="*/ 0 w 1576696"/>
                <a:gd name="connsiteY3" fmla="*/ 1841693 h 1841693"/>
                <a:gd name="connsiteX4" fmla="*/ 4766 w 1576696"/>
                <a:gd name="connsiteY4" fmla="*/ 261938 h 1841693"/>
                <a:gd name="connsiteX0" fmla="*/ 4766 w 1576696"/>
                <a:gd name="connsiteY0" fmla="*/ 271649 h 1851404"/>
                <a:gd name="connsiteX1" fmla="*/ 399697 w 1576696"/>
                <a:gd name="connsiteY1" fmla="*/ 0 h 1851404"/>
                <a:gd name="connsiteX2" fmla="*/ 1576696 w 1576696"/>
                <a:gd name="connsiteY2" fmla="*/ 9711 h 1851404"/>
                <a:gd name="connsiteX3" fmla="*/ 1576696 w 1576696"/>
                <a:gd name="connsiteY3" fmla="*/ 1851404 h 1851404"/>
                <a:gd name="connsiteX4" fmla="*/ 0 w 1576696"/>
                <a:gd name="connsiteY4" fmla="*/ 1851404 h 1851404"/>
                <a:gd name="connsiteX5" fmla="*/ 4766 w 1576696"/>
                <a:gd name="connsiteY5" fmla="*/ 271649 h 1851404"/>
                <a:gd name="connsiteX0" fmla="*/ 4766 w 1576696"/>
                <a:gd name="connsiteY0" fmla="*/ 271649 h 1851404"/>
                <a:gd name="connsiteX1" fmla="*/ 399697 w 1576696"/>
                <a:gd name="connsiteY1" fmla="*/ 0 h 1851404"/>
                <a:gd name="connsiteX2" fmla="*/ 1576696 w 1576696"/>
                <a:gd name="connsiteY2" fmla="*/ 9711 h 1851404"/>
                <a:gd name="connsiteX3" fmla="*/ 1576696 w 1576696"/>
                <a:gd name="connsiteY3" fmla="*/ 1851404 h 1851404"/>
                <a:gd name="connsiteX4" fmla="*/ 0 w 1576696"/>
                <a:gd name="connsiteY4" fmla="*/ 1851404 h 1851404"/>
                <a:gd name="connsiteX5" fmla="*/ 4766 w 1576696"/>
                <a:gd name="connsiteY5" fmla="*/ 271649 h 1851404"/>
                <a:gd name="connsiteX0" fmla="*/ 4766 w 1576696"/>
                <a:gd name="connsiteY0" fmla="*/ 271649 h 1851404"/>
                <a:gd name="connsiteX1" fmla="*/ 399697 w 1576696"/>
                <a:gd name="connsiteY1" fmla="*/ 0 h 1851404"/>
                <a:gd name="connsiteX2" fmla="*/ 1576696 w 1576696"/>
                <a:gd name="connsiteY2" fmla="*/ 9711 h 1851404"/>
                <a:gd name="connsiteX3" fmla="*/ 1576696 w 1576696"/>
                <a:gd name="connsiteY3" fmla="*/ 1851404 h 1851404"/>
                <a:gd name="connsiteX4" fmla="*/ 0 w 1576696"/>
                <a:gd name="connsiteY4" fmla="*/ 1851404 h 1851404"/>
                <a:gd name="connsiteX5" fmla="*/ 4766 w 1576696"/>
                <a:gd name="connsiteY5" fmla="*/ 271649 h 1851404"/>
                <a:gd name="connsiteX0" fmla="*/ 4766 w 1576696"/>
                <a:gd name="connsiteY0" fmla="*/ 261938 h 1841693"/>
                <a:gd name="connsiteX1" fmla="*/ 399697 w 1576696"/>
                <a:gd name="connsiteY1" fmla="*/ 9339 h 1841693"/>
                <a:gd name="connsiteX2" fmla="*/ 1576696 w 1576696"/>
                <a:gd name="connsiteY2" fmla="*/ 0 h 1841693"/>
                <a:gd name="connsiteX3" fmla="*/ 1576696 w 1576696"/>
                <a:gd name="connsiteY3" fmla="*/ 1841693 h 1841693"/>
                <a:gd name="connsiteX4" fmla="*/ 0 w 1576696"/>
                <a:gd name="connsiteY4" fmla="*/ 1841693 h 1841693"/>
                <a:gd name="connsiteX5" fmla="*/ 4766 w 1576696"/>
                <a:gd name="connsiteY5" fmla="*/ 261938 h 1841693"/>
                <a:gd name="connsiteX0" fmla="*/ 4766 w 1576696"/>
                <a:gd name="connsiteY0" fmla="*/ 274031 h 1853786"/>
                <a:gd name="connsiteX1" fmla="*/ 397319 w 1576696"/>
                <a:gd name="connsiteY1" fmla="*/ 0 h 1853786"/>
                <a:gd name="connsiteX2" fmla="*/ 1576696 w 1576696"/>
                <a:gd name="connsiteY2" fmla="*/ 12093 h 1853786"/>
                <a:gd name="connsiteX3" fmla="*/ 1576696 w 1576696"/>
                <a:gd name="connsiteY3" fmla="*/ 1853786 h 1853786"/>
                <a:gd name="connsiteX4" fmla="*/ 0 w 1576696"/>
                <a:gd name="connsiteY4" fmla="*/ 1853786 h 1853786"/>
                <a:gd name="connsiteX5" fmla="*/ 4766 w 1576696"/>
                <a:gd name="connsiteY5" fmla="*/ 274031 h 1853786"/>
                <a:gd name="connsiteX0" fmla="*/ 4766 w 1576696"/>
                <a:gd name="connsiteY0" fmla="*/ 283556 h 1863311"/>
                <a:gd name="connsiteX1" fmla="*/ 399700 w 1576696"/>
                <a:gd name="connsiteY1" fmla="*/ 0 h 1863311"/>
                <a:gd name="connsiteX2" fmla="*/ 1576696 w 1576696"/>
                <a:gd name="connsiteY2" fmla="*/ 21618 h 1863311"/>
                <a:gd name="connsiteX3" fmla="*/ 1576696 w 1576696"/>
                <a:gd name="connsiteY3" fmla="*/ 1863311 h 1863311"/>
                <a:gd name="connsiteX4" fmla="*/ 0 w 1576696"/>
                <a:gd name="connsiteY4" fmla="*/ 1863311 h 1863311"/>
                <a:gd name="connsiteX5" fmla="*/ 4766 w 1576696"/>
                <a:gd name="connsiteY5" fmla="*/ 283556 h 1863311"/>
                <a:gd name="connsiteX0" fmla="*/ 4766 w 1576696"/>
                <a:gd name="connsiteY0" fmla="*/ 271650 h 1851405"/>
                <a:gd name="connsiteX1" fmla="*/ 399703 w 1576696"/>
                <a:gd name="connsiteY1" fmla="*/ 0 h 1851405"/>
                <a:gd name="connsiteX2" fmla="*/ 1576696 w 1576696"/>
                <a:gd name="connsiteY2" fmla="*/ 9712 h 1851405"/>
                <a:gd name="connsiteX3" fmla="*/ 1576696 w 1576696"/>
                <a:gd name="connsiteY3" fmla="*/ 1851405 h 1851405"/>
                <a:gd name="connsiteX4" fmla="*/ 0 w 1576696"/>
                <a:gd name="connsiteY4" fmla="*/ 1851405 h 1851405"/>
                <a:gd name="connsiteX5" fmla="*/ 4766 w 1576696"/>
                <a:gd name="connsiteY5" fmla="*/ 271650 h 1851405"/>
                <a:gd name="connsiteX0" fmla="*/ 4766 w 1576696"/>
                <a:gd name="connsiteY0" fmla="*/ 266887 h 1846642"/>
                <a:gd name="connsiteX1" fmla="*/ 397325 w 1576696"/>
                <a:gd name="connsiteY1" fmla="*/ 0 h 1846642"/>
                <a:gd name="connsiteX2" fmla="*/ 1576696 w 1576696"/>
                <a:gd name="connsiteY2" fmla="*/ 4949 h 1846642"/>
                <a:gd name="connsiteX3" fmla="*/ 1576696 w 1576696"/>
                <a:gd name="connsiteY3" fmla="*/ 1846642 h 1846642"/>
                <a:gd name="connsiteX4" fmla="*/ 0 w 1576696"/>
                <a:gd name="connsiteY4" fmla="*/ 1846642 h 1846642"/>
                <a:gd name="connsiteX5" fmla="*/ 4766 w 1576696"/>
                <a:gd name="connsiteY5" fmla="*/ 266887 h 1846642"/>
                <a:gd name="connsiteX0" fmla="*/ 4766 w 1576696"/>
                <a:gd name="connsiteY0" fmla="*/ 261938 h 1841693"/>
                <a:gd name="connsiteX1" fmla="*/ 404468 w 1576696"/>
                <a:gd name="connsiteY1" fmla="*/ 11720 h 1841693"/>
                <a:gd name="connsiteX2" fmla="*/ 1576696 w 1576696"/>
                <a:gd name="connsiteY2" fmla="*/ 0 h 1841693"/>
                <a:gd name="connsiteX3" fmla="*/ 1576696 w 1576696"/>
                <a:gd name="connsiteY3" fmla="*/ 1841693 h 1841693"/>
                <a:gd name="connsiteX4" fmla="*/ 0 w 1576696"/>
                <a:gd name="connsiteY4" fmla="*/ 1841693 h 1841693"/>
                <a:gd name="connsiteX5" fmla="*/ 4766 w 1576696"/>
                <a:gd name="connsiteY5" fmla="*/ 261938 h 1841693"/>
                <a:gd name="connsiteX0" fmla="*/ 4766 w 1576696"/>
                <a:gd name="connsiteY0" fmla="*/ 262125 h 1841880"/>
                <a:gd name="connsiteX1" fmla="*/ 404471 w 1576696"/>
                <a:gd name="connsiteY1" fmla="*/ 0 h 1841880"/>
                <a:gd name="connsiteX2" fmla="*/ 1576696 w 1576696"/>
                <a:gd name="connsiteY2" fmla="*/ 187 h 1841880"/>
                <a:gd name="connsiteX3" fmla="*/ 1576696 w 1576696"/>
                <a:gd name="connsiteY3" fmla="*/ 1841880 h 1841880"/>
                <a:gd name="connsiteX4" fmla="*/ 0 w 1576696"/>
                <a:gd name="connsiteY4" fmla="*/ 1841880 h 1841880"/>
                <a:gd name="connsiteX5" fmla="*/ 4766 w 1576696"/>
                <a:gd name="connsiteY5" fmla="*/ 262125 h 1841880"/>
                <a:gd name="connsiteX0" fmla="*/ 4766 w 1576696"/>
                <a:gd name="connsiteY0" fmla="*/ 262125 h 1841880"/>
                <a:gd name="connsiteX1" fmla="*/ 404471 w 1576696"/>
                <a:gd name="connsiteY1" fmla="*/ 0 h 1841880"/>
                <a:gd name="connsiteX2" fmla="*/ 1576696 w 1576696"/>
                <a:gd name="connsiteY2" fmla="*/ 187 h 1841880"/>
                <a:gd name="connsiteX3" fmla="*/ 1576696 w 1576696"/>
                <a:gd name="connsiteY3" fmla="*/ 1841880 h 1841880"/>
                <a:gd name="connsiteX4" fmla="*/ 0 w 1576696"/>
                <a:gd name="connsiteY4" fmla="*/ 1841880 h 1841880"/>
                <a:gd name="connsiteX5" fmla="*/ 4766 w 1576696"/>
                <a:gd name="connsiteY5" fmla="*/ 262125 h 1841880"/>
                <a:gd name="connsiteX0" fmla="*/ 4766 w 1576696"/>
                <a:gd name="connsiteY0" fmla="*/ 262125 h 1841880"/>
                <a:gd name="connsiteX1" fmla="*/ 404471 w 1576696"/>
                <a:gd name="connsiteY1" fmla="*/ 0 h 1841880"/>
                <a:gd name="connsiteX2" fmla="*/ 1576696 w 1576696"/>
                <a:gd name="connsiteY2" fmla="*/ 187 h 1841880"/>
                <a:gd name="connsiteX3" fmla="*/ 1576696 w 1576696"/>
                <a:gd name="connsiteY3" fmla="*/ 1841880 h 1841880"/>
                <a:gd name="connsiteX4" fmla="*/ 0 w 1576696"/>
                <a:gd name="connsiteY4" fmla="*/ 1841880 h 1841880"/>
                <a:gd name="connsiteX5" fmla="*/ 4766 w 1576696"/>
                <a:gd name="connsiteY5" fmla="*/ 262125 h 1841880"/>
                <a:gd name="connsiteX0" fmla="*/ 4766 w 1576696"/>
                <a:gd name="connsiteY0" fmla="*/ 262125 h 1841880"/>
                <a:gd name="connsiteX1" fmla="*/ 404471 w 1576696"/>
                <a:gd name="connsiteY1" fmla="*/ 0 h 1841880"/>
                <a:gd name="connsiteX2" fmla="*/ 1576696 w 1576696"/>
                <a:gd name="connsiteY2" fmla="*/ 187 h 1841880"/>
                <a:gd name="connsiteX3" fmla="*/ 1576696 w 1576696"/>
                <a:gd name="connsiteY3" fmla="*/ 1841880 h 1841880"/>
                <a:gd name="connsiteX4" fmla="*/ 0 w 1576696"/>
                <a:gd name="connsiteY4" fmla="*/ 1841880 h 1841880"/>
                <a:gd name="connsiteX5" fmla="*/ 4766 w 1576696"/>
                <a:gd name="connsiteY5" fmla="*/ 262125 h 1841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76696" h="1841880">
                  <a:moveTo>
                    <a:pt x="4766" y="262125"/>
                  </a:moveTo>
                  <a:cubicBezTo>
                    <a:pt x="215784" y="136649"/>
                    <a:pt x="238696" y="118331"/>
                    <a:pt x="404471" y="0"/>
                  </a:cubicBezTo>
                  <a:lnTo>
                    <a:pt x="1576696" y="187"/>
                  </a:lnTo>
                  <a:lnTo>
                    <a:pt x="1576696" y="1841880"/>
                  </a:lnTo>
                  <a:lnTo>
                    <a:pt x="0" y="1841880"/>
                  </a:lnTo>
                  <a:cubicBezTo>
                    <a:pt x="1589" y="1315295"/>
                    <a:pt x="3177" y="788710"/>
                    <a:pt x="4766" y="262125"/>
                  </a:cubicBezTo>
                  <a:close/>
                </a:path>
              </a:pathLst>
            </a:cu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15" name="Straight Arrow Connector 214">
              <a:extLst>
                <a:ext uri="{FF2B5EF4-FFF2-40B4-BE49-F238E27FC236}">
                  <a16:creationId xmlns:a16="http://schemas.microsoft.com/office/drawing/2014/main" id="{8E281038-E96E-491B-8204-4E19E55989E1}"/>
                </a:ext>
              </a:extLst>
            </p:cNvPr>
            <p:cNvCxnSpPr>
              <a:cxnSpLocks/>
            </p:cNvCxnSpPr>
            <p:nvPr/>
          </p:nvCxnSpPr>
          <p:spPr>
            <a:xfrm rot="16200000" flipV="1">
              <a:off x="1827551" y="218980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6" name="Straight Arrow Connector 215">
              <a:extLst>
                <a:ext uri="{FF2B5EF4-FFF2-40B4-BE49-F238E27FC236}">
                  <a16:creationId xmlns:a16="http://schemas.microsoft.com/office/drawing/2014/main" id="{4E45AA5B-C60D-49E6-86C4-E1401994E18D}"/>
                </a:ext>
              </a:extLst>
            </p:cNvPr>
            <p:cNvCxnSpPr>
              <a:cxnSpLocks/>
            </p:cNvCxnSpPr>
            <p:nvPr/>
          </p:nvCxnSpPr>
          <p:spPr>
            <a:xfrm flipV="1">
              <a:off x="1366846" y="2658833"/>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7" name="Straight Arrow Connector 216">
              <a:extLst>
                <a:ext uri="{FF2B5EF4-FFF2-40B4-BE49-F238E27FC236}">
                  <a16:creationId xmlns:a16="http://schemas.microsoft.com/office/drawing/2014/main" id="{A2F57384-A8EC-4598-ADAD-F96D9D69CFE2}"/>
                </a:ext>
              </a:extLst>
            </p:cNvPr>
            <p:cNvCxnSpPr>
              <a:cxnSpLocks/>
            </p:cNvCxnSpPr>
            <p:nvPr/>
          </p:nvCxnSpPr>
          <p:spPr>
            <a:xfrm rot="5400000" flipV="1">
              <a:off x="194111" y="198911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8" name="Straight Arrow Connector 217">
              <a:extLst>
                <a:ext uri="{FF2B5EF4-FFF2-40B4-BE49-F238E27FC236}">
                  <a16:creationId xmlns:a16="http://schemas.microsoft.com/office/drawing/2014/main" id="{8D6230D9-0781-4424-97B2-69236B2BCB80}"/>
                </a:ext>
              </a:extLst>
            </p:cNvPr>
            <p:cNvCxnSpPr>
              <a:cxnSpLocks/>
            </p:cNvCxnSpPr>
            <p:nvPr/>
          </p:nvCxnSpPr>
          <p:spPr>
            <a:xfrm rot="10800000" flipV="1">
              <a:off x="990195" y="1372189"/>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6" name="Group 205">
            <a:extLst>
              <a:ext uri="{FF2B5EF4-FFF2-40B4-BE49-F238E27FC236}">
                <a16:creationId xmlns:a16="http://schemas.microsoft.com/office/drawing/2014/main" id="{AD6B3106-B749-467C-B87B-D650AEA914DF}"/>
              </a:ext>
            </a:extLst>
          </p:cNvPr>
          <p:cNvGrpSpPr/>
          <p:nvPr/>
        </p:nvGrpSpPr>
        <p:grpSpPr>
          <a:xfrm>
            <a:off x="7868860" y="2805722"/>
            <a:ext cx="1841879" cy="1606211"/>
            <a:chOff x="321857" y="1316089"/>
            <a:chExt cx="1776401" cy="1399494"/>
          </a:xfrm>
        </p:grpSpPr>
        <p:sp>
          <p:nvSpPr>
            <p:cNvPr id="207" name="Rectangle 206">
              <a:extLst>
                <a:ext uri="{FF2B5EF4-FFF2-40B4-BE49-F238E27FC236}">
                  <a16:creationId xmlns:a16="http://schemas.microsoft.com/office/drawing/2014/main" id="{1678FADC-7F3B-49A6-98C4-4D3548E84F43}"/>
                </a:ext>
              </a:extLst>
            </p:cNvPr>
            <p:cNvSpPr/>
            <p:nvPr/>
          </p:nvSpPr>
          <p:spPr>
            <a:xfrm rot="5400000">
              <a:off x="510311" y="1127635"/>
              <a:ext cx="1399494" cy="1776401"/>
            </a:xfrm>
            <a:custGeom>
              <a:avLst/>
              <a:gdLst>
                <a:gd name="connsiteX0" fmla="*/ 0 w 1606211"/>
                <a:gd name="connsiteY0" fmla="*/ 0 h 1841695"/>
                <a:gd name="connsiteX1" fmla="*/ 1606211 w 1606211"/>
                <a:gd name="connsiteY1" fmla="*/ 0 h 1841695"/>
                <a:gd name="connsiteX2" fmla="*/ 1606211 w 1606211"/>
                <a:gd name="connsiteY2" fmla="*/ 1841695 h 1841695"/>
                <a:gd name="connsiteX3" fmla="*/ 0 w 1606211"/>
                <a:gd name="connsiteY3" fmla="*/ 1841695 h 1841695"/>
                <a:gd name="connsiteX4" fmla="*/ 0 w 1606211"/>
                <a:gd name="connsiteY4" fmla="*/ 0 h 1841695"/>
                <a:gd name="connsiteX0" fmla="*/ 0 w 1606211"/>
                <a:gd name="connsiteY0" fmla="*/ 0 h 1841695"/>
                <a:gd name="connsiteX1" fmla="*/ 1606211 w 1606211"/>
                <a:gd name="connsiteY1" fmla="*/ 221456 h 1841695"/>
                <a:gd name="connsiteX2" fmla="*/ 1606211 w 1606211"/>
                <a:gd name="connsiteY2" fmla="*/ 1841695 h 1841695"/>
                <a:gd name="connsiteX3" fmla="*/ 0 w 1606211"/>
                <a:gd name="connsiteY3" fmla="*/ 1841695 h 1841695"/>
                <a:gd name="connsiteX4" fmla="*/ 0 w 1606211"/>
                <a:gd name="connsiteY4" fmla="*/ 0 h 1841695"/>
                <a:gd name="connsiteX0" fmla="*/ 0 w 1606211"/>
                <a:gd name="connsiteY0" fmla="*/ 13893 h 1855588"/>
                <a:gd name="connsiteX1" fmla="*/ 1140008 w 1606211"/>
                <a:gd name="connsiteY1" fmla="*/ 13709 h 1855588"/>
                <a:gd name="connsiteX2" fmla="*/ 1606211 w 1606211"/>
                <a:gd name="connsiteY2" fmla="*/ 235349 h 1855588"/>
                <a:gd name="connsiteX3" fmla="*/ 1606211 w 1606211"/>
                <a:gd name="connsiteY3" fmla="*/ 1855588 h 1855588"/>
                <a:gd name="connsiteX4" fmla="*/ 0 w 1606211"/>
                <a:gd name="connsiteY4" fmla="*/ 1855588 h 1855588"/>
                <a:gd name="connsiteX5" fmla="*/ 0 w 1606211"/>
                <a:gd name="connsiteY5" fmla="*/ 13893 h 1855588"/>
                <a:gd name="connsiteX0" fmla="*/ 0 w 1606211"/>
                <a:gd name="connsiteY0" fmla="*/ 184 h 1841879"/>
                <a:gd name="connsiteX1" fmla="*/ 1140008 w 1606211"/>
                <a:gd name="connsiteY1" fmla="*/ 0 h 1841879"/>
                <a:gd name="connsiteX2" fmla="*/ 1606211 w 1606211"/>
                <a:gd name="connsiteY2" fmla="*/ 221640 h 1841879"/>
                <a:gd name="connsiteX3" fmla="*/ 1606211 w 1606211"/>
                <a:gd name="connsiteY3" fmla="*/ 1841879 h 1841879"/>
                <a:gd name="connsiteX4" fmla="*/ 0 w 1606211"/>
                <a:gd name="connsiteY4" fmla="*/ 1841879 h 1841879"/>
                <a:gd name="connsiteX5" fmla="*/ 0 w 1606211"/>
                <a:gd name="connsiteY5" fmla="*/ 184 h 1841879"/>
                <a:gd name="connsiteX0" fmla="*/ 0 w 1606211"/>
                <a:gd name="connsiteY0" fmla="*/ 250 h 1841945"/>
                <a:gd name="connsiteX1" fmla="*/ 1140008 w 1606211"/>
                <a:gd name="connsiteY1" fmla="*/ 66 h 1841945"/>
                <a:gd name="connsiteX2" fmla="*/ 1606211 w 1606211"/>
                <a:gd name="connsiteY2" fmla="*/ 221706 h 1841945"/>
                <a:gd name="connsiteX3" fmla="*/ 1606211 w 1606211"/>
                <a:gd name="connsiteY3" fmla="*/ 1841945 h 1841945"/>
                <a:gd name="connsiteX4" fmla="*/ 0 w 1606211"/>
                <a:gd name="connsiteY4" fmla="*/ 1841945 h 1841945"/>
                <a:gd name="connsiteX5" fmla="*/ 0 w 1606211"/>
                <a:gd name="connsiteY5" fmla="*/ 250 h 1841945"/>
                <a:gd name="connsiteX0" fmla="*/ 0 w 1606211"/>
                <a:gd name="connsiteY0" fmla="*/ 250 h 1841945"/>
                <a:gd name="connsiteX1" fmla="*/ 1140008 w 1606211"/>
                <a:gd name="connsiteY1" fmla="*/ 66 h 1841945"/>
                <a:gd name="connsiteX2" fmla="*/ 1606211 w 1606211"/>
                <a:gd name="connsiteY2" fmla="*/ 221706 h 1841945"/>
                <a:gd name="connsiteX3" fmla="*/ 1606211 w 1606211"/>
                <a:gd name="connsiteY3" fmla="*/ 1841945 h 1841945"/>
                <a:gd name="connsiteX4" fmla="*/ 0 w 1606211"/>
                <a:gd name="connsiteY4" fmla="*/ 1841945 h 1841945"/>
                <a:gd name="connsiteX5" fmla="*/ 0 w 1606211"/>
                <a:gd name="connsiteY5" fmla="*/ 250 h 1841945"/>
                <a:gd name="connsiteX0" fmla="*/ 0 w 1606211"/>
                <a:gd name="connsiteY0" fmla="*/ 184 h 1841879"/>
                <a:gd name="connsiteX1" fmla="*/ 1140008 w 1606211"/>
                <a:gd name="connsiteY1" fmla="*/ 0 h 1841879"/>
                <a:gd name="connsiteX2" fmla="*/ 1606211 w 1606211"/>
                <a:gd name="connsiteY2" fmla="*/ 221640 h 1841879"/>
                <a:gd name="connsiteX3" fmla="*/ 1606211 w 1606211"/>
                <a:gd name="connsiteY3" fmla="*/ 1841879 h 1841879"/>
                <a:gd name="connsiteX4" fmla="*/ 0 w 1606211"/>
                <a:gd name="connsiteY4" fmla="*/ 1841879 h 1841879"/>
                <a:gd name="connsiteX5" fmla="*/ 0 w 1606211"/>
                <a:gd name="connsiteY5" fmla="*/ 184 h 184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06211" h="1841879">
                  <a:moveTo>
                    <a:pt x="0" y="184"/>
                  </a:moveTo>
                  <a:lnTo>
                    <a:pt x="1140008" y="0"/>
                  </a:lnTo>
                  <a:lnTo>
                    <a:pt x="1606211" y="221640"/>
                  </a:lnTo>
                  <a:lnTo>
                    <a:pt x="1606211" y="1841879"/>
                  </a:lnTo>
                  <a:lnTo>
                    <a:pt x="0" y="1841879"/>
                  </a:lnTo>
                  <a:lnTo>
                    <a:pt x="0" y="184"/>
                  </a:lnTo>
                  <a:close/>
                </a:path>
              </a:pathLst>
            </a:custGeom>
            <a:ln w="190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208" name="Straight Arrow Connector 207">
              <a:extLst>
                <a:ext uri="{FF2B5EF4-FFF2-40B4-BE49-F238E27FC236}">
                  <a16:creationId xmlns:a16="http://schemas.microsoft.com/office/drawing/2014/main" id="{A3E4A723-5F98-4CEF-A925-7E3485761F07}"/>
                </a:ext>
              </a:extLst>
            </p:cNvPr>
            <p:cNvCxnSpPr>
              <a:cxnSpLocks/>
            </p:cNvCxnSpPr>
            <p:nvPr/>
          </p:nvCxnSpPr>
          <p:spPr>
            <a:xfrm rot="16200000" flipV="1">
              <a:off x="1891100" y="1834170"/>
              <a:ext cx="31868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9" name="Straight Arrow Connector 208">
              <a:extLst>
                <a:ext uri="{FF2B5EF4-FFF2-40B4-BE49-F238E27FC236}">
                  <a16:creationId xmlns:a16="http://schemas.microsoft.com/office/drawing/2014/main" id="{8AA12322-40C1-47F9-B7BE-3EF5FE9A6E1E}"/>
                </a:ext>
              </a:extLst>
            </p:cNvPr>
            <p:cNvCxnSpPr>
              <a:cxnSpLocks/>
            </p:cNvCxnSpPr>
            <p:nvPr/>
          </p:nvCxnSpPr>
          <p:spPr>
            <a:xfrm flipV="1">
              <a:off x="990195" y="2647580"/>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1" name="Straight Arrow Connector 210">
              <a:extLst>
                <a:ext uri="{FF2B5EF4-FFF2-40B4-BE49-F238E27FC236}">
                  <a16:creationId xmlns:a16="http://schemas.microsoft.com/office/drawing/2014/main" id="{AADCD4C8-FCC5-46BF-BF1A-B6D6AC5E7A25}"/>
                </a:ext>
              </a:extLst>
            </p:cNvPr>
            <p:cNvCxnSpPr>
              <a:cxnSpLocks/>
            </p:cNvCxnSpPr>
            <p:nvPr/>
          </p:nvCxnSpPr>
          <p:spPr>
            <a:xfrm rot="10800000" flipV="1">
              <a:off x="1283997" y="1368324"/>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2" name="Straight Arrow Connector 211">
              <a:extLst>
                <a:ext uri="{FF2B5EF4-FFF2-40B4-BE49-F238E27FC236}">
                  <a16:creationId xmlns:a16="http://schemas.microsoft.com/office/drawing/2014/main" id="{27243F2A-86A6-4D95-92FB-ACB943D6E06E}"/>
                </a:ext>
              </a:extLst>
            </p:cNvPr>
            <p:cNvCxnSpPr>
              <a:cxnSpLocks/>
            </p:cNvCxnSpPr>
            <p:nvPr/>
          </p:nvCxnSpPr>
          <p:spPr>
            <a:xfrm rot="13380000" flipV="1">
              <a:off x="875409" y="2075928"/>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3" name="Straight Arrow Connector 212">
              <a:extLst>
                <a:ext uri="{FF2B5EF4-FFF2-40B4-BE49-F238E27FC236}">
                  <a16:creationId xmlns:a16="http://schemas.microsoft.com/office/drawing/2014/main" id="{FAD53B5E-A0E7-4F09-898F-0218D9DD5014}"/>
                </a:ext>
              </a:extLst>
            </p:cNvPr>
            <p:cNvCxnSpPr>
              <a:cxnSpLocks/>
            </p:cNvCxnSpPr>
            <p:nvPr/>
          </p:nvCxnSpPr>
          <p:spPr>
            <a:xfrm rot="2520000" flipV="1">
              <a:off x="1323843" y="1749007"/>
              <a:ext cx="4315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cxnSp>
        <p:nvCxnSpPr>
          <p:cNvPr id="290" name="Straight Arrow Connector 289">
            <a:extLst>
              <a:ext uri="{FF2B5EF4-FFF2-40B4-BE49-F238E27FC236}">
                <a16:creationId xmlns:a16="http://schemas.microsoft.com/office/drawing/2014/main" id="{55C17A50-C856-4DEA-A8D4-C1B4076FDFD0}"/>
              </a:ext>
            </a:extLst>
          </p:cNvPr>
          <p:cNvCxnSpPr>
            <a:cxnSpLocks/>
          </p:cNvCxnSpPr>
          <p:nvPr/>
        </p:nvCxnSpPr>
        <p:spPr>
          <a:xfrm rot="8280000" flipV="1">
            <a:off x="8430356" y="1667123"/>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1" name="Straight Arrow Connector 290">
            <a:extLst>
              <a:ext uri="{FF2B5EF4-FFF2-40B4-BE49-F238E27FC236}">
                <a16:creationId xmlns:a16="http://schemas.microsoft.com/office/drawing/2014/main" id="{C66BA0EC-7817-4849-B3EA-67F8BC789B5F}"/>
              </a:ext>
            </a:extLst>
          </p:cNvPr>
          <p:cNvCxnSpPr>
            <a:cxnSpLocks/>
          </p:cNvCxnSpPr>
          <p:nvPr/>
        </p:nvCxnSpPr>
        <p:spPr>
          <a:xfrm rot="19080000" flipV="1">
            <a:off x="8362360" y="1581048"/>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3" name="Oval 292">
            <a:extLst>
              <a:ext uri="{FF2B5EF4-FFF2-40B4-BE49-F238E27FC236}">
                <a16:creationId xmlns:a16="http://schemas.microsoft.com/office/drawing/2014/main" id="{0D654E35-13F6-4427-8485-0D92293A1AB4}"/>
              </a:ext>
            </a:extLst>
          </p:cNvPr>
          <p:cNvSpPr/>
          <p:nvPr/>
        </p:nvSpPr>
        <p:spPr>
          <a:xfrm>
            <a:off x="229402" y="605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a:t>
            </a:r>
            <a:endParaRPr lang="en-US" dirty="0"/>
          </a:p>
        </p:txBody>
      </p:sp>
      <p:sp>
        <p:nvSpPr>
          <p:cNvPr id="294" name="Oval 293">
            <a:extLst>
              <a:ext uri="{FF2B5EF4-FFF2-40B4-BE49-F238E27FC236}">
                <a16:creationId xmlns:a16="http://schemas.microsoft.com/office/drawing/2014/main" id="{607B11A5-EAE0-49A3-AADF-8535D706D5E2}"/>
              </a:ext>
            </a:extLst>
          </p:cNvPr>
          <p:cNvSpPr/>
          <p:nvPr/>
        </p:nvSpPr>
        <p:spPr>
          <a:xfrm>
            <a:off x="2565414" y="606741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B</a:t>
            </a:r>
            <a:endParaRPr lang="en-US" dirty="0"/>
          </a:p>
        </p:txBody>
      </p:sp>
      <p:sp>
        <p:nvSpPr>
          <p:cNvPr id="296" name="Oval 295">
            <a:extLst>
              <a:ext uri="{FF2B5EF4-FFF2-40B4-BE49-F238E27FC236}">
                <a16:creationId xmlns:a16="http://schemas.microsoft.com/office/drawing/2014/main" id="{E97EB18D-FAEC-405D-BFD1-C5F02588E5A4}"/>
              </a:ext>
            </a:extLst>
          </p:cNvPr>
          <p:cNvSpPr/>
          <p:nvPr/>
        </p:nvSpPr>
        <p:spPr>
          <a:xfrm>
            <a:off x="7205470" y="605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a:t>
            </a:r>
            <a:endParaRPr lang="en-US" dirty="0"/>
          </a:p>
        </p:txBody>
      </p:sp>
      <p:sp>
        <p:nvSpPr>
          <p:cNvPr id="297" name="Oval 296">
            <a:extLst>
              <a:ext uri="{FF2B5EF4-FFF2-40B4-BE49-F238E27FC236}">
                <a16:creationId xmlns:a16="http://schemas.microsoft.com/office/drawing/2014/main" id="{70D668ED-BDF2-4917-86BC-B9E90DF3DFD0}"/>
              </a:ext>
            </a:extLst>
          </p:cNvPr>
          <p:cNvSpPr/>
          <p:nvPr/>
        </p:nvSpPr>
        <p:spPr>
          <a:xfrm>
            <a:off x="227183" y="4235873"/>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a:t>
            </a:r>
            <a:endParaRPr lang="en-US" dirty="0"/>
          </a:p>
        </p:txBody>
      </p:sp>
      <p:sp>
        <p:nvSpPr>
          <p:cNvPr id="307" name="Oval 306">
            <a:extLst>
              <a:ext uri="{FF2B5EF4-FFF2-40B4-BE49-F238E27FC236}">
                <a16:creationId xmlns:a16="http://schemas.microsoft.com/office/drawing/2014/main" id="{263F7E91-7613-4A0A-BF02-B5093EA16EE5}"/>
              </a:ext>
            </a:extLst>
          </p:cNvPr>
          <p:cNvSpPr/>
          <p:nvPr/>
        </p:nvSpPr>
        <p:spPr>
          <a:xfrm>
            <a:off x="227183" y="577930"/>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P</a:t>
            </a:r>
            <a:endParaRPr lang="en-US" dirty="0"/>
          </a:p>
        </p:txBody>
      </p:sp>
      <p:sp>
        <p:nvSpPr>
          <p:cNvPr id="309" name="Oval 308">
            <a:extLst>
              <a:ext uri="{FF2B5EF4-FFF2-40B4-BE49-F238E27FC236}">
                <a16:creationId xmlns:a16="http://schemas.microsoft.com/office/drawing/2014/main" id="{8EFD28D6-F8A2-4A21-97B7-E16C35904818}"/>
              </a:ext>
            </a:extLst>
          </p:cNvPr>
          <p:cNvSpPr/>
          <p:nvPr/>
        </p:nvSpPr>
        <p:spPr>
          <a:xfrm>
            <a:off x="4883176" y="572998"/>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R</a:t>
            </a:r>
            <a:endParaRPr lang="en-US" dirty="0"/>
          </a:p>
        </p:txBody>
      </p:sp>
      <p:sp>
        <p:nvSpPr>
          <p:cNvPr id="117" name="Rectangle 116">
            <a:extLst>
              <a:ext uri="{FF2B5EF4-FFF2-40B4-BE49-F238E27FC236}">
                <a16:creationId xmlns:a16="http://schemas.microsoft.com/office/drawing/2014/main" id="{BB24C0C0-E59E-4211-B5CB-E3E0B2566CC5}"/>
              </a:ext>
            </a:extLst>
          </p:cNvPr>
          <p:cNvSpPr/>
          <p:nvPr/>
        </p:nvSpPr>
        <p:spPr>
          <a:xfrm>
            <a:off x="2399402" y="744947"/>
            <a:ext cx="949383" cy="1363982"/>
          </a:xfrm>
          <a:custGeom>
            <a:avLst/>
            <a:gdLst>
              <a:gd name="connsiteX0" fmla="*/ 0 w 115151"/>
              <a:gd name="connsiteY0" fmla="*/ 0 h 1833882"/>
              <a:gd name="connsiteX1" fmla="*/ 115151 w 115151"/>
              <a:gd name="connsiteY1" fmla="*/ 0 h 1833882"/>
              <a:gd name="connsiteX2" fmla="*/ 115151 w 115151"/>
              <a:gd name="connsiteY2" fmla="*/ 1833882 h 1833882"/>
              <a:gd name="connsiteX3" fmla="*/ 0 w 115151"/>
              <a:gd name="connsiteY3" fmla="*/ 1833882 h 1833882"/>
              <a:gd name="connsiteX4" fmla="*/ 0 w 115151"/>
              <a:gd name="connsiteY4" fmla="*/ 0 h 1833882"/>
              <a:gd name="connsiteX0" fmla="*/ 0 w 251676"/>
              <a:gd name="connsiteY0" fmla="*/ 0 h 1833882"/>
              <a:gd name="connsiteX1" fmla="*/ 251676 w 251676"/>
              <a:gd name="connsiteY1" fmla="*/ 0 h 1833882"/>
              <a:gd name="connsiteX2" fmla="*/ 115151 w 251676"/>
              <a:gd name="connsiteY2" fmla="*/ 1833882 h 1833882"/>
              <a:gd name="connsiteX3" fmla="*/ 0 w 251676"/>
              <a:gd name="connsiteY3" fmla="*/ 1833882 h 1833882"/>
              <a:gd name="connsiteX4" fmla="*/ 0 w 251676"/>
              <a:gd name="connsiteY4" fmla="*/ 0 h 1833882"/>
              <a:gd name="connsiteX0" fmla="*/ 0 w 442176"/>
              <a:gd name="connsiteY0" fmla="*/ 0 h 1833882"/>
              <a:gd name="connsiteX1" fmla="*/ 442176 w 442176"/>
              <a:gd name="connsiteY1" fmla="*/ 0 h 1833882"/>
              <a:gd name="connsiteX2" fmla="*/ 305651 w 442176"/>
              <a:gd name="connsiteY2" fmla="*/ 1833882 h 1833882"/>
              <a:gd name="connsiteX3" fmla="*/ 190500 w 442176"/>
              <a:gd name="connsiteY3" fmla="*/ 1833882 h 1833882"/>
              <a:gd name="connsiteX4" fmla="*/ 0 w 442176"/>
              <a:gd name="connsiteY4" fmla="*/ 0 h 1833882"/>
              <a:gd name="connsiteX0" fmla="*/ 0 w 527901"/>
              <a:gd name="connsiteY0" fmla="*/ 0 h 1837057"/>
              <a:gd name="connsiteX1" fmla="*/ 527901 w 527901"/>
              <a:gd name="connsiteY1" fmla="*/ 3175 h 1837057"/>
              <a:gd name="connsiteX2" fmla="*/ 391376 w 527901"/>
              <a:gd name="connsiteY2" fmla="*/ 1837057 h 1837057"/>
              <a:gd name="connsiteX3" fmla="*/ 276225 w 527901"/>
              <a:gd name="connsiteY3" fmla="*/ 1837057 h 1837057"/>
              <a:gd name="connsiteX4" fmla="*/ 0 w 527901"/>
              <a:gd name="connsiteY4" fmla="*/ 0 h 1837057"/>
              <a:gd name="connsiteX0" fmla="*/ 0 w 645376"/>
              <a:gd name="connsiteY0" fmla="*/ 3175 h 1840232"/>
              <a:gd name="connsiteX1" fmla="*/ 645376 w 645376"/>
              <a:gd name="connsiteY1" fmla="*/ 0 h 1840232"/>
              <a:gd name="connsiteX2" fmla="*/ 391376 w 645376"/>
              <a:gd name="connsiteY2" fmla="*/ 1840232 h 1840232"/>
              <a:gd name="connsiteX3" fmla="*/ 276225 w 645376"/>
              <a:gd name="connsiteY3" fmla="*/ 1840232 h 1840232"/>
              <a:gd name="connsiteX4" fmla="*/ 0 w 645376"/>
              <a:gd name="connsiteY4" fmla="*/ 3175 h 1840232"/>
              <a:gd name="connsiteX0" fmla="*/ 0 w 654901"/>
              <a:gd name="connsiteY0" fmla="*/ 0 h 1837057"/>
              <a:gd name="connsiteX1" fmla="*/ 654901 w 654901"/>
              <a:gd name="connsiteY1" fmla="*/ 3175 h 1837057"/>
              <a:gd name="connsiteX2" fmla="*/ 391376 w 654901"/>
              <a:gd name="connsiteY2" fmla="*/ 1837057 h 1837057"/>
              <a:gd name="connsiteX3" fmla="*/ 276225 w 654901"/>
              <a:gd name="connsiteY3" fmla="*/ 1837057 h 1837057"/>
              <a:gd name="connsiteX4" fmla="*/ 0 w 654901"/>
              <a:gd name="connsiteY4" fmla="*/ 0 h 1837057"/>
              <a:gd name="connsiteX0" fmla="*/ 0 w 658076"/>
              <a:gd name="connsiteY0" fmla="*/ 0 h 1833882"/>
              <a:gd name="connsiteX1" fmla="*/ 658076 w 658076"/>
              <a:gd name="connsiteY1" fmla="*/ 0 h 1833882"/>
              <a:gd name="connsiteX2" fmla="*/ 394551 w 658076"/>
              <a:gd name="connsiteY2" fmla="*/ 1833882 h 1833882"/>
              <a:gd name="connsiteX3" fmla="*/ 279400 w 658076"/>
              <a:gd name="connsiteY3" fmla="*/ 1833882 h 1833882"/>
              <a:gd name="connsiteX4" fmla="*/ 0 w 658076"/>
              <a:gd name="connsiteY4" fmla="*/ 0 h 1833882"/>
              <a:gd name="connsiteX0" fmla="*/ 0 w 832701"/>
              <a:gd name="connsiteY0" fmla="*/ 0 h 1833882"/>
              <a:gd name="connsiteX1" fmla="*/ 658076 w 832701"/>
              <a:gd name="connsiteY1" fmla="*/ 0 h 1833882"/>
              <a:gd name="connsiteX2" fmla="*/ 832701 w 832701"/>
              <a:gd name="connsiteY2" fmla="*/ 1459232 h 1833882"/>
              <a:gd name="connsiteX3" fmla="*/ 279400 w 832701"/>
              <a:gd name="connsiteY3" fmla="*/ 1833882 h 1833882"/>
              <a:gd name="connsiteX4" fmla="*/ 0 w 832701"/>
              <a:gd name="connsiteY4" fmla="*/ 0 h 1833882"/>
              <a:gd name="connsiteX0" fmla="*/ 0 w 832701"/>
              <a:gd name="connsiteY0" fmla="*/ 0 h 1814832"/>
              <a:gd name="connsiteX1" fmla="*/ 658076 w 832701"/>
              <a:gd name="connsiteY1" fmla="*/ 0 h 1814832"/>
              <a:gd name="connsiteX2" fmla="*/ 832701 w 832701"/>
              <a:gd name="connsiteY2" fmla="*/ 1459232 h 1814832"/>
              <a:gd name="connsiteX3" fmla="*/ 317500 w 832701"/>
              <a:gd name="connsiteY3" fmla="*/ 1814832 h 1814832"/>
              <a:gd name="connsiteX4" fmla="*/ 0 w 832701"/>
              <a:gd name="connsiteY4" fmla="*/ 0 h 1814832"/>
              <a:gd name="connsiteX0" fmla="*/ 0 w 832701"/>
              <a:gd name="connsiteY0" fmla="*/ 0 h 1830707"/>
              <a:gd name="connsiteX1" fmla="*/ 658076 w 832701"/>
              <a:gd name="connsiteY1" fmla="*/ 0 h 1830707"/>
              <a:gd name="connsiteX2" fmla="*/ 832701 w 832701"/>
              <a:gd name="connsiteY2" fmla="*/ 1459232 h 1830707"/>
              <a:gd name="connsiteX3" fmla="*/ 333375 w 832701"/>
              <a:gd name="connsiteY3" fmla="*/ 1830707 h 1830707"/>
              <a:gd name="connsiteX4" fmla="*/ 0 w 832701"/>
              <a:gd name="connsiteY4" fmla="*/ 0 h 1830707"/>
              <a:gd name="connsiteX0" fmla="*/ 0 w 949383"/>
              <a:gd name="connsiteY0" fmla="*/ 0 h 1830707"/>
              <a:gd name="connsiteX1" fmla="*/ 658076 w 949383"/>
              <a:gd name="connsiteY1" fmla="*/ 0 h 1830707"/>
              <a:gd name="connsiteX2" fmla="*/ 949383 w 949383"/>
              <a:gd name="connsiteY2" fmla="*/ 1361601 h 1830707"/>
              <a:gd name="connsiteX3" fmla="*/ 333375 w 949383"/>
              <a:gd name="connsiteY3" fmla="*/ 1830707 h 1830707"/>
              <a:gd name="connsiteX4" fmla="*/ 0 w 949383"/>
              <a:gd name="connsiteY4" fmla="*/ 0 h 1830707"/>
              <a:gd name="connsiteX0" fmla="*/ 0 w 949383"/>
              <a:gd name="connsiteY0" fmla="*/ 0 h 1481457"/>
              <a:gd name="connsiteX1" fmla="*/ 658076 w 949383"/>
              <a:gd name="connsiteY1" fmla="*/ 0 h 1481457"/>
              <a:gd name="connsiteX2" fmla="*/ 949383 w 949383"/>
              <a:gd name="connsiteY2" fmla="*/ 1361601 h 1481457"/>
              <a:gd name="connsiteX3" fmla="*/ 273050 w 949383"/>
              <a:gd name="connsiteY3" fmla="*/ 1481457 h 1481457"/>
              <a:gd name="connsiteX4" fmla="*/ 0 w 949383"/>
              <a:gd name="connsiteY4" fmla="*/ 0 h 1481457"/>
              <a:gd name="connsiteX0" fmla="*/ 0 w 949383"/>
              <a:gd name="connsiteY0" fmla="*/ 0 h 1361601"/>
              <a:gd name="connsiteX1" fmla="*/ 658076 w 949383"/>
              <a:gd name="connsiteY1" fmla="*/ 0 h 1361601"/>
              <a:gd name="connsiteX2" fmla="*/ 949383 w 949383"/>
              <a:gd name="connsiteY2" fmla="*/ 1361601 h 1361601"/>
              <a:gd name="connsiteX3" fmla="*/ 231775 w 949383"/>
              <a:gd name="connsiteY3" fmla="*/ 1357632 h 1361601"/>
              <a:gd name="connsiteX4" fmla="*/ 0 w 949383"/>
              <a:gd name="connsiteY4" fmla="*/ 0 h 1361601"/>
              <a:gd name="connsiteX0" fmla="*/ 0 w 949383"/>
              <a:gd name="connsiteY0" fmla="*/ 0 h 1376682"/>
              <a:gd name="connsiteX1" fmla="*/ 658076 w 949383"/>
              <a:gd name="connsiteY1" fmla="*/ 0 h 1376682"/>
              <a:gd name="connsiteX2" fmla="*/ 949383 w 949383"/>
              <a:gd name="connsiteY2" fmla="*/ 1361601 h 1376682"/>
              <a:gd name="connsiteX3" fmla="*/ 244475 w 949383"/>
              <a:gd name="connsiteY3" fmla="*/ 1376682 h 1376682"/>
              <a:gd name="connsiteX4" fmla="*/ 0 w 949383"/>
              <a:gd name="connsiteY4" fmla="*/ 0 h 1376682"/>
              <a:gd name="connsiteX0" fmla="*/ 0 w 949383"/>
              <a:gd name="connsiteY0" fmla="*/ 0 h 1383032"/>
              <a:gd name="connsiteX1" fmla="*/ 658076 w 949383"/>
              <a:gd name="connsiteY1" fmla="*/ 0 h 1383032"/>
              <a:gd name="connsiteX2" fmla="*/ 949383 w 949383"/>
              <a:gd name="connsiteY2" fmla="*/ 1361601 h 1383032"/>
              <a:gd name="connsiteX3" fmla="*/ 180975 w 949383"/>
              <a:gd name="connsiteY3" fmla="*/ 1383032 h 1383032"/>
              <a:gd name="connsiteX4" fmla="*/ 0 w 949383"/>
              <a:gd name="connsiteY4" fmla="*/ 0 h 1383032"/>
              <a:gd name="connsiteX0" fmla="*/ 0 w 949383"/>
              <a:gd name="connsiteY0" fmla="*/ 0 h 1379857"/>
              <a:gd name="connsiteX1" fmla="*/ 658076 w 949383"/>
              <a:gd name="connsiteY1" fmla="*/ 0 h 1379857"/>
              <a:gd name="connsiteX2" fmla="*/ 949383 w 949383"/>
              <a:gd name="connsiteY2" fmla="*/ 1361601 h 1379857"/>
              <a:gd name="connsiteX3" fmla="*/ 171450 w 949383"/>
              <a:gd name="connsiteY3" fmla="*/ 1379857 h 1379857"/>
              <a:gd name="connsiteX4" fmla="*/ 0 w 949383"/>
              <a:gd name="connsiteY4" fmla="*/ 0 h 1379857"/>
              <a:gd name="connsiteX0" fmla="*/ 0 w 949383"/>
              <a:gd name="connsiteY0" fmla="*/ 0 h 1361601"/>
              <a:gd name="connsiteX1" fmla="*/ 658076 w 949383"/>
              <a:gd name="connsiteY1" fmla="*/ 0 h 1361601"/>
              <a:gd name="connsiteX2" fmla="*/ 949383 w 949383"/>
              <a:gd name="connsiteY2" fmla="*/ 1361601 h 1361601"/>
              <a:gd name="connsiteX3" fmla="*/ 168275 w 949383"/>
              <a:gd name="connsiteY3" fmla="*/ 1351282 h 1361601"/>
              <a:gd name="connsiteX4" fmla="*/ 0 w 949383"/>
              <a:gd name="connsiteY4" fmla="*/ 0 h 1361601"/>
              <a:gd name="connsiteX0" fmla="*/ 0 w 949383"/>
              <a:gd name="connsiteY0" fmla="*/ 0 h 1363982"/>
              <a:gd name="connsiteX1" fmla="*/ 658076 w 949383"/>
              <a:gd name="connsiteY1" fmla="*/ 0 h 1363982"/>
              <a:gd name="connsiteX2" fmla="*/ 949383 w 949383"/>
              <a:gd name="connsiteY2" fmla="*/ 1361601 h 1363982"/>
              <a:gd name="connsiteX3" fmla="*/ 152400 w 949383"/>
              <a:gd name="connsiteY3" fmla="*/ 1363982 h 1363982"/>
              <a:gd name="connsiteX4" fmla="*/ 0 w 949383"/>
              <a:gd name="connsiteY4" fmla="*/ 0 h 1363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9383" h="1363982">
                <a:moveTo>
                  <a:pt x="0" y="0"/>
                </a:moveTo>
                <a:lnTo>
                  <a:pt x="658076" y="0"/>
                </a:lnTo>
                <a:lnTo>
                  <a:pt x="949383" y="1361601"/>
                </a:lnTo>
                <a:lnTo>
                  <a:pt x="152400" y="1363982"/>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solidFill>
                <a:schemeClr val="bg1"/>
              </a:solidFill>
            </a:endParaRPr>
          </a:p>
        </p:txBody>
      </p:sp>
      <p:cxnSp>
        <p:nvCxnSpPr>
          <p:cNvPr id="124" name="Straight Arrow Connector 123">
            <a:extLst>
              <a:ext uri="{FF2B5EF4-FFF2-40B4-BE49-F238E27FC236}">
                <a16:creationId xmlns:a16="http://schemas.microsoft.com/office/drawing/2014/main" id="{21462356-04AF-4D7A-A146-231EED1F52AA}"/>
              </a:ext>
            </a:extLst>
          </p:cNvPr>
          <p:cNvCxnSpPr>
            <a:cxnSpLocks/>
          </p:cNvCxnSpPr>
          <p:nvPr/>
        </p:nvCxnSpPr>
        <p:spPr>
          <a:xfrm rot="4980000" flipV="1">
            <a:off x="2302065" y="1378454"/>
            <a:ext cx="4572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0" name="Oval 119">
            <a:extLst>
              <a:ext uri="{FF2B5EF4-FFF2-40B4-BE49-F238E27FC236}">
                <a16:creationId xmlns:a16="http://schemas.microsoft.com/office/drawing/2014/main" id="{24D8D6EB-429F-4F83-A03D-CB6219EAEEAF}"/>
              </a:ext>
            </a:extLst>
          </p:cNvPr>
          <p:cNvSpPr/>
          <p:nvPr/>
        </p:nvSpPr>
        <p:spPr>
          <a:xfrm>
            <a:off x="2878465" y="5804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U</a:t>
            </a:r>
            <a:endParaRPr lang="en-US" dirty="0">
              <a:solidFill>
                <a:schemeClr val="accent6"/>
              </a:solidFill>
            </a:endParaRPr>
          </a:p>
        </p:txBody>
      </p:sp>
      <p:sp>
        <p:nvSpPr>
          <p:cNvPr id="308" name="Oval 307">
            <a:extLst>
              <a:ext uri="{FF2B5EF4-FFF2-40B4-BE49-F238E27FC236}">
                <a16:creationId xmlns:a16="http://schemas.microsoft.com/office/drawing/2014/main" id="{8F2DCE16-B03E-4878-9628-6458FA06E654}"/>
              </a:ext>
            </a:extLst>
          </p:cNvPr>
          <p:cNvSpPr/>
          <p:nvPr/>
        </p:nvSpPr>
        <p:spPr>
          <a:xfrm>
            <a:off x="2226010" y="58755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Q</a:t>
            </a:r>
            <a:endParaRPr lang="en-US" dirty="0">
              <a:solidFill>
                <a:schemeClr val="accent6"/>
              </a:solidFill>
            </a:endParaRPr>
          </a:p>
        </p:txBody>
      </p:sp>
      <p:cxnSp>
        <p:nvCxnSpPr>
          <p:cNvPr id="125" name="Straight Arrow Connector 124">
            <a:extLst>
              <a:ext uri="{FF2B5EF4-FFF2-40B4-BE49-F238E27FC236}">
                <a16:creationId xmlns:a16="http://schemas.microsoft.com/office/drawing/2014/main" id="{7D53D871-5EE3-4AAA-A583-1CBA76CD1AC1}"/>
              </a:ext>
            </a:extLst>
          </p:cNvPr>
          <p:cNvCxnSpPr>
            <a:cxnSpLocks/>
          </p:cNvCxnSpPr>
          <p:nvPr/>
        </p:nvCxnSpPr>
        <p:spPr>
          <a:xfrm rot="15480000" flipV="1">
            <a:off x="2861238" y="142988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6" name="Straight Arrow Connector 125">
            <a:extLst>
              <a:ext uri="{FF2B5EF4-FFF2-40B4-BE49-F238E27FC236}">
                <a16:creationId xmlns:a16="http://schemas.microsoft.com/office/drawing/2014/main" id="{0645B774-23D8-4005-A05B-FD1044FEE987}"/>
              </a:ext>
            </a:extLst>
          </p:cNvPr>
          <p:cNvCxnSpPr>
            <a:cxnSpLocks/>
          </p:cNvCxnSpPr>
          <p:nvPr/>
        </p:nvCxnSpPr>
        <p:spPr>
          <a:xfrm flipH="1">
            <a:off x="2634185" y="820689"/>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128" name="Group 127">
            <a:extLst>
              <a:ext uri="{FF2B5EF4-FFF2-40B4-BE49-F238E27FC236}">
                <a16:creationId xmlns:a16="http://schemas.microsoft.com/office/drawing/2014/main" id="{0F3EF7AA-6FDB-4389-B4A7-1B092F6C7C3F}"/>
              </a:ext>
            </a:extLst>
          </p:cNvPr>
          <p:cNvGrpSpPr/>
          <p:nvPr/>
        </p:nvGrpSpPr>
        <p:grpSpPr>
          <a:xfrm>
            <a:off x="7517721" y="4695252"/>
            <a:ext cx="2977526" cy="1342058"/>
            <a:chOff x="9063622" y="4495872"/>
            <a:chExt cx="2977526" cy="1342058"/>
          </a:xfrm>
        </p:grpSpPr>
        <p:grpSp>
          <p:nvGrpSpPr>
            <p:cNvPr id="129" name="Group 128">
              <a:extLst>
                <a:ext uri="{FF2B5EF4-FFF2-40B4-BE49-F238E27FC236}">
                  <a16:creationId xmlns:a16="http://schemas.microsoft.com/office/drawing/2014/main" id="{6271B160-5500-4EDF-B13E-7BE98E38B950}"/>
                </a:ext>
              </a:extLst>
            </p:cNvPr>
            <p:cNvGrpSpPr/>
            <p:nvPr/>
          </p:nvGrpSpPr>
          <p:grpSpPr>
            <a:xfrm>
              <a:off x="9063622" y="4495872"/>
              <a:ext cx="1951540" cy="369332"/>
              <a:chOff x="5793989" y="4428721"/>
              <a:chExt cx="1951540" cy="369332"/>
            </a:xfrm>
          </p:grpSpPr>
          <p:sp>
            <p:nvSpPr>
              <p:cNvPr id="136" name="Oval 135">
                <a:extLst>
                  <a:ext uri="{FF2B5EF4-FFF2-40B4-BE49-F238E27FC236}">
                    <a16:creationId xmlns:a16="http://schemas.microsoft.com/office/drawing/2014/main" id="{96D570CB-9AD5-46E7-A1D8-FF90ED354312}"/>
                  </a:ext>
                </a:extLst>
              </p:cNvPr>
              <p:cNvSpPr/>
              <p:nvPr/>
            </p:nvSpPr>
            <p:spPr>
              <a:xfrm>
                <a:off x="5793989" y="4478917"/>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X</a:t>
                </a:r>
                <a:endParaRPr lang="en-US" dirty="0"/>
              </a:p>
            </p:txBody>
          </p:sp>
          <p:sp>
            <p:nvSpPr>
              <p:cNvPr id="137" name="TextBox 136">
                <a:extLst>
                  <a:ext uri="{FF2B5EF4-FFF2-40B4-BE49-F238E27FC236}">
                    <a16:creationId xmlns:a16="http://schemas.microsoft.com/office/drawing/2014/main" id="{6884A116-07A5-4487-B11C-D503B3CD996B}"/>
                  </a:ext>
                </a:extLst>
              </p:cNvPr>
              <p:cNvSpPr txBox="1"/>
              <p:nvPr/>
            </p:nvSpPr>
            <p:spPr>
              <a:xfrm>
                <a:off x="6060452" y="4428721"/>
                <a:ext cx="1685077" cy="369332"/>
              </a:xfrm>
              <a:prstGeom prst="rect">
                <a:avLst/>
              </a:prstGeom>
              <a:noFill/>
            </p:spPr>
            <p:txBody>
              <a:bodyPr wrap="none" rtlCol="0">
                <a:spAutoFit/>
              </a:bodyPr>
              <a:lstStyle/>
              <a:p>
                <a:r>
                  <a:rPr lang="en-US" dirty="0"/>
                  <a:t>Regular vertex</a:t>
                </a:r>
              </a:p>
            </p:txBody>
          </p:sp>
        </p:grpSp>
        <p:grpSp>
          <p:nvGrpSpPr>
            <p:cNvPr id="130" name="Group 129">
              <a:extLst>
                <a:ext uri="{FF2B5EF4-FFF2-40B4-BE49-F238E27FC236}">
                  <a16:creationId xmlns:a16="http://schemas.microsoft.com/office/drawing/2014/main" id="{22BD9A63-4B0E-42AA-8911-64A002869876}"/>
                </a:ext>
              </a:extLst>
            </p:cNvPr>
            <p:cNvGrpSpPr/>
            <p:nvPr/>
          </p:nvGrpSpPr>
          <p:grpSpPr>
            <a:xfrm>
              <a:off x="9063622" y="4959034"/>
              <a:ext cx="2977526" cy="369332"/>
              <a:chOff x="5793989" y="4891883"/>
              <a:chExt cx="2977526" cy="369332"/>
            </a:xfrm>
          </p:grpSpPr>
          <p:sp>
            <p:nvSpPr>
              <p:cNvPr id="134" name="Oval 133">
                <a:extLst>
                  <a:ext uri="{FF2B5EF4-FFF2-40B4-BE49-F238E27FC236}">
                    <a16:creationId xmlns:a16="http://schemas.microsoft.com/office/drawing/2014/main" id="{817B9C89-5ECC-4077-AD52-216CBA748887}"/>
                  </a:ext>
                </a:extLst>
              </p:cNvPr>
              <p:cNvSpPr/>
              <p:nvPr/>
            </p:nvSpPr>
            <p:spPr>
              <a:xfrm>
                <a:off x="5793989" y="4942079"/>
                <a:ext cx="268941" cy="268941"/>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sp>
            <p:nvSpPr>
              <p:cNvPr id="135" name="TextBox 134">
                <a:extLst>
                  <a:ext uri="{FF2B5EF4-FFF2-40B4-BE49-F238E27FC236}">
                    <a16:creationId xmlns:a16="http://schemas.microsoft.com/office/drawing/2014/main" id="{C4B5BD52-DD86-4E0D-8EF2-B7F3212A5D63}"/>
                  </a:ext>
                </a:extLst>
              </p:cNvPr>
              <p:cNvSpPr txBox="1"/>
              <p:nvPr/>
            </p:nvSpPr>
            <p:spPr>
              <a:xfrm>
                <a:off x="6060452" y="4891883"/>
                <a:ext cx="2711063" cy="369332"/>
              </a:xfrm>
              <a:prstGeom prst="rect">
                <a:avLst/>
              </a:prstGeom>
              <a:noFill/>
            </p:spPr>
            <p:txBody>
              <a:bodyPr wrap="none" rtlCol="0">
                <a:spAutoFit/>
              </a:bodyPr>
              <a:lstStyle/>
              <a:p>
                <a:r>
                  <a:rPr lang="en-US" dirty="0"/>
                  <a:t>Interface Element Vertex</a:t>
                </a:r>
              </a:p>
            </p:txBody>
          </p:sp>
        </p:grpSp>
        <p:grpSp>
          <p:nvGrpSpPr>
            <p:cNvPr id="131" name="Group 130">
              <a:extLst>
                <a:ext uri="{FF2B5EF4-FFF2-40B4-BE49-F238E27FC236}">
                  <a16:creationId xmlns:a16="http://schemas.microsoft.com/office/drawing/2014/main" id="{45F7203A-AB4C-46B0-B45A-7F8290805208}"/>
                </a:ext>
              </a:extLst>
            </p:cNvPr>
            <p:cNvGrpSpPr/>
            <p:nvPr/>
          </p:nvGrpSpPr>
          <p:grpSpPr>
            <a:xfrm>
              <a:off x="9063622" y="5468598"/>
              <a:ext cx="1951540" cy="369332"/>
              <a:chOff x="5793989" y="5411274"/>
              <a:chExt cx="1951540" cy="369332"/>
            </a:xfrm>
          </p:grpSpPr>
          <p:sp>
            <p:nvSpPr>
              <p:cNvPr id="132" name="Oval 131">
                <a:extLst>
                  <a:ext uri="{FF2B5EF4-FFF2-40B4-BE49-F238E27FC236}">
                    <a16:creationId xmlns:a16="http://schemas.microsoft.com/office/drawing/2014/main" id="{317466B4-104B-4EDB-BFB1-7CA5FC26121E}"/>
                  </a:ext>
                </a:extLst>
              </p:cNvPr>
              <p:cNvSpPr/>
              <p:nvPr/>
            </p:nvSpPr>
            <p:spPr>
              <a:xfrm>
                <a:off x="5793989" y="5461470"/>
                <a:ext cx="268941" cy="268941"/>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sp>
            <p:nvSpPr>
              <p:cNvPr id="133" name="TextBox 132">
                <a:extLst>
                  <a:ext uri="{FF2B5EF4-FFF2-40B4-BE49-F238E27FC236}">
                    <a16:creationId xmlns:a16="http://schemas.microsoft.com/office/drawing/2014/main" id="{F193CB36-8669-495E-9824-7C013274B110}"/>
                  </a:ext>
                </a:extLst>
              </p:cNvPr>
              <p:cNvSpPr txBox="1"/>
              <p:nvPr/>
            </p:nvSpPr>
            <p:spPr>
              <a:xfrm>
                <a:off x="6060452" y="5411274"/>
                <a:ext cx="1685077" cy="369332"/>
              </a:xfrm>
              <a:prstGeom prst="rect">
                <a:avLst/>
              </a:prstGeom>
              <a:noFill/>
            </p:spPr>
            <p:txBody>
              <a:bodyPr wrap="none" rtlCol="0">
                <a:spAutoFit/>
              </a:bodyPr>
              <a:lstStyle/>
              <a:p>
                <a:r>
                  <a:rPr lang="en-US" dirty="0"/>
                  <a:t>Collapse Edge</a:t>
                </a:r>
              </a:p>
            </p:txBody>
          </p:sp>
        </p:grpSp>
      </p:grpSp>
      <p:sp>
        <p:nvSpPr>
          <p:cNvPr id="3" name="Freeform: Shape 2">
            <a:extLst>
              <a:ext uri="{FF2B5EF4-FFF2-40B4-BE49-F238E27FC236}">
                <a16:creationId xmlns:a16="http://schemas.microsoft.com/office/drawing/2014/main" id="{F0CF0035-77BE-41F8-96B9-F0A019030BC3}"/>
              </a:ext>
            </a:extLst>
          </p:cNvPr>
          <p:cNvSpPr/>
          <p:nvPr/>
        </p:nvSpPr>
        <p:spPr>
          <a:xfrm>
            <a:off x="3335337" y="2108200"/>
            <a:ext cx="1727201" cy="715167"/>
          </a:xfrm>
          <a:custGeom>
            <a:avLst/>
            <a:gdLst>
              <a:gd name="connsiteX0" fmla="*/ 501650 w 2317750"/>
              <a:gd name="connsiteY0" fmla="*/ 0 h 368300"/>
              <a:gd name="connsiteX1" fmla="*/ 2317750 w 2317750"/>
              <a:gd name="connsiteY1" fmla="*/ 365125 h 368300"/>
              <a:gd name="connsiteX2" fmla="*/ 0 w 2317750"/>
              <a:gd name="connsiteY2" fmla="*/ 368300 h 368300"/>
              <a:gd name="connsiteX3" fmla="*/ 501650 w 2317750"/>
              <a:gd name="connsiteY3" fmla="*/ 0 h 368300"/>
              <a:gd name="connsiteX0" fmla="*/ 501650 w 2317750"/>
              <a:gd name="connsiteY0" fmla="*/ 0 h 368300"/>
              <a:gd name="connsiteX1" fmla="*/ 2317750 w 2317750"/>
              <a:gd name="connsiteY1" fmla="*/ 365125 h 368300"/>
              <a:gd name="connsiteX2" fmla="*/ 0 w 2317750"/>
              <a:gd name="connsiteY2" fmla="*/ 368300 h 368300"/>
              <a:gd name="connsiteX3" fmla="*/ 501650 w 2317750"/>
              <a:gd name="connsiteY3" fmla="*/ 0 h 368300"/>
              <a:gd name="connsiteX0" fmla="*/ 501650 w 2317750"/>
              <a:gd name="connsiteY0" fmla="*/ 0 h 375444"/>
              <a:gd name="connsiteX1" fmla="*/ 2317750 w 2317750"/>
              <a:gd name="connsiteY1" fmla="*/ 365125 h 375444"/>
              <a:gd name="connsiteX2" fmla="*/ 0 w 2317750"/>
              <a:gd name="connsiteY2" fmla="*/ 375444 h 375444"/>
              <a:gd name="connsiteX3" fmla="*/ 501650 w 2317750"/>
              <a:gd name="connsiteY3" fmla="*/ 0 h 375444"/>
              <a:gd name="connsiteX0" fmla="*/ 501650 w 2332038"/>
              <a:gd name="connsiteY0" fmla="*/ 0 h 375444"/>
              <a:gd name="connsiteX1" fmla="*/ 2332038 w 2332038"/>
              <a:gd name="connsiteY1" fmla="*/ 374650 h 375444"/>
              <a:gd name="connsiteX2" fmla="*/ 0 w 2332038"/>
              <a:gd name="connsiteY2" fmla="*/ 375444 h 375444"/>
              <a:gd name="connsiteX3" fmla="*/ 501650 w 2332038"/>
              <a:gd name="connsiteY3" fmla="*/ 0 h 375444"/>
              <a:gd name="connsiteX0" fmla="*/ 623094 w 2332038"/>
              <a:gd name="connsiteY0" fmla="*/ 0 h 470694"/>
              <a:gd name="connsiteX1" fmla="*/ 2332038 w 2332038"/>
              <a:gd name="connsiteY1" fmla="*/ 469900 h 470694"/>
              <a:gd name="connsiteX2" fmla="*/ 0 w 2332038"/>
              <a:gd name="connsiteY2" fmla="*/ 470694 h 470694"/>
              <a:gd name="connsiteX3" fmla="*/ 623094 w 2332038"/>
              <a:gd name="connsiteY3" fmla="*/ 0 h 470694"/>
              <a:gd name="connsiteX0" fmla="*/ 623094 w 2322513"/>
              <a:gd name="connsiteY0" fmla="*/ 0 h 703262"/>
              <a:gd name="connsiteX1" fmla="*/ 2322513 w 2322513"/>
              <a:gd name="connsiteY1" fmla="*/ 703262 h 703262"/>
              <a:gd name="connsiteX2" fmla="*/ 0 w 2322513"/>
              <a:gd name="connsiteY2" fmla="*/ 470694 h 703262"/>
              <a:gd name="connsiteX3" fmla="*/ 623094 w 2322513"/>
              <a:gd name="connsiteY3" fmla="*/ 0 h 703262"/>
              <a:gd name="connsiteX0" fmla="*/ 623094 w 2322513"/>
              <a:gd name="connsiteY0" fmla="*/ 0 h 691355"/>
              <a:gd name="connsiteX1" fmla="*/ 2322513 w 2322513"/>
              <a:gd name="connsiteY1" fmla="*/ 691355 h 691355"/>
              <a:gd name="connsiteX2" fmla="*/ 0 w 2322513"/>
              <a:gd name="connsiteY2" fmla="*/ 470694 h 691355"/>
              <a:gd name="connsiteX3" fmla="*/ 623094 w 2322513"/>
              <a:gd name="connsiteY3" fmla="*/ 0 h 691355"/>
              <a:gd name="connsiteX0" fmla="*/ 623094 w 2324894"/>
              <a:gd name="connsiteY0" fmla="*/ 0 h 693736"/>
              <a:gd name="connsiteX1" fmla="*/ 2324894 w 2324894"/>
              <a:gd name="connsiteY1" fmla="*/ 693736 h 693736"/>
              <a:gd name="connsiteX2" fmla="*/ 0 w 2324894"/>
              <a:gd name="connsiteY2" fmla="*/ 470694 h 693736"/>
              <a:gd name="connsiteX3" fmla="*/ 623094 w 2324894"/>
              <a:gd name="connsiteY3" fmla="*/ 0 h 693736"/>
              <a:gd name="connsiteX0" fmla="*/ 623094 w 2332038"/>
              <a:gd name="connsiteY0" fmla="*/ 0 h 693736"/>
              <a:gd name="connsiteX1" fmla="*/ 2332038 w 2332038"/>
              <a:gd name="connsiteY1" fmla="*/ 206375 h 693736"/>
              <a:gd name="connsiteX2" fmla="*/ 2324894 w 2332038"/>
              <a:gd name="connsiteY2" fmla="*/ 693736 h 693736"/>
              <a:gd name="connsiteX3" fmla="*/ 0 w 2332038"/>
              <a:gd name="connsiteY3" fmla="*/ 470694 h 693736"/>
              <a:gd name="connsiteX4" fmla="*/ 623094 w 2332038"/>
              <a:gd name="connsiteY4" fmla="*/ 0 h 693736"/>
              <a:gd name="connsiteX0" fmla="*/ 623094 w 2332038"/>
              <a:gd name="connsiteY0" fmla="*/ 0 h 693736"/>
              <a:gd name="connsiteX1" fmla="*/ 2332038 w 2332038"/>
              <a:gd name="connsiteY1" fmla="*/ 206375 h 693736"/>
              <a:gd name="connsiteX2" fmla="*/ 2324894 w 2332038"/>
              <a:gd name="connsiteY2" fmla="*/ 693736 h 693736"/>
              <a:gd name="connsiteX3" fmla="*/ 0 w 2332038"/>
              <a:gd name="connsiteY3" fmla="*/ 470694 h 693736"/>
              <a:gd name="connsiteX4" fmla="*/ 623094 w 2332038"/>
              <a:gd name="connsiteY4" fmla="*/ 0 h 693736"/>
              <a:gd name="connsiteX0" fmla="*/ 623094 w 2332038"/>
              <a:gd name="connsiteY0" fmla="*/ 0 h 693736"/>
              <a:gd name="connsiteX1" fmla="*/ 2332038 w 2332038"/>
              <a:gd name="connsiteY1" fmla="*/ 206375 h 693736"/>
              <a:gd name="connsiteX2" fmla="*/ 2324894 w 2332038"/>
              <a:gd name="connsiteY2" fmla="*/ 693736 h 693736"/>
              <a:gd name="connsiteX3" fmla="*/ 0 w 2332038"/>
              <a:gd name="connsiteY3" fmla="*/ 470694 h 693736"/>
              <a:gd name="connsiteX4" fmla="*/ 623094 w 2332038"/>
              <a:gd name="connsiteY4" fmla="*/ 0 h 693736"/>
              <a:gd name="connsiteX0" fmla="*/ 623094 w 2332038"/>
              <a:gd name="connsiteY0" fmla="*/ 0 h 693736"/>
              <a:gd name="connsiteX1" fmla="*/ 2332038 w 2332038"/>
              <a:gd name="connsiteY1" fmla="*/ 206375 h 693736"/>
              <a:gd name="connsiteX2" fmla="*/ 2324894 w 2332038"/>
              <a:gd name="connsiteY2" fmla="*/ 693736 h 693736"/>
              <a:gd name="connsiteX3" fmla="*/ 0 w 2332038"/>
              <a:gd name="connsiteY3" fmla="*/ 470694 h 693736"/>
              <a:gd name="connsiteX4" fmla="*/ 623094 w 2332038"/>
              <a:gd name="connsiteY4" fmla="*/ 0 h 693736"/>
              <a:gd name="connsiteX0" fmla="*/ 623094 w 2332038"/>
              <a:gd name="connsiteY0" fmla="*/ 0 h 693736"/>
              <a:gd name="connsiteX1" fmla="*/ 2332038 w 2332038"/>
              <a:gd name="connsiteY1" fmla="*/ 206375 h 693736"/>
              <a:gd name="connsiteX2" fmla="*/ 2324894 w 2332038"/>
              <a:gd name="connsiteY2" fmla="*/ 693736 h 693736"/>
              <a:gd name="connsiteX3" fmla="*/ 0 w 2332038"/>
              <a:gd name="connsiteY3" fmla="*/ 470694 h 693736"/>
              <a:gd name="connsiteX4" fmla="*/ 623094 w 2332038"/>
              <a:gd name="connsiteY4" fmla="*/ 0 h 693736"/>
              <a:gd name="connsiteX0" fmla="*/ 623094 w 2332038"/>
              <a:gd name="connsiteY0" fmla="*/ 0 h 715167"/>
              <a:gd name="connsiteX1" fmla="*/ 2332038 w 2332038"/>
              <a:gd name="connsiteY1" fmla="*/ 206375 h 715167"/>
              <a:gd name="connsiteX2" fmla="*/ 2091531 w 2332038"/>
              <a:gd name="connsiteY2" fmla="*/ 715167 h 715167"/>
              <a:gd name="connsiteX3" fmla="*/ 0 w 2332038"/>
              <a:gd name="connsiteY3" fmla="*/ 470694 h 715167"/>
              <a:gd name="connsiteX4" fmla="*/ 623094 w 2332038"/>
              <a:gd name="connsiteY4" fmla="*/ 0 h 715167"/>
              <a:gd name="connsiteX0" fmla="*/ 163513 w 1872457"/>
              <a:gd name="connsiteY0" fmla="*/ 0 h 715167"/>
              <a:gd name="connsiteX1" fmla="*/ 1872457 w 1872457"/>
              <a:gd name="connsiteY1" fmla="*/ 206375 h 715167"/>
              <a:gd name="connsiteX2" fmla="*/ 1631950 w 1872457"/>
              <a:gd name="connsiteY2" fmla="*/ 715167 h 715167"/>
              <a:gd name="connsiteX3" fmla="*/ 0 w 1872457"/>
              <a:gd name="connsiteY3" fmla="*/ 520700 h 715167"/>
              <a:gd name="connsiteX4" fmla="*/ 163513 w 1872457"/>
              <a:gd name="connsiteY4" fmla="*/ 0 h 715167"/>
              <a:gd name="connsiteX0" fmla="*/ 30163 w 1739107"/>
              <a:gd name="connsiteY0" fmla="*/ 0 h 715167"/>
              <a:gd name="connsiteX1" fmla="*/ 1739107 w 1739107"/>
              <a:gd name="connsiteY1" fmla="*/ 206375 h 715167"/>
              <a:gd name="connsiteX2" fmla="*/ 1498600 w 1739107"/>
              <a:gd name="connsiteY2" fmla="*/ 715167 h 715167"/>
              <a:gd name="connsiteX3" fmla="*/ 0 w 1739107"/>
              <a:gd name="connsiteY3" fmla="*/ 530225 h 715167"/>
              <a:gd name="connsiteX4" fmla="*/ 30163 w 1739107"/>
              <a:gd name="connsiteY4" fmla="*/ 0 h 715167"/>
              <a:gd name="connsiteX0" fmla="*/ 18257 w 1727201"/>
              <a:gd name="connsiteY0" fmla="*/ 0 h 715167"/>
              <a:gd name="connsiteX1" fmla="*/ 1727201 w 1727201"/>
              <a:gd name="connsiteY1" fmla="*/ 206375 h 715167"/>
              <a:gd name="connsiteX2" fmla="*/ 1486694 w 1727201"/>
              <a:gd name="connsiteY2" fmla="*/ 715167 h 715167"/>
              <a:gd name="connsiteX3" fmla="*/ 0 w 1727201"/>
              <a:gd name="connsiteY3" fmla="*/ 537369 h 715167"/>
              <a:gd name="connsiteX4" fmla="*/ 18257 w 1727201"/>
              <a:gd name="connsiteY4" fmla="*/ 0 h 7151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201" h="715167">
                <a:moveTo>
                  <a:pt x="18257" y="0"/>
                </a:moveTo>
                <a:lnTo>
                  <a:pt x="1727201" y="206375"/>
                </a:lnTo>
                <a:lnTo>
                  <a:pt x="1486694" y="715167"/>
                </a:lnTo>
                <a:lnTo>
                  <a:pt x="0" y="537369"/>
                </a:lnTo>
                <a:lnTo>
                  <a:pt x="18257"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cxnSp>
        <p:nvCxnSpPr>
          <p:cNvPr id="138" name="Straight Arrow Connector 137">
            <a:extLst>
              <a:ext uri="{FF2B5EF4-FFF2-40B4-BE49-F238E27FC236}">
                <a16:creationId xmlns:a16="http://schemas.microsoft.com/office/drawing/2014/main" id="{B0769048-E83B-42C0-A540-3F580847A228}"/>
              </a:ext>
            </a:extLst>
          </p:cNvPr>
          <p:cNvCxnSpPr>
            <a:cxnSpLocks/>
          </p:cNvCxnSpPr>
          <p:nvPr/>
        </p:nvCxnSpPr>
        <p:spPr>
          <a:xfrm rot="8760000" flipH="1">
            <a:off x="2930220" y="2278845"/>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9" name="Straight Arrow Connector 138">
            <a:extLst>
              <a:ext uri="{FF2B5EF4-FFF2-40B4-BE49-F238E27FC236}">
                <a16:creationId xmlns:a16="http://schemas.microsoft.com/office/drawing/2014/main" id="{BE00E4BA-EB50-438A-98F1-02A743DF3D3A}"/>
              </a:ext>
            </a:extLst>
          </p:cNvPr>
          <p:cNvCxnSpPr>
            <a:cxnSpLocks/>
          </p:cNvCxnSpPr>
          <p:nvPr/>
        </p:nvCxnSpPr>
        <p:spPr>
          <a:xfrm rot="4680000" flipV="1">
            <a:off x="2977066" y="1418390"/>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0" name="Straight Arrow Connector 139">
            <a:extLst>
              <a:ext uri="{FF2B5EF4-FFF2-40B4-BE49-F238E27FC236}">
                <a16:creationId xmlns:a16="http://schemas.microsoft.com/office/drawing/2014/main" id="{161CE13B-8C2B-41ED-8D35-D7E01DC65B2D}"/>
              </a:ext>
            </a:extLst>
          </p:cNvPr>
          <p:cNvCxnSpPr>
            <a:cxnSpLocks/>
          </p:cNvCxnSpPr>
          <p:nvPr/>
        </p:nvCxnSpPr>
        <p:spPr>
          <a:xfrm rot="19560000" flipH="1">
            <a:off x="2983900" y="2392292"/>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1" name="Straight Arrow Connector 140">
            <a:extLst>
              <a:ext uri="{FF2B5EF4-FFF2-40B4-BE49-F238E27FC236}">
                <a16:creationId xmlns:a16="http://schemas.microsoft.com/office/drawing/2014/main" id="{EF6769F9-44E9-4FB3-9F44-FA166E264CD9}"/>
              </a:ext>
            </a:extLst>
          </p:cNvPr>
          <p:cNvCxnSpPr>
            <a:cxnSpLocks/>
          </p:cNvCxnSpPr>
          <p:nvPr/>
        </p:nvCxnSpPr>
        <p:spPr>
          <a:xfrm rot="420000" flipV="1">
            <a:off x="3850854" y="2672764"/>
            <a:ext cx="37490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2" name="Straight Arrow Connector 141">
            <a:extLst>
              <a:ext uri="{FF2B5EF4-FFF2-40B4-BE49-F238E27FC236}">
                <a16:creationId xmlns:a16="http://schemas.microsoft.com/office/drawing/2014/main" id="{14DF4CC4-22E4-4D7C-96E1-2A073067C3D3}"/>
              </a:ext>
            </a:extLst>
          </p:cNvPr>
          <p:cNvCxnSpPr>
            <a:cxnSpLocks noChangeAspect="1"/>
          </p:cNvCxnSpPr>
          <p:nvPr/>
        </p:nvCxnSpPr>
        <p:spPr>
          <a:xfrm rot="-240000" flipH="1" flipV="1">
            <a:off x="3929083" y="2236191"/>
            <a:ext cx="377822" cy="731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3" name="Straight Arrow Connector 142">
            <a:extLst>
              <a:ext uri="{FF2B5EF4-FFF2-40B4-BE49-F238E27FC236}">
                <a16:creationId xmlns:a16="http://schemas.microsoft.com/office/drawing/2014/main" id="{7250F51B-E421-441D-B373-EC408E4513EB}"/>
              </a:ext>
            </a:extLst>
          </p:cNvPr>
          <p:cNvCxnSpPr>
            <a:cxnSpLocks noChangeAspect="1"/>
          </p:cNvCxnSpPr>
          <p:nvPr/>
        </p:nvCxnSpPr>
        <p:spPr>
          <a:xfrm rot="10620000" flipH="1" flipV="1">
            <a:off x="3978920" y="2109291"/>
            <a:ext cx="377822" cy="731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1" name="Straight Arrow Connector 150">
            <a:extLst>
              <a:ext uri="{FF2B5EF4-FFF2-40B4-BE49-F238E27FC236}">
                <a16:creationId xmlns:a16="http://schemas.microsoft.com/office/drawing/2014/main" id="{79E8AE7E-35A0-4DFE-9404-3AB15284ACD9}"/>
              </a:ext>
            </a:extLst>
          </p:cNvPr>
          <p:cNvCxnSpPr>
            <a:cxnSpLocks/>
          </p:cNvCxnSpPr>
          <p:nvPr/>
        </p:nvCxnSpPr>
        <p:spPr>
          <a:xfrm rot="5400000" flipV="1">
            <a:off x="7253802" y="3612041"/>
            <a:ext cx="3657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2" name="Straight Arrow Connector 151">
            <a:extLst>
              <a:ext uri="{FF2B5EF4-FFF2-40B4-BE49-F238E27FC236}">
                <a16:creationId xmlns:a16="http://schemas.microsoft.com/office/drawing/2014/main" id="{5E68CBEB-1C24-4919-B012-A4F7D5A32FCF}"/>
              </a:ext>
            </a:extLst>
          </p:cNvPr>
          <p:cNvCxnSpPr>
            <a:cxnSpLocks/>
          </p:cNvCxnSpPr>
          <p:nvPr/>
        </p:nvCxnSpPr>
        <p:spPr>
          <a:xfrm rot="10800000" flipH="1">
            <a:off x="7545184" y="4315205"/>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3" name="Rectangle 152">
            <a:extLst>
              <a:ext uri="{FF2B5EF4-FFF2-40B4-BE49-F238E27FC236}">
                <a16:creationId xmlns:a16="http://schemas.microsoft.com/office/drawing/2014/main" id="{1B78A846-ABD4-4D74-88BA-2B27948217DA}"/>
              </a:ext>
            </a:extLst>
          </p:cNvPr>
          <p:cNvSpPr/>
          <p:nvPr/>
        </p:nvSpPr>
        <p:spPr>
          <a:xfrm>
            <a:off x="7380780" y="2581397"/>
            <a:ext cx="490198" cy="1828412"/>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69" name="Rectangle 168">
            <a:extLst>
              <a:ext uri="{FF2B5EF4-FFF2-40B4-BE49-F238E27FC236}">
                <a16:creationId xmlns:a16="http://schemas.microsoft.com/office/drawing/2014/main" id="{93F820B5-4DE1-4CBB-8378-FD472BC84F30}"/>
              </a:ext>
            </a:extLst>
          </p:cNvPr>
          <p:cNvSpPr/>
          <p:nvPr/>
        </p:nvSpPr>
        <p:spPr>
          <a:xfrm>
            <a:off x="7384176" y="746473"/>
            <a:ext cx="490198" cy="1828412"/>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00" name="Oval 299">
            <a:extLst>
              <a:ext uri="{FF2B5EF4-FFF2-40B4-BE49-F238E27FC236}">
                <a16:creationId xmlns:a16="http://schemas.microsoft.com/office/drawing/2014/main" id="{F1D59075-0218-4F2D-8875-3BBF8730CCB5}"/>
              </a:ext>
            </a:extLst>
          </p:cNvPr>
          <p:cNvSpPr/>
          <p:nvPr/>
        </p:nvSpPr>
        <p:spPr>
          <a:xfrm>
            <a:off x="7212108" y="4229006"/>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H</a:t>
            </a:r>
            <a:endParaRPr lang="en-US" dirty="0">
              <a:solidFill>
                <a:schemeClr val="accent6"/>
              </a:solidFill>
            </a:endParaRPr>
          </a:p>
        </p:txBody>
      </p:sp>
      <p:sp>
        <p:nvSpPr>
          <p:cNvPr id="150" name="Oval 149">
            <a:extLst>
              <a:ext uri="{FF2B5EF4-FFF2-40B4-BE49-F238E27FC236}">
                <a16:creationId xmlns:a16="http://schemas.microsoft.com/office/drawing/2014/main" id="{06764432-83D0-4EB5-83B6-52D8364AAAA7}"/>
              </a:ext>
            </a:extLst>
          </p:cNvPr>
          <p:cNvSpPr/>
          <p:nvPr/>
        </p:nvSpPr>
        <p:spPr>
          <a:xfrm>
            <a:off x="7697946" y="423583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W</a:t>
            </a:r>
            <a:endParaRPr lang="en-US" dirty="0">
              <a:solidFill>
                <a:schemeClr val="accent6"/>
              </a:solidFill>
            </a:endParaRPr>
          </a:p>
        </p:txBody>
      </p:sp>
      <p:sp>
        <p:nvSpPr>
          <p:cNvPr id="310" name="Oval 309">
            <a:extLst>
              <a:ext uri="{FF2B5EF4-FFF2-40B4-BE49-F238E27FC236}">
                <a16:creationId xmlns:a16="http://schemas.microsoft.com/office/drawing/2014/main" id="{C3D66646-F891-415E-9B93-C259E4A46E28}"/>
              </a:ext>
            </a:extLst>
          </p:cNvPr>
          <p:cNvSpPr/>
          <p:nvPr/>
        </p:nvSpPr>
        <p:spPr>
          <a:xfrm>
            <a:off x="7211823" y="575921"/>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S</a:t>
            </a:r>
            <a:endParaRPr lang="en-US" dirty="0">
              <a:solidFill>
                <a:schemeClr val="accent6"/>
              </a:solidFill>
            </a:endParaRPr>
          </a:p>
        </p:txBody>
      </p:sp>
      <p:sp>
        <p:nvSpPr>
          <p:cNvPr id="171" name="Oval 170">
            <a:extLst>
              <a:ext uri="{FF2B5EF4-FFF2-40B4-BE49-F238E27FC236}">
                <a16:creationId xmlns:a16="http://schemas.microsoft.com/office/drawing/2014/main" id="{29D7F294-9E84-483C-BE9D-AED562153462}"/>
              </a:ext>
            </a:extLst>
          </p:cNvPr>
          <p:cNvSpPr/>
          <p:nvPr/>
        </p:nvSpPr>
        <p:spPr>
          <a:xfrm>
            <a:off x="7697858" y="569575"/>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Z</a:t>
            </a:r>
            <a:endParaRPr lang="en-US" dirty="0">
              <a:solidFill>
                <a:schemeClr val="accent6"/>
              </a:solidFill>
            </a:endParaRPr>
          </a:p>
        </p:txBody>
      </p:sp>
      <p:cxnSp>
        <p:nvCxnSpPr>
          <p:cNvPr id="172" name="Straight Arrow Connector 171">
            <a:extLst>
              <a:ext uri="{FF2B5EF4-FFF2-40B4-BE49-F238E27FC236}">
                <a16:creationId xmlns:a16="http://schemas.microsoft.com/office/drawing/2014/main" id="{0B0F1EA2-BED1-42E9-9C51-6D2934CE2589}"/>
              </a:ext>
            </a:extLst>
          </p:cNvPr>
          <p:cNvCxnSpPr>
            <a:cxnSpLocks/>
          </p:cNvCxnSpPr>
          <p:nvPr/>
        </p:nvCxnSpPr>
        <p:spPr>
          <a:xfrm rot="16200000" flipV="1">
            <a:off x="7527739" y="347873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3" name="Straight Arrow Connector 172">
            <a:extLst>
              <a:ext uri="{FF2B5EF4-FFF2-40B4-BE49-F238E27FC236}">
                <a16:creationId xmlns:a16="http://schemas.microsoft.com/office/drawing/2014/main" id="{E1C3EE26-505E-41A7-8B8F-C806FC94E906}"/>
              </a:ext>
            </a:extLst>
          </p:cNvPr>
          <p:cNvCxnSpPr>
            <a:cxnSpLocks/>
          </p:cNvCxnSpPr>
          <p:nvPr/>
        </p:nvCxnSpPr>
        <p:spPr>
          <a:xfrm rot="5400000" flipV="1">
            <a:off x="7154166" y="3478738"/>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4" name="Straight Arrow Connector 173">
            <a:extLst>
              <a:ext uri="{FF2B5EF4-FFF2-40B4-BE49-F238E27FC236}">
                <a16:creationId xmlns:a16="http://schemas.microsoft.com/office/drawing/2014/main" id="{9271D7CE-ED87-494F-9039-8999C4F24C64}"/>
              </a:ext>
            </a:extLst>
          </p:cNvPr>
          <p:cNvCxnSpPr>
            <a:cxnSpLocks/>
          </p:cNvCxnSpPr>
          <p:nvPr/>
        </p:nvCxnSpPr>
        <p:spPr>
          <a:xfrm rot="5400000" flipV="1">
            <a:off x="7653528" y="348927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5" name="Straight Arrow Connector 174">
            <a:extLst>
              <a:ext uri="{FF2B5EF4-FFF2-40B4-BE49-F238E27FC236}">
                <a16:creationId xmlns:a16="http://schemas.microsoft.com/office/drawing/2014/main" id="{20E4EE21-555F-48A5-B1E6-8DEF8FCABC1A}"/>
              </a:ext>
            </a:extLst>
          </p:cNvPr>
          <p:cNvCxnSpPr>
            <a:cxnSpLocks/>
          </p:cNvCxnSpPr>
          <p:nvPr/>
        </p:nvCxnSpPr>
        <p:spPr>
          <a:xfrm rot="16200000" flipV="1">
            <a:off x="7530158" y="1594347"/>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 name="Straight Arrow Connector 175">
            <a:extLst>
              <a:ext uri="{FF2B5EF4-FFF2-40B4-BE49-F238E27FC236}">
                <a16:creationId xmlns:a16="http://schemas.microsoft.com/office/drawing/2014/main" id="{537BAEEB-F52B-4152-B9D9-2EFD0A8928D0}"/>
              </a:ext>
            </a:extLst>
          </p:cNvPr>
          <p:cNvCxnSpPr>
            <a:cxnSpLocks/>
          </p:cNvCxnSpPr>
          <p:nvPr/>
        </p:nvCxnSpPr>
        <p:spPr>
          <a:xfrm rot="5400000" flipV="1">
            <a:off x="7156585" y="159434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7" name="Straight Arrow Connector 176">
            <a:extLst>
              <a:ext uri="{FF2B5EF4-FFF2-40B4-BE49-F238E27FC236}">
                <a16:creationId xmlns:a16="http://schemas.microsoft.com/office/drawing/2014/main" id="{5F663778-7005-4547-9F11-AC15179A8EB5}"/>
              </a:ext>
            </a:extLst>
          </p:cNvPr>
          <p:cNvCxnSpPr>
            <a:cxnSpLocks/>
          </p:cNvCxnSpPr>
          <p:nvPr/>
        </p:nvCxnSpPr>
        <p:spPr>
          <a:xfrm rot="10800000" flipH="1">
            <a:off x="7546328" y="4258686"/>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8" name="Straight Arrow Connector 177">
            <a:extLst>
              <a:ext uri="{FF2B5EF4-FFF2-40B4-BE49-F238E27FC236}">
                <a16:creationId xmlns:a16="http://schemas.microsoft.com/office/drawing/2014/main" id="{474332AC-2EEB-43FA-9F53-14010D3A81E0}"/>
              </a:ext>
            </a:extLst>
          </p:cNvPr>
          <p:cNvCxnSpPr>
            <a:cxnSpLocks/>
          </p:cNvCxnSpPr>
          <p:nvPr/>
        </p:nvCxnSpPr>
        <p:spPr>
          <a:xfrm rot="12780000" flipH="1">
            <a:off x="7587216" y="2365620"/>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9" name="Straight Arrow Connector 178">
            <a:extLst>
              <a:ext uri="{FF2B5EF4-FFF2-40B4-BE49-F238E27FC236}">
                <a16:creationId xmlns:a16="http://schemas.microsoft.com/office/drawing/2014/main" id="{E7367B9F-E168-49C1-9675-2B4E1CC3992F}"/>
              </a:ext>
            </a:extLst>
          </p:cNvPr>
          <p:cNvCxnSpPr>
            <a:cxnSpLocks/>
          </p:cNvCxnSpPr>
          <p:nvPr/>
        </p:nvCxnSpPr>
        <p:spPr>
          <a:xfrm rot="-1860000" flipH="1">
            <a:off x="7587216" y="2761017"/>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0" name="Straight Arrow Connector 179">
            <a:extLst>
              <a:ext uri="{FF2B5EF4-FFF2-40B4-BE49-F238E27FC236}">
                <a16:creationId xmlns:a16="http://schemas.microsoft.com/office/drawing/2014/main" id="{3BA14B83-9842-4001-8ED7-F320653B715B}"/>
              </a:ext>
            </a:extLst>
          </p:cNvPr>
          <p:cNvCxnSpPr>
            <a:cxnSpLocks/>
          </p:cNvCxnSpPr>
          <p:nvPr/>
        </p:nvCxnSpPr>
        <p:spPr>
          <a:xfrm flipH="1">
            <a:off x="7522398" y="910384"/>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4" name="Rectangle 153">
            <a:extLst>
              <a:ext uri="{FF2B5EF4-FFF2-40B4-BE49-F238E27FC236}">
                <a16:creationId xmlns:a16="http://schemas.microsoft.com/office/drawing/2014/main" id="{E73AB59D-2D08-4560-9076-01A3BA41AFCB}"/>
              </a:ext>
            </a:extLst>
          </p:cNvPr>
          <p:cNvSpPr/>
          <p:nvPr/>
        </p:nvSpPr>
        <p:spPr>
          <a:xfrm rot="5400000">
            <a:off x="5964783" y="1409000"/>
            <a:ext cx="506870" cy="2325120"/>
          </a:xfrm>
          <a:custGeom>
            <a:avLst/>
            <a:gdLst>
              <a:gd name="connsiteX0" fmla="*/ 0 w 490198"/>
              <a:gd name="connsiteY0" fmla="*/ 0 h 2325120"/>
              <a:gd name="connsiteX1" fmla="*/ 490198 w 490198"/>
              <a:gd name="connsiteY1" fmla="*/ 0 h 2325120"/>
              <a:gd name="connsiteX2" fmla="*/ 490198 w 490198"/>
              <a:gd name="connsiteY2" fmla="*/ 2325120 h 2325120"/>
              <a:gd name="connsiteX3" fmla="*/ 0 w 490198"/>
              <a:gd name="connsiteY3" fmla="*/ 2325120 h 2325120"/>
              <a:gd name="connsiteX4" fmla="*/ 0 w 490198"/>
              <a:gd name="connsiteY4" fmla="*/ 0 h 2325120"/>
              <a:gd name="connsiteX0" fmla="*/ 0 w 497342"/>
              <a:gd name="connsiteY0" fmla="*/ 0 h 2325120"/>
              <a:gd name="connsiteX1" fmla="*/ 490198 w 497342"/>
              <a:gd name="connsiteY1" fmla="*/ 0 h 2325120"/>
              <a:gd name="connsiteX2" fmla="*/ 497342 w 497342"/>
              <a:gd name="connsiteY2" fmla="*/ 2079851 h 2325120"/>
              <a:gd name="connsiteX3" fmla="*/ 0 w 497342"/>
              <a:gd name="connsiteY3" fmla="*/ 2325120 h 2325120"/>
              <a:gd name="connsiteX4" fmla="*/ 0 w 497342"/>
              <a:gd name="connsiteY4" fmla="*/ 0 h 2325120"/>
              <a:gd name="connsiteX0" fmla="*/ 0 w 504485"/>
              <a:gd name="connsiteY0" fmla="*/ 0 h 2325120"/>
              <a:gd name="connsiteX1" fmla="*/ 490198 w 504485"/>
              <a:gd name="connsiteY1" fmla="*/ 0 h 2325120"/>
              <a:gd name="connsiteX2" fmla="*/ 504485 w 504485"/>
              <a:gd name="connsiteY2" fmla="*/ 2060801 h 2325120"/>
              <a:gd name="connsiteX3" fmla="*/ 0 w 504485"/>
              <a:gd name="connsiteY3" fmla="*/ 2325120 h 2325120"/>
              <a:gd name="connsiteX4" fmla="*/ 0 w 504485"/>
              <a:gd name="connsiteY4" fmla="*/ 0 h 2325120"/>
              <a:gd name="connsiteX0" fmla="*/ 0 w 506870"/>
              <a:gd name="connsiteY0" fmla="*/ 0 h 2325120"/>
              <a:gd name="connsiteX1" fmla="*/ 490198 w 506870"/>
              <a:gd name="connsiteY1" fmla="*/ 0 h 2325120"/>
              <a:gd name="connsiteX2" fmla="*/ 506870 w 506870"/>
              <a:gd name="connsiteY2" fmla="*/ 2060801 h 2325120"/>
              <a:gd name="connsiteX3" fmla="*/ 0 w 506870"/>
              <a:gd name="connsiteY3" fmla="*/ 2325120 h 2325120"/>
              <a:gd name="connsiteX4" fmla="*/ 0 w 506870"/>
              <a:gd name="connsiteY4" fmla="*/ 0 h 2325120"/>
              <a:gd name="connsiteX0" fmla="*/ 0 w 506870"/>
              <a:gd name="connsiteY0" fmla="*/ 0 h 2325120"/>
              <a:gd name="connsiteX1" fmla="*/ 490198 w 506870"/>
              <a:gd name="connsiteY1" fmla="*/ 0 h 2325120"/>
              <a:gd name="connsiteX2" fmla="*/ 506870 w 506870"/>
              <a:gd name="connsiteY2" fmla="*/ 2067945 h 2325120"/>
              <a:gd name="connsiteX3" fmla="*/ 0 w 506870"/>
              <a:gd name="connsiteY3" fmla="*/ 2325120 h 2325120"/>
              <a:gd name="connsiteX4" fmla="*/ 0 w 506870"/>
              <a:gd name="connsiteY4" fmla="*/ 0 h 232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6870" h="2325120">
                <a:moveTo>
                  <a:pt x="0" y="0"/>
                </a:moveTo>
                <a:lnTo>
                  <a:pt x="490198" y="0"/>
                </a:lnTo>
                <a:cubicBezTo>
                  <a:pt x="492579" y="693284"/>
                  <a:pt x="504489" y="1374661"/>
                  <a:pt x="506870" y="2067945"/>
                </a:cubicBezTo>
                <a:lnTo>
                  <a:pt x="0" y="2325120"/>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cxnSp>
        <p:nvCxnSpPr>
          <p:cNvPr id="157" name="Straight Arrow Connector 156">
            <a:extLst>
              <a:ext uri="{FF2B5EF4-FFF2-40B4-BE49-F238E27FC236}">
                <a16:creationId xmlns:a16="http://schemas.microsoft.com/office/drawing/2014/main" id="{FBB07E9D-B23C-432E-8977-BA2CA612D97B}"/>
              </a:ext>
            </a:extLst>
          </p:cNvPr>
          <p:cNvCxnSpPr>
            <a:cxnSpLocks/>
          </p:cNvCxnSpPr>
          <p:nvPr/>
        </p:nvCxnSpPr>
        <p:spPr>
          <a:xfrm rot="10800000" flipV="1">
            <a:off x="5914425" y="2375207"/>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8" name="Straight Arrow Connector 157">
            <a:extLst>
              <a:ext uri="{FF2B5EF4-FFF2-40B4-BE49-F238E27FC236}">
                <a16:creationId xmlns:a16="http://schemas.microsoft.com/office/drawing/2014/main" id="{04781B4D-BCFF-4606-B7EF-5CDB042EABCB}"/>
              </a:ext>
            </a:extLst>
          </p:cNvPr>
          <p:cNvCxnSpPr>
            <a:cxnSpLocks/>
          </p:cNvCxnSpPr>
          <p:nvPr/>
        </p:nvCxnSpPr>
        <p:spPr>
          <a:xfrm flipV="1">
            <a:off x="5935702" y="273838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9" name="Straight Arrow Connector 158">
            <a:extLst>
              <a:ext uri="{FF2B5EF4-FFF2-40B4-BE49-F238E27FC236}">
                <a16:creationId xmlns:a16="http://schemas.microsoft.com/office/drawing/2014/main" id="{1E953FCC-3041-492F-9C06-126D3DA61B3B}"/>
              </a:ext>
            </a:extLst>
          </p:cNvPr>
          <p:cNvCxnSpPr>
            <a:cxnSpLocks/>
          </p:cNvCxnSpPr>
          <p:nvPr/>
        </p:nvCxnSpPr>
        <p:spPr>
          <a:xfrm rot="6840000" flipH="1">
            <a:off x="4757416" y="2523018"/>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0" name="Straight Arrow Connector 159">
            <a:extLst>
              <a:ext uri="{FF2B5EF4-FFF2-40B4-BE49-F238E27FC236}">
                <a16:creationId xmlns:a16="http://schemas.microsoft.com/office/drawing/2014/main" id="{2E766E14-07EA-47B1-BB78-5FC389FA1863}"/>
              </a:ext>
            </a:extLst>
          </p:cNvPr>
          <p:cNvCxnSpPr>
            <a:cxnSpLocks/>
          </p:cNvCxnSpPr>
          <p:nvPr/>
        </p:nvCxnSpPr>
        <p:spPr>
          <a:xfrm rot="14580000" flipH="1">
            <a:off x="5191977" y="2532748"/>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1" name="Straight Arrow Connector 160">
            <a:extLst>
              <a:ext uri="{FF2B5EF4-FFF2-40B4-BE49-F238E27FC236}">
                <a16:creationId xmlns:a16="http://schemas.microsoft.com/office/drawing/2014/main" id="{6541D93B-95C7-49CB-8424-3ED580106190}"/>
              </a:ext>
            </a:extLst>
          </p:cNvPr>
          <p:cNvCxnSpPr>
            <a:cxnSpLocks/>
          </p:cNvCxnSpPr>
          <p:nvPr/>
        </p:nvCxnSpPr>
        <p:spPr>
          <a:xfrm rot="5340000" flipH="1">
            <a:off x="7170025" y="2550130"/>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2" name="Rectangle 161">
            <a:extLst>
              <a:ext uri="{FF2B5EF4-FFF2-40B4-BE49-F238E27FC236}">
                <a16:creationId xmlns:a16="http://schemas.microsoft.com/office/drawing/2014/main" id="{2FCCD8A7-8E62-4911-BBD5-942E62C09888}"/>
              </a:ext>
            </a:extLst>
          </p:cNvPr>
          <p:cNvSpPr/>
          <p:nvPr/>
        </p:nvSpPr>
        <p:spPr>
          <a:xfrm>
            <a:off x="4820576" y="4412041"/>
            <a:ext cx="490198" cy="1828412"/>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45" name="Oval 144">
            <a:extLst>
              <a:ext uri="{FF2B5EF4-FFF2-40B4-BE49-F238E27FC236}">
                <a16:creationId xmlns:a16="http://schemas.microsoft.com/office/drawing/2014/main" id="{3166C6E9-B363-4853-87E4-3408682BDA67}"/>
              </a:ext>
            </a:extLst>
          </p:cNvPr>
          <p:cNvSpPr/>
          <p:nvPr/>
        </p:nvSpPr>
        <p:spPr>
          <a:xfrm>
            <a:off x="4642581" y="6068898"/>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X</a:t>
            </a:r>
            <a:endParaRPr lang="en-US" dirty="0">
              <a:solidFill>
                <a:schemeClr val="accent6"/>
              </a:solidFill>
            </a:endParaRPr>
          </a:p>
        </p:txBody>
      </p:sp>
      <p:sp>
        <p:nvSpPr>
          <p:cNvPr id="295" name="Oval 294">
            <a:extLst>
              <a:ext uri="{FF2B5EF4-FFF2-40B4-BE49-F238E27FC236}">
                <a16:creationId xmlns:a16="http://schemas.microsoft.com/office/drawing/2014/main" id="{E997ED73-D3C0-41B5-A7D6-45EBCAE17432}"/>
              </a:ext>
            </a:extLst>
          </p:cNvPr>
          <p:cNvSpPr/>
          <p:nvPr/>
        </p:nvSpPr>
        <p:spPr>
          <a:xfrm>
            <a:off x="5134882" y="6064392"/>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C</a:t>
            </a:r>
            <a:endParaRPr lang="en-US" dirty="0">
              <a:solidFill>
                <a:schemeClr val="accent6"/>
              </a:solidFill>
            </a:endParaRPr>
          </a:p>
        </p:txBody>
      </p:sp>
      <p:sp>
        <p:nvSpPr>
          <p:cNvPr id="163" name="Rectangle 162">
            <a:extLst>
              <a:ext uri="{FF2B5EF4-FFF2-40B4-BE49-F238E27FC236}">
                <a16:creationId xmlns:a16="http://schemas.microsoft.com/office/drawing/2014/main" id="{F9034E10-D9AB-4135-A284-2CD4E75DCAD4}"/>
              </a:ext>
            </a:extLst>
          </p:cNvPr>
          <p:cNvSpPr/>
          <p:nvPr/>
        </p:nvSpPr>
        <p:spPr>
          <a:xfrm>
            <a:off x="4818888" y="2824734"/>
            <a:ext cx="490198" cy="1587094"/>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299" name="Oval 298">
            <a:extLst>
              <a:ext uri="{FF2B5EF4-FFF2-40B4-BE49-F238E27FC236}">
                <a16:creationId xmlns:a16="http://schemas.microsoft.com/office/drawing/2014/main" id="{6490FEBE-9AB0-4AD8-AE43-8E33920E4F89}"/>
              </a:ext>
            </a:extLst>
          </p:cNvPr>
          <p:cNvSpPr/>
          <p:nvPr/>
        </p:nvSpPr>
        <p:spPr>
          <a:xfrm>
            <a:off x="4645778" y="4236405"/>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G</a:t>
            </a:r>
            <a:endParaRPr lang="en-US" dirty="0">
              <a:solidFill>
                <a:schemeClr val="accent6"/>
              </a:solidFill>
            </a:endParaRPr>
          </a:p>
        </p:txBody>
      </p:sp>
      <p:sp>
        <p:nvSpPr>
          <p:cNvPr id="164" name="Oval 163">
            <a:extLst>
              <a:ext uri="{FF2B5EF4-FFF2-40B4-BE49-F238E27FC236}">
                <a16:creationId xmlns:a16="http://schemas.microsoft.com/office/drawing/2014/main" id="{6351AE8E-D9AA-4395-8F19-E59C647E3787}"/>
              </a:ext>
            </a:extLst>
          </p:cNvPr>
          <p:cNvSpPr/>
          <p:nvPr/>
        </p:nvSpPr>
        <p:spPr>
          <a:xfrm>
            <a:off x="5137904" y="423274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4</a:t>
            </a:r>
            <a:endParaRPr lang="en-US" dirty="0">
              <a:solidFill>
                <a:schemeClr val="accent6"/>
              </a:solidFill>
            </a:endParaRPr>
          </a:p>
        </p:txBody>
      </p:sp>
      <p:cxnSp>
        <p:nvCxnSpPr>
          <p:cNvPr id="146" name="Straight Arrow Connector 145">
            <a:extLst>
              <a:ext uri="{FF2B5EF4-FFF2-40B4-BE49-F238E27FC236}">
                <a16:creationId xmlns:a16="http://schemas.microsoft.com/office/drawing/2014/main" id="{920B0B40-82B8-4B06-822B-19E9D990A3D0}"/>
              </a:ext>
            </a:extLst>
          </p:cNvPr>
          <p:cNvCxnSpPr>
            <a:cxnSpLocks/>
          </p:cNvCxnSpPr>
          <p:nvPr/>
        </p:nvCxnSpPr>
        <p:spPr>
          <a:xfrm rot="10800000" flipH="1">
            <a:off x="4980749" y="6099434"/>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5" name="Straight Arrow Connector 164">
            <a:extLst>
              <a:ext uri="{FF2B5EF4-FFF2-40B4-BE49-F238E27FC236}">
                <a16:creationId xmlns:a16="http://schemas.microsoft.com/office/drawing/2014/main" id="{90244CC6-B651-4058-BF85-2BF3824ECC8D}"/>
              </a:ext>
            </a:extLst>
          </p:cNvPr>
          <p:cNvCxnSpPr>
            <a:cxnSpLocks/>
          </p:cNvCxnSpPr>
          <p:nvPr/>
        </p:nvCxnSpPr>
        <p:spPr>
          <a:xfrm flipH="1">
            <a:off x="4993449" y="4556384"/>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6" name="Straight Arrow Connector 165">
            <a:extLst>
              <a:ext uri="{FF2B5EF4-FFF2-40B4-BE49-F238E27FC236}">
                <a16:creationId xmlns:a16="http://schemas.microsoft.com/office/drawing/2014/main" id="{9FCBCFBD-CB77-46B7-A2B2-FC85D00DA5A4}"/>
              </a:ext>
            </a:extLst>
          </p:cNvPr>
          <p:cNvCxnSpPr>
            <a:cxnSpLocks/>
          </p:cNvCxnSpPr>
          <p:nvPr/>
        </p:nvCxnSpPr>
        <p:spPr>
          <a:xfrm rot="5400000" flipV="1">
            <a:off x="4600340" y="5275674"/>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7" name="Straight Arrow Connector 166">
            <a:extLst>
              <a:ext uri="{FF2B5EF4-FFF2-40B4-BE49-F238E27FC236}">
                <a16:creationId xmlns:a16="http://schemas.microsoft.com/office/drawing/2014/main" id="{71474199-EC44-4EE7-A416-7D1A57EC9E78}"/>
              </a:ext>
            </a:extLst>
          </p:cNvPr>
          <p:cNvCxnSpPr>
            <a:cxnSpLocks/>
          </p:cNvCxnSpPr>
          <p:nvPr/>
        </p:nvCxnSpPr>
        <p:spPr>
          <a:xfrm rot="16200000" flipV="1">
            <a:off x="4486877" y="5264163"/>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8" name="Straight Arrow Connector 167">
            <a:extLst>
              <a:ext uri="{FF2B5EF4-FFF2-40B4-BE49-F238E27FC236}">
                <a16:creationId xmlns:a16="http://schemas.microsoft.com/office/drawing/2014/main" id="{BEAD1892-4A4E-4640-984B-AF60D5BB0DCB}"/>
              </a:ext>
            </a:extLst>
          </p:cNvPr>
          <p:cNvCxnSpPr>
            <a:cxnSpLocks/>
          </p:cNvCxnSpPr>
          <p:nvPr/>
        </p:nvCxnSpPr>
        <p:spPr>
          <a:xfrm rot="16200000" flipV="1">
            <a:off x="4975007" y="5264163"/>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1" name="Straight Arrow Connector 180">
            <a:extLst>
              <a:ext uri="{FF2B5EF4-FFF2-40B4-BE49-F238E27FC236}">
                <a16:creationId xmlns:a16="http://schemas.microsoft.com/office/drawing/2014/main" id="{1808B85A-EC74-40D0-9FC5-FB3E0C67E47C}"/>
              </a:ext>
            </a:extLst>
          </p:cNvPr>
          <p:cNvCxnSpPr>
            <a:cxnSpLocks/>
          </p:cNvCxnSpPr>
          <p:nvPr/>
        </p:nvCxnSpPr>
        <p:spPr>
          <a:xfrm rot="5400000" flipV="1">
            <a:off x="5079765" y="5293114"/>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2" name="Isosceles Triangle 181">
            <a:extLst>
              <a:ext uri="{FF2B5EF4-FFF2-40B4-BE49-F238E27FC236}">
                <a16:creationId xmlns:a16="http://schemas.microsoft.com/office/drawing/2014/main" id="{BE89D873-85EF-4774-82F1-C8206A193B02}"/>
              </a:ext>
            </a:extLst>
          </p:cNvPr>
          <p:cNvSpPr/>
          <p:nvPr/>
        </p:nvSpPr>
        <p:spPr>
          <a:xfrm>
            <a:off x="4823004" y="2306666"/>
            <a:ext cx="485449" cy="521463"/>
          </a:xfrm>
          <a:custGeom>
            <a:avLst/>
            <a:gdLst>
              <a:gd name="connsiteX0" fmla="*/ 0 w 506881"/>
              <a:gd name="connsiteY0" fmla="*/ 466695 h 466695"/>
              <a:gd name="connsiteX1" fmla="*/ 253441 w 506881"/>
              <a:gd name="connsiteY1" fmla="*/ 0 h 466695"/>
              <a:gd name="connsiteX2" fmla="*/ 506881 w 506881"/>
              <a:gd name="connsiteY2" fmla="*/ 466695 h 466695"/>
              <a:gd name="connsiteX3" fmla="*/ 0 w 506881"/>
              <a:gd name="connsiteY3" fmla="*/ 466695 h 466695"/>
              <a:gd name="connsiteX0" fmla="*/ 0 w 506881"/>
              <a:gd name="connsiteY0" fmla="*/ 516701 h 516701"/>
              <a:gd name="connsiteX1" fmla="*/ 239153 w 506881"/>
              <a:gd name="connsiteY1" fmla="*/ 0 h 516701"/>
              <a:gd name="connsiteX2" fmla="*/ 506881 w 506881"/>
              <a:gd name="connsiteY2" fmla="*/ 516701 h 516701"/>
              <a:gd name="connsiteX3" fmla="*/ 0 w 506881"/>
              <a:gd name="connsiteY3" fmla="*/ 516701 h 516701"/>
              <a:gd name="connsiteX0" fmla="*/ 0 w 492593"/>
              <a:gd name="connsiteY0" fmla="*/ 516701 h 516701"/>
              <a:gd name="connsiteX1" fmla="*/ 239153 w 492593"/>
              <a:gd name="connsiteY1" fmla="*/ 0 h 516701"/>
              <a:gd name="connsiteX2" fmla="*/ 492593 w 492593"/>
              <a:gd name="connsiteY2" fmla="*/ 514320 h 516701"/>
              <a:gd name="connsiteX3" fmla="*/ 0 w 492593"/>
              <a:gd name="connsiteY3" fmla="*/ 516701 h 516701"/>
              <a:gd name="connsiteX0" fmla="*/ 0 w 485449"/>
              <a:gd name="connsiteY0" fmla="*/ 521463 h 521463"/>
              <a:gd name="connsiteX1" fmla="*/ 232009 w 485449"/>
              <a:gd name="connsiteY1" fmla="*/ 0 h 521463"/>
              <a:gd name="connsiteX2" fmla="*/ 485449 w 485449"/>
              <a:gd name="connsiteY2" fmla="*/ 514320 h 521463"/>
              <a:gd name="connsiteX3" fmla="*/ 0 w 485449"/>
              <a:gd name="connsiteY3" fmla="*/ 521463 h 521463"/>
            </a:gdLst>
            <a:ahLst/>
            <a:cxnLst>
              <a:cxn ang="0">
                <a:pos x="connsiteX0" y="connsiteY0"/>
              </a:cxn>
              <a:cxn ang="0">
                <a:pos x="connsiteX1" y="connsiteY1"/>
              </a:cxn>
              <a:cxn ang="0">
                <a:pos x="connsiteX2" y="connsiteY2"/>
              </a:cxn>
              <a:cxn ang="0">
                <a:pos x="connsiteX3" y="connsiteY3"/>
              </a:cxn>
            </a:cxnLst>
            <a:rect l="l" t="t" r="r" b="b"/>
            <a:pathLst>
              <a:path w="485449" h="521463">
                <a:moveTo>
                  <a:pt x="0" y="521463"/>
                </a:moveTo>
                <a:lnTo>
                  <a:pt x="232009" y="0"/>
                </a:lnTo>
                <a:lnTo>
                  <a:pt x="485449" y="514320"/>
                </a:lnTo>
                <a:lnTo>
                  <a:pt x="0" y="521463"/>
                </a:lnTo>
                <a:close/>
              </a:path>
            </a:pathLst>
          </a:custGeom>
          <a:pattFill prst="smConfetti">
            <a:fgClr>
              <a:schemeClr val="tx1"/>
            </a:fgClr>
            <a:bgClr>
              <a:schemeClr val="bg1"/>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Oval 155">
            <a:extLst>
              <a:ext uri="{FF2B5EF4-FFF2-40B4-BE49-F238E27FC236}">
                <a16:creationId xmlns:a16="http://schemas.microsoft.com/office/drawing/2014/main" id="{DF138E19-5963-4C00-86F5-DBA655EADEF0}"/>
              </a:ext>
            </a:extLst>
          </p:cNvPr>
          <p:cNvSpPr/>
          <p:nvPr/>
        </p:nvSpPr>
        <p:spPr>
          <a:xfrm>
            <a:off x="4881303" y="213345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3</a:t>
            </a:r>
            <a:endParaRPr lang="en-US" dirty="0">
              <a:solidFill>
                <a:schemeClr val="accent6"/>
              </a:solidFill>
            </a:endParaRPr>
          </a:p>
        </p:txBody>
      </p:sp>
      <p:sp>
        <p:nvSpPr>
          <p:cNvPr id="304" name="Oval 303">
            <a:extLst>
              <a:ext uri="{FF2B5EF4-FFF2-40B4-BE49-F238E27FC236}">
                <a16:creationId xmlns:a16="http://schemas.microsoft.com/office/drawing/2014/main" id="{873F9854-E082-4082-9F1D-E8B100BDAC05}"/>
              </a:ext>
            </a:extLst>
          </p:cNvPr>
          <p:cNvSpPr/>
          <p:nvPr/>
        </p:nvSpPr>
        <p:spPr>
          <a:xfrm>
            <a:off x="4633448" y="2637807"/>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L</a:t>
            </a:r>
            <a:endParaRPr lang="en-US" dirty="0">
              <a:solidFill>
                <a:schemeClr val="accent6"/>
              </a:solidFill>
            </a:endParaRPr>
          </a:p>
        </p:txBody>
      </p:sp>
      <p:sp>
        <p:nvSpPr>
          <p:cNvPr id="183" name="Oval 182">
            <a:extLst>
              <a:ext uri="{FF2B5EF4-FFF2-40B4-BE49-F238E27FC236}">
                <a16:creationId xmlns:a16="http://schemas.microsoft.com/office/drawing/2014/main" id="{3FFC500E-4C58-4DC7-A5E4-BC38B53F398D}"/>
              </a:ext>
            </a:extLst>
          </p:cNvPr>
          <p:cNvSpPr/>
          <p:nvPr/>
        </p:nvSpPr>
        <p:spPr>
          <a:xfrm>
            <a:off x="5166084" y="2658429"/>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5</a:t>
            </a:r>
            <a:endParaRPr lang="en-US" dirty="0">
              <a:solidFill>
                <a:schemeClr val="accent6"/>
              </a:solidFill>
            </a:endParaRPr>
          </a:p>
        </p:txBody>
      </p:sp>
      <p:cxnSp>
        <p:nvCxnSpPr>
          <p:cNvPr id="184" name="Straight Arrow Connector 183">
            <a:extLst>
              <a:ext uri="{FF2B5EF4-FFF2-40B4-BE49-F238E27FC236}">
                <a16:creationId xmlns:a16="http://schemas.microsoft.com/office/drawing/2014/main" id="{A032ACEC-B5E0-4F50-ADAD-CC32A7736D68}"/>
              </a:ext>
            </a:extLst>
          </p:cNvPr>
          <p:cNvCxnSpPr>
            <a:cxnSpLocks/>
          </p:cNvCxnSpPr>
          <p:nvPr/>
        </p:nvCxnSpPr>
        <p:spPr>
          <a:xfrm flipH="1">
            <a:off x="4993449" y="2924434"/>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5" name="Straight Arrow Connector 184">
            <a:extLst>
              <a:ext uri="{FF2B5EF4-FFF2-40B4-BE49-F238E27FC236}">
                <a16:creationId xmlns:a16="http://schemas.microsoft.com/office/drawing/2014/main" id="{6EB64C34-67AF-4563-87BA-096E44AB41DC}"/>
              </a:ext>
            </a:extLst>
          </p:cNvPr>
          <p:cNvCxnSpPr>
            <a:cxnSpLocks/>
          </p:cNvCxnSpPr>
          <p:nvPr/>
        </p:nvCxnSpPr>
        <p:spPr>
          <a:xfrm rot="10800000" flipH="1">
            <a:off x="4980749" y="4270916"/>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6" name="Straight Arrow Connector 185">
            <a:extLst>
              <a:ext uri="{FF2B5EF4-FFF2-40B4-BE49-F238E27FC236}">
                <a16:creationId xmlns:a16="http://schemas.microsoft.com/office/drawing/2014/main" id="{686A32AA-A2B2-42E9-A19C-A6510F1E26C3}"/>
              </a:ext>
            </a:extLst>
          </p:cNvPr>
          <p:cNvCxnSpPr>
            <a:cxnSpLocks/>
          </p:cNvCxnSpPr>
          <p:nvPr/>
        </p:nvCxnSpPr>
        <p:spPr>
          <a:xfrm rot="16200000" flipV="1">
            <a:off x="4976802" y="3649019"/>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7" name="Straight Arrow Connector 186">
            <a:extLst>
              <a:ext uri="{FF2B5EF4-FFF2-40B4-BE49-F238E27FC236}">
                <a16:creationId xmlns:a16="http://schemas.microsoft.com/office/drawing/2014/main" id="{FFC5E7CD-AC2B-4566-B67E-700874A24D27}"/>
              </a:ext>
            </a:extLst>
          </p:cNvPr>
          <p:cNvCxnSpPr>
            <a:cxnSpLocks/>
          </p:cNvCxnSpPr>
          <p:nvPr/>
        </p:nvCxnSpPr>
        <p:spPr>
          <a:xfrm rot="5400000" flipV="1">
            <a:off x="5081560" y="3677970"/>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8" name="Straight Arrow Connector 187">
            <a:extLst>
              <a:ext uri="{FF2B5EF4-FFF2-40B4-BE49-F238E27FC236}">
                <a16:creationId xmlns:a16="http://schemas.microsoft.com/office/drawing/2014/main" id="{8EB10A8C-A182-4862-908D-09E41AAD347F}"/>
              </a:ext>
            </a:extLst>
          </p:cNvPr>
          <p:cNvCxnSpPr>
            <a:cxnSpLocks/>
          </p:cNvCxnSpPr>
          <p:nvPr/>
        </p:nvCxnSpPr>
        <p:spPr>
          <a:xfrm rot="5400000" flipV="1">
            <a:off x="4598787" y="3649018"/>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9" name="Straight Arrow Connector 188">
            <a:extLst>
              <a:ext uri="{FF2B5EF4-FFF2-40B4-BE49-F238E27FC236}">
                <a16:creationId xmlns:a16="http://schemas.microsoft.com/office/drawing/2014/main" id="{81B8BE63-6DD7-4E1B-B798-065BDF5B447C}"/>
              </a:ext>
            </a:extLst>
          </p:cNvPr>
          <p:cNvCxnSpPr>
            <a:cxnSpLocks/>
          </p:cNvCxnSpPr>
          <p:nvPr/>
        </p:nvCxnSpPr>
        <p:spPr>
          <a:xfrm rot="16200000" flipV="1">
            <a:off x="4485324" y="3637507"/>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0" name="Rectangle 116">
            <a:extLst>
              <a:ext uri="{FF2B5EF4-FFF2-40B4-BE49-F238E27FC236}">
                <a16:creationId xmlns:a16="http://schemas.microsoft.com/office/drawing/2014/main" id="{EEEEF804-1CAE-4F25-A450-C56645A0617D}"/>
              </a:ext>
            </a:extLst>
          </p:cNvPr>
          <p:cNvSpPr/>
          <p:nvPr/>
        </p:nvSpPr>
        <p:spPr>
          <a:xfrm>
            <a:off x="2560800" y="2642997"/>
            <a:ext cx="774757" cy="1769588"/>
          </a:xfrm>
          <a:custGeom>
            <a:avLst/>
            <a:gdLst>
              <a:gd name="connsiteX0" fmla="*/ 0 w 115151"/>
              <a:gd name="connsiteY0" fmla="*/ 0 h 1833882"/>
              <a:gd name="connsiteX1" fmla="*/ 115151 w 115151"/>
              <a:gd name="connsiteY1" fmla="*/ 0 h 1833882"/>
              <a:gd name="connsiteX2" fmla="*/ 115151 w 115151"/>
              <a:gd name="connsiteY2" fmla="*/ 1833882 h 1833882"/>
              <a:gd name="connsiteX3" fmla="*/ 0 w 115151"/>
              <a:gd name="connsiteY3" fmla="*/ 1833882 h 1833882"/>
              <a:gd name="connsiteX4" fmla="*/ 0 w 115151"/>
              <a:gd name="connsiteY4" fmla="*/ 0 h 1833882"/>
              <a:gd name="connsiteX0" fmla="*/ 0 w 251676"/>
              <a:gd name="connsiteY0" fmla="*/ 0 h 1833882"/>
              <a:gd name="connsiteX1" fmla="*/ 251676 w 251676"/>
              <a:gd name="connsiteY1" fmla="*/ 0 h 1833882"/>
              <a:gd name="connsiteX2" fmla="*/ 115151 w 251676"/>
              <a:gd name="connsiteY2" fmla="*/ 1833882 h 1833882"/>
              <a:gd name="connsiteX3" fmla="*/ 0 w 251676"/>
              <a:gd name="connsiteY3" fmla="*/ 1833882 h 1833882"/>
              <a:gd name="connsiteX4" fmla="*/ 0 w 251676"/>
              <a:gd name="connsiteY4" fmla="*/ 0 h 1833882"/>
              <a:gd name="connsiteX0" fmla="*/ 0 w 442176"/>
              <a:gd name="connsiteY0" fmla="*/ 0 h 1833882"/>
              <a:gd name="connsiteX1" fmla="*/ 442176 w 442176"/>
              <a:gd name="connsiteY1" fmla="*/ 0 h 1833882"/>
              <a:gd name="connsiteX2" fmla="*/ 305651 w 442176"/>
              <a:gd name="connsiteY2" fmla="*/ 1833882 h 1833882"/>
              <a:gd name="connsiteX3" fmla="*/ 190500 w 442176"/>
              <a:gd name="connsiteY3" fmla="*/ 1833882 h 1833882"/>
              <a:gd name="connsiteX4" fmla="*/ 0 w 442176"/>
              <a:gd name="connsiteY4" fmla="*/ 0 h 1833882"/>
              <a:gd name="connsiteX0" fmla="*/ 0 w 527901"/>
              <a:gd name="connsiteY0" fmla="*/ 0 h 1837057"/>
              <a:gd name="connsiteX1" fmla="*/ 527901 w 527901"/>
              <a:gd name="connsiteY1" fmla="*/ 3175 h 1837057"/>
              <a:gd name="connsiteX2" fmla="*/ 391376 w 527901"/>
              <a:gd name="connsiteY2" fmla="*/ 1837057 h 1837057"/>
              <a:gd name="connsiteX3" fmla="*/ 276225 w 527901"/>
              <a:gd name="connsiteY3" fmla="*/ 1837057 h 1837057"/>
              <a:gd name="connsiteX4" fmla="*/ 0 w 527901"/>
              <a:gd name="connsiteY4" fmla="*/ 0 h 1837057"/>
              <a:gd name="connsiteX0" fmla="*/ 0 w 645376"/>
              <a:gd name="connsiteY0" fmla="*/ 3175 h 1840232"/>
              <a:gd name="connsiteX1" fmla="*/ 645376 w 645376"/>
              <a:gd name="connsiteY1" fmla="*/ 0 h 1840232"/>
              <a:gd name="connsiteX2" fmla="*/ 391376 w 645376"/>
              <a:gd name="connsiteY2" fmla="*/ 1840232 h 1840232"/>
              <a:gd name="connsiteX3" fmla="*/ 276225 w 645376"/>
              <a:gd name="connsiteY3" fmla="*/ 1840232 h 1840232"/>
              <a:gd name="connsiteX4" fmla="*/ 0 w 645376"/>
              <a:gd name="connsiteY4" fmla="*/ 3175 h 1840232"/>
              <a:gd name="connsiteX0" fmla="*/ 0 w 654901"/>
              <a:gd name="connsiteY0" fmla="*/ 0 h 1837057"/>
              <a:gd name="connsiteX1" fmla="*/ 654901 w 654901"/>
              <a:gd name="connsiteY1" fmla="*/ 3175 h 1837057"/>
              <a:gd name="connsiteX2" fmla="*/ 391376 w 654901"/>
              <a:gd name="connsiteY2" fmla="*/ 1837057 h 1837057"/>
              <a:gd name="connsiteX3" fmla="*/ 276225 w 654901"/>
              <a:gd name="connsiteY3" fmla="*/ 1837057 h 1837057"/>
              <a:gd name="connsiteX4" fmla="*/ 0 w 654901"/>
              <a:gd name="connsiteY4" fmla="*/ 0 h 1837057"/>
              <a:gd name="connsiteX0" fmla="*/ 0 w 658076"/>
              <a:gd name="connsiteY0" fmla="*/ 0 h 1833882"/>
              <a:gd name="connsiteX1" fmla="*/ 658076 w 658076"/>
              <a:gd name="connsiteY1" fmla="*/ 0 h 1833882"/>
              <a:gd name="connsiteX2" fmla="*/ 394551 w 658076"/>
              <a:gd name="connsiteY2" fmla="*/ 1833882 h 1833882"/>
              <a:gd name="connsiteX3" fmla="*/ 279400 w 658076"/>
              <a:gd name="connsiteY3" fmla="*/ 1833882 h 1833882"/>
              <a:gd name="connsiteX4" fmla="*/ 0 w 658076"/>
              <a:gd name="connsiteY4" fmla="*/ 0 h 1833882"/>
              <a:gd name="connsiteX0" fmla="*/ 0 w 696176"/>
              <a:gd name="connsiteY0" fmla="*/ 0 h 1833882"/>
              <a:gd name="connsiteX1" fmla="*/ 696176 w 696176"/>
              <a:gd name="connsiteY1" fmla="*/ 50006 h 1833882"/>
              <a:gd name="connsiteX2" fmla="*/ 394551 w 696176"/>
              <a:gd name="connsiteY2" fmla="*/ 1833882 h 1833882"/>
              <a:gd name="connsiteX3" fmla="*/ 279400 w 696176"/>
              <a:gd name="connsiteY3" fmla="*/ 1833882 h 1833882"/>
              <a:gd name="connsiteX4" fmla="*/ 0 w 696176"/>
              <a:gd name="connsiteY4" fmla="*/ 0 h 1833882"/>
              <a:gd name="connsiteX0" fmla="*/ 49213 w 416776"/>
              <a:gd name="connsiteY0" fmla="*/ 0 h 1833882"/>
              <a:gd name="connsiteX1" fmla="*/ 416776 w 416776"/>
              <a:gd name="connsiteY1" fmla="*/ 50006 h 1833882"/>
              <a:gd name="connsiteX2" fmla="*/ 115151 w 416776"/>
              <a:gd name="connsiteY2" fmla="*/ 1833882 h 1833882"/>
              <a:gd name="connsiteX3" fmla="*/ 0 w 416776"/>
              <a:gd name="connsiteY3" fmla="*/ 1833882 h 1833882"/>
              <a:gd name="connsiteX4" fmla="*/ 49213 w 416776"/>
              <a:gd name="connsiteY4" fmla="*/ 0 h 1833882"/>
              <a:gd name="connsiteX0" fmla="*/ 65881 w 416776"/>
              <a:gd name="connsiteY0" fmla="*/ 0 h 1838645"/>
              <a:gd name="connsiteX1" fmla="*/ 416776 w 416776"/>
              <a:gd name="connsiteY1" fmla="*/ 54769 h 1838645"/>
              <a:gd name="connsiteX2" fmla="*/ 115151 w 416776"/>
              <a:gd name="connsiteY2" fmla="*/ 1838645 h 1838645"/>
              <a:gd name="connsiteX3" fmla="*/ 0 w 416776"/>
              <a:gd name="connsiteY3" fmla="*/ 1838645 h 1838645"/>
              <a:gd name="connsiteX4" fmla="*/ 65881 w 416776"/>
              <a:gd name="connsiteY4" fmla="*/ 0 h 1838645"/>
              <a:gd name="connsiteX0" fmla="*/ 65881 w 516788"/>
              <a:gd name="connsiteY0" fmla="*/ 0 h 1838645"/>
              <a:gd name="connsiteX1" fmla="*/ 516788 w 516788"/>
              <a:gd name="connsiteY1" fmla="*/ 71438 h 1838645"/>
              <a:gd name="connsiteX2" fmla="*/ 115151 w 516788"/>
              <a:gd name="connsiteY2" fmla="*/ 1838645 h 1838645"/>
              <a:gd name="connsiteX3" fmla="*/ 0 w 516788"/>
              <a:gd name="connsiteY3" fmla="*/ 1838645 h 1838645"/>
              <a:gd name="connsiteX4" fmla="*/ 65881 w 516788"/>
              <a:gd name="connsiteY4" fmla="*/ 0 h 1838645"/>
              <a:gd name="connsiteX0" fmla="*/ 65881 w 659663"/>
              <a:gd name="connsiteY0" fmla="*/ 0 h 1838645"/>
              <a:gd name="connsiteX1" fmla="*/ 659663 w 659663"/>
              <a:gd name="connsiteY1" fmla="*/ 78582 h 1838645"/>
              <a:gd name="connsiteX2" fmla="*/ 115151 w 659663"/>
              <a:gd name="connsiteY2" fmla="*/ 1838645 h 1838645"/>
              <a:gd name="connsiteX3" fmla="*/ 0 w 659663"/>
              <a:gd name="connsiteY3" fmla="*/ 1838645 h 1838645"/>
              <a:gd name="connsiteX4" fmla="*/ 65881 w 659663"/>
              <a:gd name="connsiteY4" fmla="*/ 0 h 1838645"/>
              <a:gd name="connsiteX0" fmla="*/ 15875 w 609657"/>
              <a:gd name="connsiteY0" fmla="*/ 0 h 1841027"/>
              <a:gd name="connsiteX1" fmla="*/ 609657 w 609657"/>
              <a:gd name="connsiteY1" fmla="*/ 78582 h 1841027"/>
              <a:gd name="connsiteX2" fmla="*/ 65145 w 609657"/>
              <a:gd name="connsiteY2" fmla="*/ 1838645 h 1841027"/>
              <a:gd name="connsiteX3" fmla="*/ 0 w 609657"/>
              <a:gd name="connsiteY3" fmla="*/ 1841027 h 1841027"/>
              <a:gd name="connsiteX4" fmla="*/ 15875 w 609657"/>
              <a:gd name="connsiteY4" fmla="*/ 0 h 1841027"/>
              <a:gd name="connsiteX0" fmla="*/ 15875 w 609657"/>
              <a:gd name="connsiteY0" fmla="*/ 0 h 1845788"/>
              <a:gd name="connsiteX1" fmla="*/ 609657 w 609657"/>
              <a:gd name="connsiteY1" fmla="*/ 78582 h 1845788"/>
              <a:gd name="connsiteX2" fmla="*/ 12757 w 609657"/>
              <a:gd name="connsiteY2" fmla="*/ 1845788 h 1845788"/>
              <a:gd name="connsiteX3" fmla="*/ 0 w 609657"/>
              <a:gd name="connsiteY3" fmla="*/ 1841027 h 1845788"/>
              <a:gd name="connsiteX4" fmla="*/ 15875 w 609657"/>
              <a:gd name="connsiteY4" fmla="*/ 0 h 1845788"/>
              <a:gd name="connsiteX0" fmla="*/ 0 w 739832"/>
              <a:gd name="connsiteY0" fmla="*/ 13493 h 1767206"/>
              <a:gd name="connsiteX1" fmla="*/ 739832 w 739832"/>
              <a:gd name="connsiteY1" fmla="*/ 0 h 1767206"/>
              <a:gd name="connsiteX2" fmla="*/ 142932 w 739832"/>
              <a:gd name="connsiteY2" fmla="*/ 1767206 h 1767206"/>
              <a:gd name="connsiteX3" fmla="*/ 130175 w 739832"/>
              <a:gd name="connsiteY3" fmla="*/ 1762445 h 1767206"/>
              <a:gd name="connsiteX4" fmla="*/ 0 w 739832"/>
              <a:gd name="connsiteY4" fmla="*/ 13493 h 1767206"/>
              <a:gd name="connsiteX0" fmla="*/ 0 w 749357"/>
              <a:gd name="connsiteY0" fmla="*/ 7143 h 1767206"/>
              <a:gd name="connsiteX1" fmla="*/ 749357 w 749357"/>
              <a:gd name="connsiteY1" fmla="*/ 0 h 1767206"/>
              <a:gd name="connsiteX2" fmla="*/ 152457 w 749357"/>
              <a:gd name="connsiteY2" fmla="*/ 1767206 h 1767206"/>
              <a:gd name="connsiteX3" fmla="*/ 139700 w 749357"/>
              <a:gd name="connsiteY3" fmla="*/ 1762445 h 1767206"/>
              <a:gd name="connsiteX4" fmla="*/ 0 w 749357"/>
              <a:gd name="connsiteY4" fmla="*/ 7143 h 1767206"/>
              <a:gd name="connsiteX0" fmla="*/ 0 w 774757"/>
              <a:gd name="connsiteY0" fmla="*/ 0 h 1769588"/>
              <a:gd name="connsiteX1" fmla="*/ 774757 w 774757"/>
              <a:gd name="connsiteY1" fmla="*/ 2382 h 1769588"/>
              <a:gd name="connsiteX2" fmla="*/ 177857 w 774757"/>
              <a:gd name="connsiteY2" fmla="*/ 1769588 h 1769588"/>
              <a:gd name="connsiteX3" fmla="*/ 165100 w 774757"/>
              <a:gd name="connsiteY3" fmla="*/ 1764827 h 1769588"/>
              <a:gd name="connsiteX4" fmla="*/ 0 w 774757"/>
              <a:gd name="connsiteY4" fmla="*/ 0 h 1769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757" h="1769588">
                <a:moveTo>
                  <a:pt x="0" y="0"/>
                </a:moveTo>
                <a:lnTo>
                  <a:pt x="774757" y="2382"/>
                </a:lnTo>
                <a:lnTo>
                  <a:pt x="177857" y="1769588"/>
                </a:lnTo>
                <a:lnTo>
                  <a:pt x="165100" y="1764827"/>
                </a:lnTo>
                <a:lnTo>
                  <a:pt x="0"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solidFill>
                <a:schemeClr val="bg1"/>
              </a:solidFill>
            </a:endParaRPr>
          </a:p>
        </p:txBody>
      </p:sp>
      <p:sp>
        <p:nvSpPr>
          <p:cNvPr id="192" name="Isosceles Triangle 181">
            <a:extLst>
              <a:ext uri="{FF2B5EF4-FFF2-40B4-BE49-F238E27FC236}">
                <a16:creationId xmlns:a16="http://schemas.microsoft.com/office/drawing/2014/main" id="{286D726A-AA79-4D78-A087-1749FD0B48CC}"/>
              </a:ext>
            </a:extLst>
          </p:cNvPr>
          <p:cNvSpPr/>
          <p:nvPr/>
        </p:nvSpPr>
        <p:spPr>
          <a:xfrm>
            <a:off x="2551839" y="2095499"/>
            <a:ext cx="802204" cy="545037"/>
          </a:xfrm>
          <a:custGeom>
            <a:avLst/>
            <a:gdLst>
              <a:gd name="connsiteX0" fmla="*/ 0 w 506881"/>
              <a:gd name="connsiteY0" fmla="*/ 466695 h 466695"/>
              <a:gd name="connsiteX1" fmla="*/ 253441 w 506881"/>
              <a:gd name="connsiteY1" fmla="*/ 0 h 466695"/>
              <a:gd name="connsiteX2" fmla="*/ 506881 w 506881"/>
              <a:gd name="connsiteY2" fmla="*/ 466695 h 466695"/>
              <a:gd name="connsiteX3" fmla="*/ 0 w 506881"/>
              <a:gd name="connsiteY3" fmla="*/ 466695 h 466695"/>
              <a:gd name="connsiteX0" fmla="*/ 0 w 506881"/>
              <a:gd name="connsiteY0" fmla="*/ 516701 h 516701"/>
              <a:gd name="connsiteX1" fmla="*/ 239153 w 506881"/>
              <a:gd name="connsiteY1" fmla="*/ 0 h 516701"/>
              <a:gd name="connsiteX2" fmla="*/ 506881 w 506881"/>
              <a:gd name="connsiteY2" fmla="*/ 516701 h 516701"/>
              <a:gd name="connsiteX3" fmla="*/ 0 w 506881"/>
              <a:gd name="connsiteY3" fmla="*/ 516701 h 516701"/>
              <a:gd name="connsiteX0" fmla="*/ 0 w 492593"/>
              <a:gd name="connsiteY0" fmla="*/ 516701 h 516701"/>
              <a:gd name="connsiteX1" fmla="*/ 239153 w 492593"/>
              <a:gd name="connsiteY1" fmla="*/ 0 h 516701"/>
              <a:gd name="connsiteX2" fmla="*/ 492593 w 492593"/>
              <a:gd name="connsiteY2" fmla="*/ 514320 h 516701"/>
              <a:gd name="connsiteX3" fmla="*/ 0 w 492593"/>
              <a:gd name="connsiteY3" fmla="*/ 516701 h 516701"/>
              <a:gd name="connsiteX0" fmla="*/ 0 w 485449"/>
              <a:gd name="connsiteY0" fmla="*/ 521463 h 521463"/>
              <a:gd name="connsiteX1" fmla="*/ 232009 w 485449"/>
              <a:gd name="connsiteY1" fmla="*/ 0 h 521463"/>
              <a:gd name="connsiteX2" fmla="*/ 485449 w 485449"/>
              <a:gd name="connsiteY2" fmla="*/ 514320 h 521463"/>
              <a:gd name="connsiteX3" fmla="*/ 0 w 485449"/>
              <a:gd name="connsiteY3" fmla="*/ 521463 h 521463"/>
              <a:gd name="connsiteX0" fmla="*/ 0 w 740243"/>
              <a:gd name="connsiteY0" fmla="*/ 480982 h 514320"/>
              <a:gd name="connsiteX1" fmla="*/ 486803 w 740243"/>
              <a:gd name="connsiteY1" fmla="*/ 0 h 514320"/>
              <a:gd name="connsiteX2" fmla="*/ 740243 w 740243"/>
              <a:gd name="connsiteY2" fmla="*/ 514320 h 514320"/>
              <a:gd name="connsiteX3" fmla="*/ 0 w 740243"/>
              <a:gd name="connsiteY3" fmla="*/ 480982 h 514320"/>
              <a:gd name="connsiteX0" fmla="*/ 0 w 740243"/>
              <a:gd name="connsiteY0" fmla="*/ 464313 h 497651"/>
              <a:gd name="connsiteX1" fmla="*/ 615391 w 740243"/>
              <a:gd name="connsiteY1" fmla="*/ 0 h 497651"/>
              <a:gd name="connsiteX2" fmla="*/ 740243 w 740243"/>
              <a:gd name="connsiteY2" fmla="*/ 497651 h 497651"/>
              <a:gd name="connsiteX3" fmla="*/ 0 w 740243"/>
              <a:gd name="connsiteY3" fmla="*/ 464313 h 497651"/>
              <a:gd name="connsiteX0" fmla="*/ 0 w 615391"/>
              <a:gd name="connsiteY0" fmla="*/ 464313 h 533370"/>
              <a:gd name="connsiteX1" fmla="*/ 615391 w 615391"/>
              <a:gd name="connsiteY1" fmla="*/ 0 h 533370"/>
              <a:gd name="connsiteX2" fmla="*/ 599749 w 615391"/>
              <a:gd name="connsiteY2" fmla="*/ 533370 h 533370"/>
              <a:gd name="connsiteX3" fmla="*/ 0 w 615391"/>
              <a:gd name="connsiteY3" fmla="*/ 464313 h 533370"/>
              <a:gd name="connsiteX0" fmla="*/ 0 w 812241"/>
              <a:gd name="connsiteY0" fmla="*/ 530988 h 533370"/>
              <a:gd name="connsiteX1" fmla="*/ 812241 w 812241"/>
              <a:gd name="connsiteY1" fmla="*/ 0 h 533370"/>
              <a:gd name="connsiteX2" fmla="*/ 796599 w 812241"/>
              <a:gd name="connsiteY2" fmla="*/ 533370 h 533370"/>
              <a:gd name="connsiteX3" fmla="*/ 0 w 812241"/>
              <a:gd name="connsiteY3" fmla="*/ 530988 h 533370"/>
              <a:gd name="connsiteX0" fmla="*/ 0 w 796366"/>
              <a:gd name="connsiteY0" fmla="*/ 527813 h 533370"/>
              <a:gd name="connsiteX1" fmla="*/ 796366 w 796366"/>
              <a:gd name="connsiteY1" fmla="*/ 0 h 533370"/>
              <a:gd name="connsiteX2" fmla="*/ 780724 w 796366"/>
              <a:gd name="connsiteY2" fmla="*/ 533370 h 533370"/>
              <a:gd name="connsiteX3" fmla="*/ 0 w 796366"/>
              <a:gd name="connsiteY3" fmla="*/ 527813 h 533370"/>
              <a:gd name="connsiteX0" fmla="*/ 25632 w 821998"/>
              <a:gd name="connsiteY0" fmla="*/ 539480 h 545037"/>
              <a:gd name="connsiteX1" fmla="*/ 20655 w 821998"/>
              <a:gd name="connsiteY1" fmla="*/ 0 h 545037"/>
              <a:gd name="connsiteX2" fmla="*/ 821998 w 821998"/>
              <a:gd name="connsiteY2" fmla="*/ 11667 h 545037"/>
              <a:gd name="connsiteX3" fmla="*/ 806356 w 821998"/>
              <a:gd name="connsiteY3" fmla="*/ 545037 h 545037"/>
              <a:gd name="connsiteX4" fmla="*/ 25632 w 821998"/>
              <a:gd name="connsiteY4" fmla="*/ 539480 h 545037"/>
              <a:gd name="connsiteX0" fmla="*/ 5095 w 801461"/>
              <a:gd name="connsiteY0" fmla="*/ 539480 h 545037"/>
              <a:gd name="connsiteX1" fmla="*/ 118 w 801461"/>
              <a:gd name="connsiteY1" fmla="*/ 0 h 545037"/>
              <a:gd name="connsiteX2" fmla="*/ 801461 w 801461"/>
              <a:gd name="connsiteY2" fmla="*/ 11667 h 545037"/>
              <a:gd name="connsiteX3" fmla="*/ 785819 w 801461"/>
              <a:gd name="connsiteY3" fmla="*/ 545037 h 545037"/>
              <a:gd name="connsiteX4" fmla="*/ 5095 w 801461"/>
              <a:gd name="connsiteY4" fmla="*/ 539480 h 545037"/>
              <a:gd name="connsiteX0" fmla="*/ 5838 w 802204"/>
              <a:gd name="connsiteY0" fmla="*/ 539480 h 545037"/>
              <a:gd name="connsiteX1" fmla="*/ 861 w 802204"/>
              <a:gd name="connsiteY1" fmla="*/ 0 h 545037"/>
              <a:gd name="connsiteX2" fmla="*/ 802204 w 802204"/>
              <a:gd name="connsiteY2" fmla="*/ 11667 h 545037"/>
              <a:gd name="connsiteX3" fmla="*/ 786562 w 802204"/>
              <a:gd name="connsiteY3" fmla="*/ 545037 h 545037"/>
              <a:gd name="connsiteX4" fmla="*/ 5838 w 802204"/>
              <a:gd name="connsiteY4" fmla="*/ 539480 h 545037"/>
              <a:gd name="connsiteX0" fmla="*/ 5838 w 802204"/>
              <a:gd name="connsiteY0" fmla="*/ 539480 h 545037"/>
              <a:gd name="connsiteX1" fmla="*/ 861 w 802204"/>
              <a:gd name="connsiteY1" fmla="*/ 0 h 545037"/>
              <a:gd name="connsiteX2" fmla="*/ 802204 w 802204"/>
              <a:gd name="connsiteY2" fmla="*/ 11667 h 545037"/>
              <a:gd name="connsiteX3" fmla="*/ 786562 w 802204"/>
              <a:gd name="connsiteY3" fmla="*/ 545037 h 545037"/>
              <a:gd name="connsiteX4" fmla="*/ 5838 w 802204"/>
              <a:gd name="connsiteY4" fmla="*/ 539480 h 545037"/>
              <a:gd name="connsiteX0" fmla="*/ 7406 w 803772"/>
              <a:gd name="connsiteY0" fmla="*/ 539480 h 545037"/>
              <a:gd name="connsiteX1" fmla="*/ 2429 w 803772"/>
              <a:gd name="connsiteY1" fmla="*/ 0 h 545037"/>
              <a:gd name="connsiteX2" fmla="*/ 803772 w 803772"/>
              <a:gd name="connsiteY2" fmla="*/ 11667 h 545037"/>
              <a:gd name="connsiteX3" fmla="*/ 788130 w 803772"/>
              <a:gd name="connsiteY3" fmla="*/ 545037 h 545037"/>
              <a:gd name="connsiteX4" fmla="*/ 7406 w 803772"/>
              <a:gd name="connsiteY4" fmla="*/ 539480 h 545037"/>
              <a:gd name="connsiteX0" fmla="*/ 5540 w 801906"/>
              <a:gd name="connsiteY0" fmla="*/ 539480 h 545037"/>
              <a:gd name="connsiteX1" fmla="*/ 563 w 801906"/>
              <a:gd name="connsiteY1" fmla="*/ 0 h 545037"/>
              <a:gd name="connsiteX2" fmla="*/ 801906 w 801906"/>
              <a:gd name="connsiteY2" fmla="*/ 11667 h 545037"/>
              <a:gd name="connsiteX3" fmla="*/ 786264 w 801906"/>
              <a:gd name="connsiteY3" fmla="*/ 545037 h 545037"/>
              <a:gd name="connsiteX4" fmla="*/ 5540 w 801906"/>
              <a:gd name="connsiteY4" fmla="*/ 539480 h 545037"/>
              <a:gd name="connsiteX0" fmla="*/ 5838 w 802204"/>
              <a:gd name="connsiteY0" fmla="*/ 539480 h 545037"/>
              <a:gd name="connsiteX1" fmla="*/ 861 w 802204"/>
              <a:gd name="connsiteY1" fmla="*/ 0 h 545037"/>
              <a:gd name="connsiteX2" fmla="*/ 802204 w 802204"/>
              <a:gd name="connsiteY2" fmla="*/ 11667 h 545037"/>
              <a:gd name="connsiteX3" fmla="*/ 786562 w 802204"/>
              <a:gd name="connsiteY3" fmla="*/ 545037 h 545037"/>
              <a:gd name="connsiteX4" fmla="*/ 5838 w 802204"/>
              <a:gd name="connsiteY4" fmla="*/ 539480 h 545037"/>
              <a:gd name="connsiteX0" fmla="*/ 5838 w 802204"/>
              <a:gd name="connsiteY0" fmla="*/ 539480 h 545037"/>
              <a:gd name="connsiteX1" fmla="*/ 861 w 802204"/>
              <a:gd name="connsiteY1" fmla="*/ 0 h 545037"/>
              <a:gd name="connsiteX2" fmla="*/ 802204 w 802204"/>
              <a:gd name="connsiteY2" fmla="*/ 11667 h 545037"/>
              <a:gd name="connsiteX3" fmla="*/ 786562 w 802204"/>
              <a:gd name="connsiteY3" fmla="*/ 545037 h 545037"/>
              <a:gd name="connsiteX4" fmla="*/ 5838 w 802204"/>
              <a:gd name="connsiteY4" fmla="*/ 539480 h 5450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204" h="545037">
                <a:moveTo>
                  <a:pt x="5838" y="539480"/>
                </a:moveTo>
                <a:cubicBezTo>
                  <a:pt x="6296" y="417862"/>
                  <a:pt x="-2772" y="83518"/>
                  <a:pt x="861" y="0"/>
                </a:cubicBezTo>
                <a:lnTo>
                  <a:pt x="802204" y="11667"/>
                </a:lnTo>
                <a:lnTo>
                  <a:pt x="786562" y="545037"/>
                </a:lnTo>
                <a:lnTo>
                  <a:pt x="5838" y="539480"/>
                </a:lnTo>
                <a:close/>
              </a:path>
            </a:pathLst>
          </a:custGeom>
          <a:pattFill prst="smConfetti">
            <a:fgClr>
              <a:schemeClr val="tx1"/>
            </a:fgClr>
            <a:bgClr>
              <a:schemeClr val="bg1"/>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a:extLst>
              <a:ext uri="{FF2B5EF4-FFF2-40B4-BE49-F238E27FC236}">
                <a16:creationId xmlns:a16="http://schemas.microsoft.com/office/drawing/2014/main" id="{67A1B56D-8F01-4230-8937-D9F688EC4F8B}"/>
              </a:ext>
            </a:extLst>
          </p:cNvPr>
          <p:cNvSpPr/>
          <p:nvPr/>
        </p:nvSpPr>
        <p:spPr>
          <a:xfrm>
            <a:off x="3191014" y="1897289"/>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V</a:t>
            </a:r>
            <a:endParaRPr lang="en-US" dirty="0">
              <a:solidFill>
                <a:schemeClr val="accent6"/>
              </a:solidFill>
            </a:endParaRPr>
          </a:p>
        </p:txBody>
      </p:sp>
      <p:sp>
        <p:nvSpPr>
          <p:cNvPr id="193" name="Oval 192">
            <a:extLst>
              <a:ext uri="{FF2B5EF4-FFF2-40B4-BE49-F238E27FC236}">
                <a16:creationId xmlns:a16="http://schemas.microsoft.com/office/drawing/2014/main" id="{42C95D24-807A-45C2-B23E-26C5D817F53C}"/>
              </a:ext>
            </a:extLst>
          </p:cNvPr>
          <p:cNvSpPr/>
          <p:nvPr/>
        </p:nvSpPr>
        <p:spPr>
          <a:xfrm>
            <a:off x="3201289" y="2465783"/>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6</a:t>
            </a:r>
            <a:endParaRPr lang="en-US" dirty="0">
              <a:solidFill>
                <a:schemeClr val="accent6"/>
              </a:solidFill>
            </a:endParaRPr>
          </a:p>
        </p:txBody>
      </p:sp>
      <p:sp>
        <p:nvSpPr>
          <p:cNvPr id="298" name="Oval 297">
            <a:extLst>
              <a:ext uri="{FF2B5EF4-FFF2-40B4-BE49-F238E27FC236}">
                <a16:creationId xmlns:a16="http://schemas.microsoft.com/office/drawing/2014/main" id="{BDD707F5-0BE8-471A-B269-DAB47FAED13A}"/>
              </a:ext>
            </a:extLst>
          </p:cNvPr>
          <p:cNvSpPr/>
          <p:nvPr/>
        </p:nvSpPr>
        <p:spPr>
          <a:xfrm>
            <a:off x="2555071" y="4245565"/>
            <a:ext cx="352122" cy="352122"/>
          </a:xfrm>
          <a:prstGeom prst="ellipse">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F</a:t>
            </a:r>
            <a:endParaRPr lang="en-US" dirty="0">
              <a:solidFill>
                <a:schemeClr val="accent6"/>
              </a:solidFill>
            </a:endParaRPr>
          </a:p>
        </p:txBody>
      </p:sp>
      <p:cxnSp>
        <p:nvCxnSpPr>
          <p:cNvPr id="194" name="Straight Arrow Connector 193">
            <a:extLst>
              <a:ext uri="{FF2B5EF4-FFF2-40B4-BE49-F238E27FC236}">
                <a16:creationId xmlns:a16="http://schemas.microsoft.com/office/drawing/2014/main" id="{986ADC7F-59C1-4BED-BE29-4A81C33FECA9}"/>
              </a:ext>
            </a:extLst>
          </p:cNvPr>
          <p:cNvCxnSpPr>
            <a:cxnSpLocks/>
          </p:cNvCxnSpPr>
          <p:nvPr/>
        </p:nvCxnSpPr>
        <p:spPr>
          <a:xfrm rot="16320000" flipH="1">
            <a:off x="3334620" y="2355603"/>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5" name="Straight Arrow Connector 194">
            <a:extLst>
              <a:ext uri="{FF2B5EF4-FFF2-40B4-BE49-F238E27FC236}">
                <a16:creationId xmlns:a16="http://schemas.microsoft.com/office/drawing/2014/main" id="{C73648A5-1F92-4363-BD64-9AE84474F88B}"/>
              </a:ext>
            </a:extLst>
          </p:cNvPr>
          <p:cNvCxnSpPr>
            <a:cxnSpLocks/>
          </p:cNvCxnSpPr>
          <p:nvPr/>
        </p:nvCxnSpPr>
        <p:spPr>
          <a:xfrm rot="11220000" flipV="1">
            <a:off x="3832200" y="2799418"/>
            <a:ext cx="37490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6" name="Straight Arrow Connector 195">
            <a:extLst>
              <a:ext uri="{FF2B5EF4-FFF2-40B4-BE49-F238E27FC236}">
                <a16:creationId xmlns:a16="http://schemas.microsoft.com/office/drawing/2014/main" id="{B0A09CE7-F94A-4732-98C5-06601309EC58}"/>
              </a:ext>
            </a:extLst>
          </p:cNvPr>
          <p:cNvCxnSpPr>
            <a:cxnSpLocks/>
          </p:cNvCxnSpPr>
          <p:nvPr/>
        </p:nvCxnSpPr>
        <p:spPr>
          <a:xfrm flipH="1">
            <a:off x="2808938" y="2709099"/>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7" name="Straight Arrow Connector 196">
            <a:extLst>
              <a:ext uri="{FF2B5EF4-FFF2-40B4-BE49-F238E27FC236}">
                <a16:creationId xmlns:a16="http://schemas.microsoft.com/office/drawing/2014/main" id="{081EA834-0711-40DB-828D-9EBEF28B05CE}"/>
              </a:ext>
            </a:extLst>
          </p:cNvPr>
          <p:cNvCxnSpPr>
            <a:cxnSpLocks/>
          </p:cNvCxnSpPr>
          <p:nvPr/>
        </p:nvCxnSpPr>
        <p:spPr>
          <a:xfrm rot="5040000" flipV="1">
            <a:off x="2402637" y="336068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8" name="Straight Arrow Connector 197">
            <a:extLst>
              <a:ext uri="{FF2B5EF4-FFF2-40B4-BE49-F238E27FC236}">
                <a16:creationId xmlns:a16="http://schemas.microsoft.com/office/drawing/2014/main" id="{BB9A299E-6750-4E12-B98C-51CCD0D85ABF}"/>
              </a:ext>
            </a:extLst>
          </p:cNvPr>
          <p:cNvCxnSpPr>
            <a:cxnSpLocks/>
          </p:cNvCxnSpPr>
          <p:nvPr/>
        </p:nvCxnSpPr>
        <p:spPr>
          <a:xfrm rot="17220000" flipV="1">
            <a:off x="2853907" y="3325546"/>
            <a:ext cx="3657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9" name="Rectangle 198">
            <a:extLst>
              <a:ext uri="{FF2B5EF4-FFF2-40B4-BE49-F238E27FC236}">
                <a16:creationId xmlns:a16="http://schemas.microsoft.com/office/drawing/2014/main" id="{3C8D6C19-FBF8-45D0-AF00-C247544DBFDD}"/>
              </a:ext>
            </a:extLst>
          </p:cNvPr>
          <p:cNvSpPr/>
          <p:nvPr/>
        </p:nvSpPr>
        <p:spPr>
          <a:xfrm rot="5400000">
            <a:off x="1216964" y="1292178"/>
            <a:ext cx="546609" cy="2144649"/>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302" name="Oval 301">
            <a:extLst>
              <a:ext uri="{FF2B5EF4-FFF2-40B4-BE49-F238E27FC236}">
                <a16:creationId xmlns:a16="http://schemas.microsoft.com/office/drawing/2014/main" id="{8219E6CA-0701-46C4-9495-F0DAC3BE6D5C}"/>
              </a:ext>
            </a:extLst>
          </p:cNvPr>
          <p:cNvSpPr/>
          <p:nvPr/>
        </p:nvSpPr>
        <p:spPr>
          <a:xfrm>
            <a:off x="227183" y="2410794"/>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J</a:t>
            </a:r>
            <a:endParaRPr lang="en-US" dirty="0">
              <a:solidFill>
                <a:schemeClr val="accent6"/>
              </a:solidFill>
            </a:endParaRPr>
          </a:p>
        </p:txBody>
      </p:sp>
      <p:sp>
        <p:nvSpPr>
          <p:cNvPr id="303" name="Oval 302">
            <a:extLst>
              <a:ext uri="{FF2B5EF4-FFF2-40B4-BE49-F238E27FC236}">
                <a16:creationId xmlns:a16="http://schemas.microsoft.com/office/drawing/2014/main" id="{15FA5F7E-26C9-47B3-BC05-D68924780B80}"/>
              </a:ext>
            </a:extLst>
          </p:cNvPr>
          <p:cNvSpPr/>
          <p:nvPr/>
        </p:nvSpPr>
        <p:spPr>
          <a:xfrm>
            <a:off x="2391464" y="2453601"/>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K</a:t>
            </a:r>
            <a:endParaRPr lang="en-US" dirty="0">
              <a:solidFill>
                <a:schemeClr val="accent6"/>
              </a:solidFill>
            </a:endParaRPr>
          </a:p>
        </p:txBody>
      </p:sp>
      <p:sp>
        <p:nvSpPr>
          <p:cNvPr id="200" name="Oval 199">
            <a:extLst>
              <a:ext uri="{FF2B5EF4-FFF2-40B4-BE49-F238E27FC236}">
                <a16:creationId xmlns:a16="http://schemas.microsoft.com/office/drawing/2014/main" id="{33B58272-AE58-42BE-BAEF-BF012DC0E469}"/>
              </a:ext>
            </a:extLst>
          </p:cNvPr>
          <p:cNvSpPr/>
          <p:nvPr/>
        </p:nvSpPr>
        <p:spPr>
          <a:xfrm>
            <a:off x="2378951" y="1906846"/>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7</a:t>
            </a:r>
            <a:endParaRPr lang="en-US" dirty="0">
              <a:solidFill>
                <a:schemeClr val="accent6"/>
              </a:solidFill>
            </a:endParaRPr>
          </a:p>
        </p:txBody>
      </p:sp>
      <p:cxnSp>
        <p:nvCxnSpPr>
          <p:cNvPr id="201" name="Straight Arrow Connector 200">
            <a:extLst>
              <a:ext uri="{FF2B5EF4-FFF2-40B4-BE49-F238E27FC236}">
                <a16:creationId xmlns:a16="http://schemas.microsoft.com/office/drawing/2014/main" id="{8B414D9D-CB3F-4E09-B452-04EA3F895CBB}"/>
              </a:ext>
            </a:extLst>
          </p:cNvPr>
          <p:cNvCxnSpPr>
            <a:cxnSpLocks/>
          </p:cNvCxnSpPr>
          <p:nvPr/>
        </p:nvCxnSpPr>
        <p:spPr>
          <a:xfrm rot="-5760000" flipV="1">
            <a:off x="2296991" y="3375479"/>
            <a:ext cx="54707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0" name="Straight Arrow Connector 209">
            <a:extLst>
              <a:ext uri="{FF2B5EF4-FFF2-40B4-BE49-F238E27FC236}">
                <a16:creationId xmlns:a16="http://schemas.microsoft.com/office/drawing/2014/main" id="{361572C8-C1D5-49F6-9D58-5310E887FB3A}"/>
              </a:ext>
            </a:extLst>
          </p:cNvPr>
          <p:cNvCxnSpPr>
            <a:cxnSpLocks/>
          </p:cNvCxnSpPr>
          <p:nvPr/>
        </p:nvCxnSpPr>
        <p:spPr>
          <a:xfrm rot="10800000" flipV="1">
            <a:off x="1297865" y="2142041"/>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2" name="Straight Arrow Connector 221">
            <a:extLst>
              <a:ext uri="{FF2B5EF4-FFF2-40B4-BE49-F238E27FC236}">
                <a16:creationId xmlns:a16="http://schemas.microsoft.com/office/drawing/2014/main" id="{BE58A6F0-5964-4961-A21C-1C691B011EE6}"/>
              </a:ext>
            </a:extLst>
          </p:cNvPr>
          <p:cNvCxnSpPr>
            <a:cxnSpLocks/>
          </p:cNvCxnSpPr>
          <p:nvPr/>
        </p:nvCxnSpPr>
        <p:spPr>
          <a:xfrm flipV="1">
            <a:off x="1297864" y="2581396"/>
            <a:ext cx="565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7" name="Oval 226">
            <a:extLst>
              <a:ext uri="{FF2B5EF4-FFF2-40B4-BE49-F238E27FC236}">
                <a16:creationId xmlns:a16="http://schemas.microsoft.com/office/drawing/2014/main" id="{16C4F353-31E9-48EA-A22B-FBF140A992AF}"/>
              </a:ext>
            </a:extLst>
          </p:cNvPr>
          <p:cNvSpPr/>
          <p:nvPr/>
        </p:nvSpPr>
        <p:spPr>
          <a:xfrm>
            <a:off x="235430" y="1915804"/>
            <a:ext cx="352122" cy="352122"/>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8</a:t>
            </a:r>
            <a:endParaRPr lang="en-US" dirty="0">
              <a:solidFill>
                <a:schemeClr val="accent6"/>
              </a:solidFill>
            </a:endParaRPr>
          </a:p>
        </p:txBody>
      </p:sp>
      <p:cxnSp>
        <p:nvCxnSpPr>
          <p:cNvPr id="243" name="Straight Arrow Connector 242">
            <a:extLst>
              <a:ext uri="{FF2B5EF4-FFF2-40B4-BE49-F238E27FC236}">
                <a16:creationId xmlns:a16="http://schemas.microsoft.com/office/drawing/2014/main" id="{30898D16-BC04-4746-8751-CB4A6F7A812F}"/>
              </a:ext>
            </a:extLst>
          </p:cNvPr>
          <p:cNvCxnSpPr>
            <a:cxnSpLocks/>
          </p:cNvCxnSpPr>
          <p:nvPr/>
        </p:nvCxnSpPr>
        <p:spPr>
          <a:xfrm rot="-5820000" flipV="1">
            <a:off x="2188892" y="1390993"/>
            <a:ext cx="4572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3" name="Straight Arrow Connector 272">
            <a:extLst>
              <a:ext uri="{FF2B5EF4-FFF2-40B4-BE49-F238E27FC236}">
                <a16:creationId xmlns:a16="http://schemas.microsoft.com/office/drawing/2014/main" id="{9BD7F3F2-C25E-4CCD-ABDA-F48C381EFEBA}"/>
              </a:ext>
            </a:extLst>
          </p:cNvPr>
          <p:cNvCxnSpPr>
            <a:cxnSpLocks/>
          </p:cNvCxnSpPr>
          <p:nvPr/>
        </p:nvCxnSpPr>
        <p:spPr>
          <a:xfrm rot="10800000" flipH="1">
            <a:off x="2838584" y="2046905"/>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1" name="Rectangle 190">
            <a:extLst>
              <a:ext uri="{FF2B5EF4-FFF2-40B4-BE49-F238E27FC236}">
                <a16:creationId xmlns:a16="http://schemas.microsoft.com/office/drawing/2014/main" id="{59E89EBB-5EFF-4E21-A947-FDB047F888BE}"/>
              </a:ext>
            </a:extLst>
          </p:cNvPr>
          <p:cNvSpPr/>
          <p:nvPr/>
        </p:nvSpPr>
        <p:spPr>
          <a:xfrm rot="5400000">
            <a:off x="8547982" y="1643336"/>
            <a:ext cx="490198" cy="1837915"/>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06" name="Oval 305">
            <a:extLst>
              <a:ext uri="{FF2B5EF4-FFF2-40B4-BE49-F238E27FC236}">
                <a16:creationId xmlns:a16="http://schemas.microsoft.com/office/drawing/2014/main" id="{91BE7614-ABEE-4C51-A742-71FFD52B95A5}"/>
              </a:ext>
            </a:extLst>
          </p:cNvPr>
          <p:cNvSpPr/>
          <p:nvPr/>
        </p:nvSpPr>
        <p:spPr>
          <a:xfrm>
            <a:off x="9535977" y="2633775"/>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N</a:t>
            </a:r>
            <a:endParaRPr lang="en-US" dirty="0">
              <a:solidFill>
                <a:schemeClr val="accent6"/>
              </a:solidFill>
            </a:endParaRPr>
          </a:p>
        </p:txBody>
      </p:sp>
      <p:sp>
        <p:nvSpPr>
          <p:cNvPr id="266" name="Oval 265">
            <a:extLst>
              <a:ext uri="{FF2B5EF4-FFF2-40B4-BE49-F238E27FC236}">
                <a16:creationId xmlns:a16="http://schemas.microsoft.com/office/drawing/2014/main" id="{A95576F0-1A3F-45B4-9C8B-29639E03C7E9}"/>
              </a:ext>
            </a:extLst>
          </p:cNvPr>
          <p:cNvSpPr/>
          <p:nvPr/>
        </p:nvSpPr>
        <p:spPr>
          <a:xfrm>
            <a:off x="9535977" y="2147145"/>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0</a:t>
            </a:r>
            <a:endParaRPr lang="en-US" dirty="0">
              <a:solidFill>
                <a:schemeClr val="accent6"/>
              </a:solidFill>
            </a:endParaRPr>
          </a:p>
        </p:txBody>
      </p:sp>
      <p:cxnSp>
        <p:nvCxnSpPr>
          <p:cNvPr id="272" name="Straight Arrow Connector 271">
            <a:extLst>
              <a:ext uri="{FF2B5EF4-FFF2-40B4-BE49-F238E27FC236}">
                <a16:creationId xmlns:a16="http://schemas.microsoft.com/office/drawing/2014/main" id="{52F32CAC-3C50-4748-8F34-8DF8C4445B3C}"/>
              </a:ext>
            </a:extLst>
          </p:cNvPr>
          <p:cNvCxnSpPr>
            <a:cxnSpLocks/>
          </p:cNvCxnSpPr>
          <p:nvPr/>
        </p:nvCxnSpPr>
        <p:spPr>
          <a:xfrm rot="10800000" flipV="1">
            <a:off x="8899056" y="2375207"/>
            <a:ext cx="44746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7" name="Straight Arrow Connector 276">
            <a:extLst>
              <a:ext uri="{FF2B5EF4-FFF2-40B4-BE49-F238E27FC236}">
                <a16:creationId xmlns:a16="http://schemas.microsoft.com/office/drawing/2014/main" id="{99CF41AF-DEF5-4617-B347-6F603160608C}"/>
              </a:ext>
            </a:extLst>
          </p:cNvPr>
          <p:cNvCxnSpPr>
            <a:cxnSpLocks/>
          </p:cNvCxnSpPr>
          <p:nvPr/>
        </p:nvCxnSpPr>
        <p:spPr>
          <a:xfrm flipV="1">
            <a:off x="9007515" y="2740205"/>
            <a:ext cx="44746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8" name="Straight Arrow Connector 277">
            <a:extLst>
              <a:ext uri="{FF2B5EF4-FFF2-40B4-BE49-F238E27FC236}">
                <a16:creationId xmlns:a16="http://schemas.microsoft.com/office/drawing/2014/main" id="{35B95FFD-EA0F-4692-8998-11AE7D995D70}"/>
              </a:ext>
            </a:extLst>
          </p:cNvPr>
          <p:cNvCxnSpPr>
            <a:cxnSpLocks/>
          </p:cNvCxnSpPr>
          <p:nvPr/>
        </p:nvCxnSpPr>
        <p:spPr>
          <a:xfrm rot="5340000" flipH="1">
            <a:off x="9483745" y="2569042"/>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9" name="Straight Arrow Connector 278">
            <a:extLst>
              <a:ext uri="{FF2B5EF4-FFF2-40B4-BE49-F238E27FC236}">
                <a16:creationId xmlns:a16="http://schemas.microsoft.com/office/drawing/2014/main" id="{25C27157-8B0C-4BE5-ABCF-F15FC71E4746}"/>
              </a:ext>
            </a:extLst>
          </p:cNvPr>
          <p:cNvCxnSpPr>
            <a:cxnSpLocks/>
          </p:cNvCxnSpPr>
          <p:nvPr/>
        </p:nvCxnSpPr>
        <p:spPr>
          <a:xfrm rot="16200000" flipH="1">
            <a:off x="8543418" y="2575644"/>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4" name="Rectangle 273">
            <a:extLst>
              <a:ext uri="{FF2B5EF4-FFF2-40B4-BE49-F238E27FC236}">
                <a16:creationId xmlns:a16="http://schemas.microsoft.com/office/drawing/2014/main" id="{F4FC2617-F528-4876-8AE4-6255772C9C43}"/>
              </a:ext>
            </a:extLst>
          </p:cNvPr>
          <p:cNvSpPr/>
          <p:nvPr/>
        </p:nvSpPr>
        <p:spPr>
          <a:xfrm rot="-2700000">
            <a:off x="8607716" y="2302180"/>
            <a:ext cx="490198" cy="2267749"/>
          </a:xfrm>
          <a:custGeom>
            <a:avLst/>
            <a:gdLst>
              <a:gd name="connsiteX0" fmla="*/ 0 w 490198"/>
              <a:gd name="connsiteY0" fmla="*/ 0 h 2259330"/>
              <a:gd name="connsiteX1" fmla="*/ 490198 w 490198"/>
              <a:gd name="connsiteY1" fmla="*/ 0 h 2259330"/>
              <a:gd name="connsiteX2" fmla="*/ 490198 w 490198"/>
              <a:gd name="connsiteY2" fmla="*/ 2259330 h 2259330"/>
              <a:gd name="connsiteX3" fmla="*/ 0 w 490198"/>
              <a:gd name="connsiteY3" fmla="*/ 2259330 h 2259330"/>
              <a:gd name="connsiteX4" fmla="*/ 0 w 490198"/>
              <a:gd name="connsiteY4" fmla="*/ 0 h 2259330"/>
              <a:gd name="connsiteX0" fmla="*/ 0 w 490198"/>
              <a:gd name="connsiteY0" fmla="*/ 0 h 2259330"/>
              <a:gd name="connsiteX1" fmla="*/ 490198 w 490198"/>
              <a:gd name="connsiteY1" fmla="*/ 0 h 2259330"/>
              <a:gd name="connsiteX2" fmla="*/ 490198 w 490198"/>
              <a:gd name="connsiteY2" fmla="*/ 2097686 h 2259330"/>
              <a:gd name="connsiteX3" fmla="*/ 0 w 490198"/>
              <a:gd name="connsiteY3" fmla="*/ 2259330 h 2259330"/>
              <a:gd name="connsiteX4" fmla="*/ 0 w 490198"/>
              <a:gd name="connsiteY4" fmla="*/ 0 h 2259330"/>
              <a:gd name="connsiteX0" fmla="*/ 0 w 491908"/>
              <a:gd name="connsiteY0" fmla="*/ 0 h 2259330"/>
              <a:gd name="connsiteX1" fmla="*/ 490198 w 491908"/>
              <a:gd name="connsiteY1" fmla="*/ 0 h 2259330"/>
              <a:gd name="connsiteX2" fmla="*/ 491908 w 491908"/>
              <a:gd name="connsiteY2" fmla="*/ 464262 h 2259330"/>
              <a:gd name="connsiteX3" fmla="*/ 490198 w 491908"/>
              <a:gd name="connsiteY3" fmla="*/ 2097686 h 2259330"/>
              <a:gd name="connsiteX4" fmla="*/ 0 w 491908"/>
              <a:gd name="connsiteY4" fmla="*/ 2259330 h 2259330"/>
              <a:gd name="connsiteX5" fmla="*/ 0 w 491908"/>
              <a:gd name="connsiteY5" fmla="*/ 0 h 2259330"/>
              <a:gd name="connsiteX0" fmla="*/ 0 w 491908"/>
              <a:gd name="connsiteY0" fmla="*/ 0 h 2259330"/>
              <a:gd name="connsiteX1" fmla="*/ 491908 w 491908"/>
              <a:gd name="connsiteY1" fmla="*/ 464262 h 2259330"/>
              <a:gd name="connsiteX2" fmla="*/ 490198 w 491908"/>
              <a:gd name="connsiteY2" fmla="*/ 2097686 h 2259330"/>
              <a:gd name="connsiteX3" fmla="*/ 0 w 491908"/>
              <a:gd name="connsiteY3" fmla="*/ 2259330 h 2259330"/>
              <a:gd name="connsiteX4" fmla="*/ 0 w 491908"/>
              <a:gd name="connsiteY4" fmla="*/ 0 h 2259330"/>
              <a:gd name="connsiteX0" fmla="*/ 0 w 490198"/>
              <a:gd name="connsiteY0" fmla="*/ 0 h 2259330"/>
              <a:gd name="connsiteX1" fmla="*/ 480122 w 490198"/>
              <a:gd name="connsiteY1" fmla="*/ 465946 h 2259330"/>
              <a:gd name="connsiteX2" fmla="*/ 490198 w 490198"/>
              <a:gd name="connsiteY2" fmla="*/ 2097686 h 2259330"/>
              <a:gd name="connsiteX3" fmla="*/ 0 w 490198"/>
              <a:gd name="connsiteY3" fmla="*/ 2259330 h 2259330"/>
              <a:gd name="connsiteX4" fmla="*/ 0 w 490198"/>
              <a:gd name="connsiteY4" fmla="*/ 0 h 2259330"/>
              <a:gd name="connsiteX0" fmla="*/ 0 w 490198"/>
              <a:gd name="connsiteY0" fmla="*/ 0 h 2259330"/>
              <a:gd name="connsiteX1" fmla="*/ 481807 w 490198"/>
              <a:gd name="connsiteY1" fmla="*/ 470997 h 2259330"/>
              <a:gd name="connsiteX2" fmla="*/ 490198 w 490198"/>
              <a:gd name="connsiteY2" fmla="*/ 2097686 h 2259330"/>
              <a:gd name="connsiteX3" fmla="*/ 0 w 490198"/>
              <a:gd name="connsiteY3" fmla="*/ 2259330 h 2259330"/>
              <a:gd name="connsiteX4" fmla="*/ 0 w 490198"/>
              <a:gd name="connsiteY4" fmla="*/ 0 h 2259330"/>
              <a:gd name="connsiteX0" fmla="*/ 0 w 490198"/>
              <a:gd name="connsiteY0" fmla="*/ 0 h 2266065"/>
              <a:gd name="connsiteX1" fmla="*/ 481807 w 490198"/>
              <a:gd name="connsiteY1" fmla="*/ 477732 h 2266065"/>
              <a:gd name="connsiteX2" fmla="*/ 490198 w 490198"/>
              <a:gd name="connsiteY2" fmla="*/ 2104421 h 2266065"/>
              <a:gd name="connsiteX3" fmla="*/ 0 w 490198"/>
              <a:gd name="connsiteY3" fmla="*/ 2266065 h 2266065"/>
              <a:gd name="connsiteX4" fmla="*/ 0 w 490198"/>
              <a:gd name="connsiteY4" fmla="*/ 0 h 2266065"/>
              <a:gd name="connsiteX0" fmla="*/ 1683 w 490198"/>
              <a:gd name="connsiteY0" fmla="*/ 0 h 2267749"/>
              <a:gd name="connsiteX1" fmla="*/ 481807 w 490198"/>
              <a:gd name="connsiteY1" fmla="*/ 479416 h 2267749"/>
              <a:gd name="connsiteX2" fmla="*/ 490198 w 490198"/>
              <a:gd name="connsiteY2" fmla="*/ 2106105 h 2267749"/>
              <a:gd name="connsiteX3" fmla="*/ 0 w 490198"/>
              <a:gd name="connsiteY3" fmla="*/ 2267749 h 2267749"/>
              <a:gd name="connsiteX4" fmla="*/ 1683 w 490198"/>
              <a:gd name="connsiteY4" fmla="*/ 0 h 22677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98" h="2267749">
                <a:moveTo>
                  <a:pt x="1683" y="0"/>
                </a:moveTo>
                <a:lnTo>
                  <a:pt x="481807" y="479416"/>
                </a:lnTo>
                <a:cubicBezTo>
                  <a:pt x="485166" y="1023329"/>
                  <a:pt x="486839" y="1562192"/>
                  <a:pt x="490198" y="2106105"/>
                </a:cubicBezTo>
                <a:lnTo>
                  <a:pt x="0" y="2267749"/>
                </a:lnTo>
                <a:lnTo>
                  <a:pt x="1683" y="0"/>
                </a:ln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01" name="Oval 300">
            <a:extLst>
              <a:ext uri="{FF2B5EF4-FFF2-40B4-BE49-F238E27FC236}">
                <a16:creationId xmlns:a16="http://schemas.microsoft.com/office/drawing/2014/main" id="{BD03B9AE-6261-492E-8508-FA9AE486F270}"/>
              </a:ext>
            </a:extLst>
          </p:cNvPr>
          <p:cNvSpPr/>
          <p:nvPr/>
        </p:nvSpPr>
        <p:spPr>
          <a:xfrm>
            <a:off x="9313926" y="4240599"/>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I</a:t>
            </a:r>
            <a:endParaRPr lang="en-US" dirty="0">
              <a:solidFill>
                <a:schemeClr val="accent6"/>
              </a:solidFill>
            </a:endParaRPr>
          </a:p>
        </p:txBody>
      </p:sp>
      <p:sp>
        <p:nvSpPr>
          <p:cNvPr id="4" name="Isosceles Triangle 3">
            <a:extLst>
              <a:ext uri="{FF2B5EF4-FFF2-40B4-BE49-F238E27FC236}">
                <a16:creationId xmlns:a16="http://schemas.microsoft.com/office/drawing/2014/main" id="{69B2BCC7-ED5C-4A07-BC26-90D6CEC87F88}"/>
              </a:ext>
            </a:extLst>
          </p:cNvPr>
          <p:cNvSpPr/>
          <p:nvPr/>
        </p:nvSpPr>
        <p:spPr>
          <a:xfrm rot="5400000">
            <a:off x="7728521" y="1970342"/>
            <a:ext cx="496228" cy="1182207"/>
          </a:xfrm>
          <a:custGeom>
            <a:avLst/>
            <a:gdLst>
              <a:gd name="connsiteX0" fmla="*/ 0 w 506881"/>
              <a:gd name="connsiteY0" fmla="*/ 466695 h 466695"/>
              <a:gd name="connsiteX1" fmla="*/ 253441 w 506881"/>
              <a:gd name="connsiteY1" fmla="*/ 0 h 466695"/>
              <a:gd name="connsiteX2" fmla="*/ 506881 w 506881"/>
              <a:gd name="connsiteY2" fmla="*/ 466695 h 466695"/>
              <a:gd name="connsiteX3" fmla="*/ 0 w 506881"/>
              <a:gd name="connsiteY3" fmla="*/ 466695 h 466695"/>
              <a:gd name="connsiteX0" fmla="*/ 0 w 506881"/>
              <a:gd name="connsiteY0" fmla="*/ 490508 h 490508"/>
              <a:gd name="connsiteX1" fmla="*/ 1028 w 506881"/>
              <a:gd name="connsiteY1" fmla="*/ 0 h 490508"/>
              <a:gd name="connsiteX2" fmla="*/ 506881 w 506881"/>
              <a:gd name="connsiteY2" fmla="*/ 490508 h 490508"/>
              <a:gd name="connsiteX3" fmla="*/ 0 w 506881"/>
              <a:gd name="connsiteY3" fmla="*/ 490508 h 490508"/>
              <a:gd name="connsiteX0" fmla="*/ 0 w 506881"/>
              <a:gd name="connsiteY0" fmla="*/ 508048 h 508048"/>
              <a:gd name="connsiteX1" fmla="*/ 1028 w 506881"/>
              <a:gd name="connsiteY1" fmla="*/ 17540 h 508048"/>
              <a:gd name="connsiteX2" fmla="*/ 494165 w 506881"/>
              <a:gd name="connsiteY2" fmla="*/ 21168 h 508048"/>
              <a:gd name="connsiteX3" fmla="*/ 506881 w 506881"/>
              <a:gd name="connsiteY3" fmla="*/ 508048 h 508048"/>
              <a:gd name="connsiteX4" fmla="*/ 0 w 506881"/>
              <a:gd name="connsiteY4" fmla="*/ 508048 h 508048"/>
              <a:gd name="connsiteX0" fmla="*/ 0 w 499740"/>
              <a:gd name="connsiteY0" fmla="*/ 508048 h 508048"/>
              <a:gd name="connsiteX1" fmla="*/ 1028 w 499740"/>
              <a:gd name="connsiteY1" fmla="*/ 17540 h 508048"/>
              <a:gd name="connsiteX2" fmla="*/ 494165 w 499740"/>
              <a:gd name="connsiteY2" fmla="*/ 21168 h 508048"/>
              <a:gd name="connsiteX3" fmla="*/ 499740 w 499740"/>
              <a:gd name="connsiteY3" fmla="*/ 503286 h 508048"/>
              <a:gd name="connsiteX4" fmla="*/ 0 w 499740"/>
              <a:gd name="connsiteY4" fmla="*/ 508048 h 508048"/>
              <a:gd name="connsiteX0" fmla="*/ 0 w 494457"/>
              <a:gd name="connsiteY0" fmla="*/ 508048 h 508048"/>
              <a:gd name="connsiteX1" fmla="*/ 1028 w 494457"/>
              <a:gd name="connsiteY1" fmla="*/ 17540 h 508048"/>
              <a:gd name="connsiteX2" fmla="*/ 494165 w 494457"/>
              <a:gd name="connsiteY2" fmla="*/ 21168 h 508048"/>
              <a:gd name="connsiteX3" fmla="*/ 490215 w 494457"/>
              <a:gd name="connsiteY3" fmla="*/ 503286 h 508048"/>
              <a:gd name="connsiteX4" fmla="*/ 0 w 494457"/>
              <a:gd name="connsiteY4" fmla="*/ 508048 h 508048"/>
              <a:gd name="connsiteX0" fmla="*/ 0 w 497362"/>
              <a:gd name="connsiteY0" fmla="*/ 508048 h 508048"/>
              <a:gd name="connsiteX1" fmla="*/ 1028 w 497362"/>
              <a:gd name="connsiteY1" fmla="*/ 17540 h 508048"/>
              <a:gd name="connsiteX2" fmla="*/ 494165 w 497362"/>
              <a:gd name="connsiteY2" fmla="*/ 21168 h 508048"/>
              <a:gd name="connsiteX3" fmla="*/ 497362 w 497362"/>
              <a:gd name="connsiteY3" fmla="*/ 503286 h 508048"/>
              <a:gd name="connsiteX4" fmla="*/ 0 w 497362"/>
              <a:gd name="connsiteY4" fmla="*/ 508048 h 508048"/>
              <a:gd name="connsiteX0" fmla="*/ 0 w 494980"/>
              <a:gd name="connsiteY0" fmla="*/ 508048 h 508048"/>
              <a:gd name="connsiteX1" fmla="*/ 1028 w 494980"/>
              <a:gd name="connsiteY1" fmla="*/ 17540 h 508048"/>
              <a:gd name="connsiteX2" fmla="*/ 494165 w 494980"/>
              <a:gd name="connsiteY2" fmla="*/ 21168 h 508048"/>
              <a:gd name="connsiteX3" fmla="*/ 494980 w 494980"/>
              <a:gd name="connsiteY3" fmla="*/ 503286 h 508048"/>
              <a:gd name="connsiteX4" fmla="*/ 0 w 494980"/>
              <a:gd name="connsiteY4" fmla="*/ 508048 h 508048"/>
              <a:gd name="connsiteX0" fmla="*/ 0 w 494567"/>
              <a:gd name="connsiteY0" fmla="*/ 508048 h 510430"/>
              <a:gd name="connsiteX1" fmla="*/ 1028 w 494567"/>
              <a:gd name="connsiteY1" fmla="*/ 17540 h 510430"/>
              <a:gd name="connsiteX2" fmla="*/ 494165 w 494567"/>
              <a:gd name="connsiteY2" fmla="*/ 21168 h 510430"/>
              <a:gd name="connsiteX3" fmla="*/ 492599 w 494567"/>
              <a:gd name="connsiteY3" fmla="*/ 510430 h 510430"/>
              <a:gd name="connsiteX4" fmla="*/ 0 w 494567"/>
              <a:gd name="connsiteY4" fmla="*/ 508048 h 510430"/>
              <a:gd name="connsiteX0" fmla="*/ 0 w 494395"/>
              <a:gd name="connsiteY0" fmla="*/ 508048 h 508048"/>
              <a:gd name="connsiteX1" fmla="*/ 1028 w 494395"/>
              <a:gd name="connsiteY1" fmla="*/ 17540 h 508048"/>
              <a:gd name="connsiteX2" fmla="*/ 494165 w 494395"/>
              <a:gd name="connsiteY2" fmla="*/ 21168 h 508048"/>
              <a:gd name="connsiteX3" fmla="*/ 487839 w 494395"/>
              <a:gd name="connsiteY3" fmla="*/ 503286 h 508048"/>
              <a:gd name="connsiteX4" fmla="*/ 0 w 494395"/>
              <a:gd name="connsiteY4" fmla="*/ 508048 h 508048"/>
              <a:gd name="connsiteX0" fmla="*/ 0 w 494986"/>
              <a:gd name="connsiteY0" fmla="*/ 508048 h 510430"/>
              <a:gd name="connsiteX1" fmla="*/ 1028 w 494986"/>
              <a:gd name="connsiteY1" fmla="*/ 17540 h 510430"/>
              <a:gd name="connsiteX2" fmla="*/ 494165 w 494986"/>
              <a:gd name="connsiteY2" fmla="*/ 21168 h 510430"/>
              <a:gd name="connsiteX3" fmla="*/ 494986 w 494986"/>
              <a:gd name="connsiteY3" fmla="*/ 510430 h 510430"/>
              <a:gd name="connsiteX4" fmla="*/ 0 w 494986"/>
              <a:gd name="connsiteY4" fmla="*/ 508048 h 510430"/>
              <a:gd name="connsiteX0" fmla="*/ 0 w 494986"/>
              <a:gd name="connsiteY0" fmla="*/ 510430 h 510430"/>
              <a:gd name="connsiteX1" fmla="*/ 1028 w 494986"/>
              <a:gd name="connsiteY1" fmla="*/ 17540 h 510430"/>
              <a:gd name="connsiteX2" fmla="*/ 494165 w 494986"/>
              <a:gd name="connsiteY2" fmla="*/ 21168 h 510430"/>
              <a:gd name="connsiteX3" fmla="*/ 494986 w 494986"/>
              <a:gd name="connsiteY3" fmla="*/ 510430 h 510430"/>
              <a:gd name="connsiteX4" fmla="*/ 0 w 494986"/>
              <a:gd name="connsiteY4" fmla="*/ 510430 h 510430"/>
              <a:gd name="connsiteX0" fmla="*/ 0 w 494986"/>
              <a:gd name="connsiteY0" fmla="*/ 492890 h 492890"/>
              <a:gd name="connsiteX1" fmla="*/ 1028 w 494986"/>
              <a:gd name="connsiteY1" fmla="*/ 0 h 492890"/>
              <a:gd name="connsiteX2" fmla="*/ 494165 w 494986"/>
              <a:gd name="connsiteY2" fmla="*/ 3628 h 492890"/>
              <a:gd name="connsiteX3" fmla="*/ 494986 w 494986"/>
              <a:gd name="connsiteY3" fmla="*/ 492890 h 492890"/>
              <a:gd name="connsiteX4" fmla="*/ 0 w 494986"/>
              <a:gd name="connsiteY4" fmla="*/ 492890 h 492890"/>
              <a:gd name="connsiteX0" fmla="*/ 0 w 494986"/>
              <a:gd name="connsiteY0" fmla="*/ 492890 h 492890"/>
              <a:gd name="connsiteX1" fmla="*/ 1028 w 494986"/>
              <a:gd name="connsiteY1" fmla="*/ 0 h 492890"/>
              <a:gd name="connsiteX2" fmla="*/ 494165 w 494986"/>
              <a:gd name="connsiteY2" fmla="*/ 3628 h 492890"/>
              <a:gd name="connsiteX3" fmla="*/ 494986 w 494986"/>
              <a:gd name="connsiteY3" fmla="*/ 492890 h 492890"/>
              <a:gd name="connsiteX4" fmla="*/ 0 w 494986"/>
              <a:gd name="connsiteY4" fmla="*/ 492890 h 492890"/>
              <a:gd name="connsiteX0" fmla="*/ 0 w 515236"/>
              <a:gd name="connsiteY0" fmla="*/ 1172681 h 1172681"/>
              <a:gd name="connsiteX1" fmla="*/ 1028 w 515236"/>
              <a:gd name="connsiteY1" fmla="*/ 679791 h 1172681"/>
              <a:gd name="connsiteX2" fmla="*/ 484637 w 515236"/>
              <a:gd name="connsiteY2" fmla="*/ 0 h 1172681"/>
              <a:gd name="connsiteX3" fmla="*/ 494165 w 515236"/>
              <a:gd name="connsiteY3" fmla="*/ 683419 h 1172681"/>
              <a:gd name="connsiteX4" fmla="*/ 494986 w 515236"/>
              <a:gd name="connsiteY4" fmla="*/ 1172681 h 1172681"/>
              <a:gd name="connsiteX5" fmla="*/ 0 w 515236"/>
              <a:gd name="connsiteY5" fmla="*/ 1172681 h 1172681"/>
              <a:gd name="connsiteX0" fmla="*/ 0 w 494986"/>
              <a:gd name="connsiteY0" fmla="*/ 1172681 h 1172681"/>
              <a:gd name="connsiteX1" fmla="*/ 1028 w 494986"/>
              <a:gd name="connsiteY1" fmla="*/ 679791 h 1172681"/>
              <a:gd name="connsiteX2" fmla="*/ 484637 w 494986"/>
              <a:gd name="connsiteY2" fmla="*/ 0 h 1172681"/>
              <a:gd name="connsiteX3" fmla="*/ 494165 w 494986"/>
              <a:gd name="connsiteY3" fmla="*/ 683419 h 1172681"/>
              <a:gd name="connsiteX4" fmla="*/ 494986 w 494986"/>
              <a:gd name="connsiteY4" fmla="*/ 1172681 h 1172681"/>
              <a:gd name="connsiteX5" fmla="*/ 0 w 494986"/>
              <a:gd name="connsiteY5" fmla="*/ 1172681 h 1172681"/>
              <a:gd name="connsiteX0" fmla="*/ 0 w 494986"/>
              <a:gd name="connsiteY0" fmla="*/ 1172681 h 1172681"/>
              <a:gd name="connsiteX1" fmla="*/ 1028 w 494986"/>
              <a:gd name="connsiteY1" fmla="*/ 679791 h 1172681"/>
              <a:gd name="connsiteX2" fmla="*/ 484637 w 494986"/>
              <a:gd name="connsiteY2" fmla="*/ 0 h 1172681"/>
              <a:gd name="connsiteX3" fmla="*/ 494165 w 494986"/>
              <a:gd name="connsiteY3" fmla="*/ 683419 h 1172681"/>
              <a:gd name="connsiteX4" fmla="*/ 494986 w 494986"/>
              <a:gd name="connsiteY4" fmla="*/ 1172681 h 1172681"/>
              <a:gd name="connsiteX5" fmla="*/ 0 w 494986"/>
              <a:gd name="connsiteY5" fmla="*/ 1172681 h 1172681"/>
              <a:gd name="connsiteX0" fmla="*/ 0 w 498285"/>
              <a:gd name="connsiteY0" fmla="*/ 1186969 h 1186969"/>
              <a:gd name="connsiteX1" fmla="*/ 1028 w 498285"/>
              <a:gd name="connsiteY1" fmla="*/ 694079 h 1186969"/>
              <a:gd name="connsiteX2" fmla="*/ 496546 w 498285"/>
              <a:gd name="connsiteY2" fmla="*/ 0 h 1186969"/>
              <a:gd name="connsiteX3" fmla="*/ 494165 w 498285"/>
              <a:gd name="connsiteY3" fmla="*/ 697707 h 1186969"/>
              <a:gd name="connsiteX4" fmla="*/ 494986 w 498285"/>
              <a:gd name="connsiteY4" fmla="*/ 1186969 h 1186969"/>
              <a:gd name="connsiteX5" fmla="*/ 0 w 498285"/>
              <a:gd name="connsiteY5" fmla="*/ 1186969 h 1186969"/>
              <a:gd name="connsiteX0" fmla="*/ 0 w 496228"/>
              <a:gd name="connsiteY0" fmla="*/ 1182208 h 1182208"/>
              <a:gd name="connsiteX1" fmla="*/ 1028 w 496228"/>
              <a:gd name="connsiteY1" fmla="*/ 689318 h 1182208"/>
              <a:gd name="connsiteX2" fmla="*/ 494165 w 496228"/>
              <a:gd name="connsiteY2" fmla="*/ 1 h 1182208"/>
              <a:gd name="connsiteX3" fmla="*/ 494165 w 496228"/>
              <a:gd name="connsiteY3" fmla="*/ 692946 h 1182208"/>
              <a:gd name="connsiteX4" fmla="*/ 494986 w 496228"/>
              <a:gd name="connsiteY4" fmla="*/ 1182208 h 1182208"/>
              <a:gd name="connsiteX5" fmla="*/ 0 w 496228"/>
              <a:gd name="connsiteY5" fmla="*/ 1182208 h 1182208"/>
              <a:gd name="connsiteX0" fmla="*/ 0 w 496228"/>
              <a:gd name="connsiteY0" fmla="*/ 1182207 h 1182207"/>
              <a:gd name="connsiteX1" fmla="*/ 1028 w 496228"/>
              <a:gd name="connsiteY1" fmla="*/ 689317 h 1182207"/>
              <a:gd name="connsiteX2" fmla="*/ 494165 w 496228"/>
              <a:gd name="connsiteY2" fmla="*/ 0 h 1182207"/>
              <a:gd name="connsiteX3" fmla="*/ 494165 w 496228"/>
              <a:gd name="connsiteY3" fmla="*/ 692945 h 1182207"/>
              <a:gd name="connsiteX4" fmla="*/ 494986 w 496228"/>
              <a:gd name="connsiteY4" fmla="*/ 1182207 h 1182207"/>
              <a:gd name="connsiteX5" fmla="*/ 0 w 496228"/>
              <a:gd name="connsiteY5" fmla="*/ 1182207 h 1182207"/>
              <a:gd name="connsiteX0" fmla="*/ 0 w 496228"/>
              <a:gd name="connsiteY0" fmla="*/ 1182207 h 1182207"/>
              <a:gd name="connsiteX1" fmla="*/ 1028 w 496228"/>
              <a:gd name="connsiteY1" fmla="*/ 689317 h 1182207"/>
              <a:gd name="connsiteX2" fmla="*/ 494165 w 496228"/>
              <a:gd name="connsiteY2" fmla="*/ 0 h 1182207"/>
              <a:gd name="connsiteX3" fmla="*/ 494165 w 496228"/>
              <a:gd name="connsiteY3" fmla="*/ 692945 h 1182207"/>
              <a:gd name="connsiteX4" fmla="*/ 494986 w 496228"/>
              <a:gd name="connsiteY4" fmla="*/ 1182207 h 1182207"/>
              <a:gd name="connsiteX5" fmla="*/ 0 w 496228"/>
              <a:gd name="connsiteY5" fmla="*/ 1182207 h 1182207"/>
              <a:gd name="connsiteX0" fmla="*/ 0 w 496228"/>
              <a:gd name="connsiteY0" fmla="*/ 1182207 h 1182207"/>
              <a:gd name="connsiteX1" fmla="*/ 1028 w 496228"/>
              <a:gd name="connsiteY1" fmla="*/ 689317 h 1182207"/>
              <a:gd name="connsiteX2" fmla="*/ 494165 w 496228"/>
              <a:gd name="connsiteY2" fmla="*/ 0 h 1182207"/>
              <a:gd name="connsiteX3" fmla="*/ 494165 w 496228"/>
              <a:gd name="connsiteY3" fmla="*/ 692945 h 1182207"/>
              <a:gd name="connsiteX4" fmla="*/ 494986 w 496228"/>
              <a:gd name="connsiteY4" fmla="*/ 1182207 h 1182207"/>
              <a:gd name="connsiteX5" fmla="*/ 0 w 496228"/>
              <a:gd name="connsiteY5" fmla="*/ 1182207 h 1182207"/>
              <a:gd name="connsiteX0" fmla="*/ 0 w 496228"/>
              <a:gd name="connsiteY0" fmla="*/ 1200127 h 1200127"/>
              <a:gd name="connsiteX1" fmla="*/ 5794 w 496228"/>
              <a:gd name="connsiteY1" fmla="*/ 21437 h 1200127"/>
              <a:gd name="connsiteX2" fmla="*/ 494165 w 496228"/>
              <a:gd name="connsiteY2" fmla="*/ 17920 h 1200127"/>
              <a:gd name="connsiteX3" fmla="*/ 494165 w 496228"/>
              <a:gd name="connsiteY3" fmla="*/ 710865 h 1200127"/>
              <a:gd name="connsiteX4" fmla="*/ 494986 w 496228"/>
              <a:gd name="connsiteY4" fmla="*/ 1200127 h 1200127"/>
              <a:gd name="connsiteX5" fmla="*/ 0 w 496228"/>
              <a:gd name="connsiteY5" fmla="*/ 1200127 h 1200127"/>
              <a:gd name="connsiteX0" fmla="*/ 0 w 496228"/>
              <a:gd name="connsiteY0" fmla="*/ 1182207 h 1182207"/>
              <a:gd name="connsiteX1" fmla="*/ 5794 w 496228"/>
              <a:gd name="connsiteY1" fmla="*/ 3517 h 1182207"/>
              <a:gd name="connsiteX2" fmla="*/ 494165 w 496228"/>
              <a:gd name="connsiteY2" fmla="*/ 0 h 1182207"/>
              <a:gd name="connsiteX3" fmla="*/ 494165 w 496228"/>
              <a:gd name="connsiteY3" fmla="*/ 692945 h 1182207"/>
              <a:gd name="connsiteX4" fmla="*/ 494986 w 496228"/>
              <a:gd name="connsiteY4" fmla="*/ 1182207 h 1182207"/>
              <a:gd name="connsiteX5" fmla="*/ 0 w 496228"/>
              <a:gd name="connsiteY5" fmla="*/ 1182207 h 1182207"/>
              <a:gd name="connsiteX0" fmla="*/ 0 w 496228"/>
              <a:gd name="connsiteY0" fmla="*/ 1182207 h 1182207"/>
              <a:gd name="connsiteX1" fmla="*/ 5794 w 496228"/>
              <a:gd name="connsiteY1" fmla="*/ 3517 h 1182207"/>
              <a:gd name="connsiteX2" fmla="*/ 494165 w 496228"/>
              <a:gd name="connsiteY2" fmla="*/ 0 h 1182207"/>
              <a:gd name="connsiteX3" fmla="*/ 494165 w 496228"/>
              <a:gd name="connsiteY3" fmla="*/ 692945 h 1182207"/>
              <a:gd name="connsiteX4" fmla="*/ 494986 w 496228"/>
              <a:gd name="connsiteY4" fmla="*/ 1182207 h 1182207"/>
              <a:gd name="connsiteX5" fmla="*/ 0 w 496228"/>
              <a:gd name="connsiteY5" fmla="*/ 1182207 h 1182207"/>
              <a:gd name="connsiteX0" fmla="*/ 0 w 496228"/>
              <a:gd name="connsiteY0" fmla="*/ 1188216 h 1188216"/>
              <a:gd name="connsiteX1" fmla="*/ 5797 w 496228"/>
              <a:gd name="connsiteY1" fmla="*/ 0 h 1188216"/>
              <a:gd name="connsiteX2" fmla="*/ 494165 w 496228"/>
              <a:gd name="connsiteY2" fmla="*/ 6009 h 1188216"/>
              <a:gd name="connsiteX3" fmla="*/ 494165 w 496228"/>
              <a:gd name="connsiteY3" fmla="*/ 698954 h 1188216"/>
              <a:gd name="connsiteX4" fmla="*/ 494986 w 496228"/>
              <a:gd name="connsiteY4" fmla="*/ 1188216 h 1188216"/>
              <a:gd name="connsiteX5" fmla="*/ 0 w 496228"/>
              <a:gd name="connsiteY5" fmla="*/ 1188216 h 1188216"/>
              <a:gd name="connsiteX0" fmla="*/ 0 w 496228"/>
              <a:gd name="connsiteY0" fmla="*/ 1182207 h 1182207"/>
              <a:gd name="connsiteX1" fmla="*/ 5797 w 496228"/>
              <a:gd name="connsiteY1" fmla="*/ 3516 h 1182207"/>
              <a:gd name="connsiteX2" fmla="*/ 494165 w 496228"/>
              <a:gd name="connsiteY2" fmla="*/ 0 h 1182207"/>
              <a:gd name="connsiteX3" fmla="*/ 494165 w 496228"/>
              <a:gd name="connsiteY3" fmla="*/ 692945 h 1182207"/>
              <a:gd name="connsiteX4" fmla="*/ 494986 w 496228"/>
              <a:gd name="connsiteY4" fmla="*/ 1182207 h 1182207"/>
              <a:gd name="connsiteX5" fmla="*/ 0 w 496228"/>
              <a:gd name="connsiteY5" fmla="*/ 1182207 h 1182207"/>
              <a:gd name="connsiteX0" fmla="*/ 0 w 496228"/>
              <a:gd name="connsiteY0" fmla="*/ 1185836 h 1185836"/>
              <a:gd name="connsiteX1" fmla="*/ 3419 w 496228"/>
              <a:gd name="connsiteY1" fmla="*/ 0 h 1185836"/>
              <a:gd name="connsiteX2" fmla="*/ 494165 w 496228"/>
              <a:gd name="connsiteY2" fmla="*/ 3629 h 1185836"/>
              <a:gd name="connsiteX3" fmla="*/ 494165 w 496228"/>
              <a:gd name="connsiteY3" fmla="*/ 696574 h 1185836"/>
              <a:gd name="connsiteX4" fmla="*/ 494986 w 496228"/>
              <a:gd name="connsiteY4" fmla="*/ 1185836 h 1185836"/>
              <a:gd name="connsiteX5" fmla="*/ 0 w 496228"/>
              <a:gd name="connsiteY5" fmla="*/ 1185836 h 1185836"/>
              <a:gd name="connsiteX0" fmla="*/ 0 w 496228"/>
              <a:gd name="connsiteY0" fmla="*/ 1185836 h 1185836"/>
              <a:gd name="connsiteX1" fmla="*/ 5800 w 496228"/>
              <a:gd name="connsiteY1" fmla="*/ 0 h 1185836"/>
              <a:gd name="connsiteX2" fmla="*/ 494165 w 496228"/>
              <a:gd name="connsiteY2" fmla="*/ 3629 h 1185836"/>
              <a:gd name="connsiteX3" fmla="*/ 494165 w 496228"/>
              <a:gd name="connsiteY3" fmla="*/ 696574 h 1185836"/>
              <a:gd name="connsiteX4" fmla="*/ 494986 w 496228"/>
              <a:gd name="connsiteY4" fmla="*/ 1185836 h 1185836"/>
              <a:gd name="connsiteX5" fmla="*/ 0 w 496228"/>
              <a:gd name="connsiteY5" fmla="*/ 1185836 h 1185836"/>
              <a:gd name="connsiteX0" fmla="*/ 0 w 496228"/>
              <a:gd name="connsiteY0" fmla="*/ 1182207 h 1182207"/>
              <a:gd name="connsiteX1" fmla="*/ 5800 w 496228"/>
              <a:gd name="connsiteY1" fmla="*/ 1134 h 1182207"/>
              <a:gd name="connsiteX2" fmla="*/ 494165 w 496228"/>
              <a:gd name="connsiteY2" fmla="*/ 0 h 1182207"/>
              <a:gd name="connsiteX3" fmla="*/ 494165 w 496228"/>
              <a:gd name="connsiteY3" fmla="*/ 692945 h 1182207"/>
              <a:gd name="connsiteX4" fmla="*/ 494986 w 496228"/>
              <a:gd name="connsiteY4" fmla="*/ 1182207 h 1182207"/>
              <a:gd name="connsiteX5" fmla="*/ 0 w 496228"/>
              <a:gd name="connsiteY5" fmla="*/ 1182207 h 1182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228" h="1182207">
                <a:moveTo>
                  <a:pt x="0" y="1182207"/>
                </a:moveTo>
                <a:cubicBezTo>
                  <a:pt x="343" y="1018704"/>
                  <a:pt x="5457" y="164637"/>
                  <a:pt x="5800" y="1134"/>
                </a:cubicBezTo>
                <a:cubicBezTo>
                  <a:pt x="92135" y="2934"/>
                  <a:pt x="314351" y="1775"/>
                  <a:pt x="494165" y="0"/>
                </a:cubicBezTo>
                <a:cubicBezTo>
                  <a:pt x="500157" y="141099"/>
                  <a:pt x="490856" y="594732"/>
                  <a:pt x="494165" y="692945"/>
                </a:cubicBezTo>
                <a:cubicBezTo>
                  <a:pt x="496023" y="853651"/>
                  <a:pt x="493128" y="1021501"/>
                  <a:pt x="494986" y="1182207"/>
                </a:cubicBezTo>
                <a:lnTo>
                  <a:pt x="0" y="1182207"/>
                </a:lnTo>
                <a:close/>
              </a:path>
            </a:pathLst>
          </a:custGeom>
          <a:pattFill prst="smConfetti">
            <a:fgClr>
              <a:schemeClr val="tx1"/>
            </a:fgClr>
            <a:bgClr>
              <a:schemeClr val="bg1"/>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5" name="Oval 304">
            <a:extLst>
              <a:ext uri="{FF2B5EF4-FFF2-40B4-BE49-F238E27FC236}">
                <a16:creationId xmlns:a16="http://schemas.microsoft.com/office/drawing/2014/main" id="{4A8BBCCD-B5BF-48DD-8126-A474AB04C35A}"/>
              </a:ext>
            </a:extLst>
          </p:cNvPr>
          <p:cNvSpPr>
            <a:spLocks noChangeAspect="1"/>
          </p:cNvSpPr>
          <p:nvPr/>
        </p:nvSpPr>
        <p:spPr>
          <a:xfrm>
            <a:off x="7289402" y="2722437"/>
            <a:ext cx="185214" cy="182880"/>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accent6"/>
                </a:solidFill>
              </a:rPr>
              <a:t>M</a:t>
            </a:r>
            <a:endParaRPr lang="en-US" sz="1200" dirty="0">
              <a:solidFill>
                <a:schemeClr val="accent6"/>
              </a:solidFill>
            </a:endParaRPr>
          </a:p>
        </p:txBody>
      </p:sp>
      <p:sp>
        <p:nvSpPr>
          <p:cNvPr id="155" name="Oval 154">
            <a:extLst>
              <a:ext uri="{FF2B5EF4-FFF2-40B4-BE49-F238E27FC236}">
                <a16:creationId xmlns:a16="http://schemas.microsoft.com/office/drawing/2014/main" id="{91E354EA-BEB1-4527-8D24-B5BEA9BC2590}"/>
              </a:ext>
            </a:extLst>
          </p:cNvPr>
          <p:cNvSpPr>
            <a:spLocks noChangeAspect="1"/>
          </p:cNvSpPr>
          <p:nvPr/>
        </p:nvSpPr>
        <p:spPr>
          <a:xfrm>
            <a:off x="7289563" y="2235057"/>
            <a:ext cx="185214" cy="182880"/>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accent6"/>
                </a:solidFill>
              </a:rPr>
              <a:t>2</a:t>
            </a:r>
            <a:endParaRPr lang="en-US" sz="1200" dirty="0">
              <a:solidFill>
                <a:schemeClr val="accent6"/>
              </a:solidFill>
            </a:endParaRPr>
          </a:p>
        </p:txBody>
      </p:sp>
      <p:sp>
        <p:nvSpPr>
          <p:cNvPr id="170" name="Oval 169">
            <a:extLst>
              <a:ext uri="{FF2B5EF4-FFF2-40B4-BE49-F238E27FC236}">
                <a16:creationId xmlns:a16="http://schemas.microsoft.com/office/drawing/2014/main" id="{E7F3F1E6-7842-4DBF-93BE-E2D74FE936CD}"/>
              </a:ext>
            </a:extLst>
          </p:cNvPr>
          <p:cNvSpPr>
            <a:spLocks noChangeAspect="1"/>
          </p:cNvSpPr>
          <p:nvPr/>
        </p:nvSpPr>
        <p:spPr>
          <a:xfrm>
            <a:off x="7778884" y="2715464"/>
            <a:ext cx="185214" cy="182880"/>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accent6"/>
                </a:solidFill>
              </a:rPr>
              <a:t>1</a:t>
            </a:r>
            <a:endParaRPr lang="en-US" sz="1200" dirty="0">
              <a:solidFill>
                <a:schemeClr val="accent6"/>
              </a:solidFill>
            </a:endParaRPr>
          </a:p>
        </p:txBody>
      </p:sp>
      <p:sp>
        <p:nvSpPr>
          <p:cNvPr id="280" name="Oval 279">
            <a:extLst>
              <a:ext uri="{FF2B5EF4-FFF2-40B4-BE49-F238E27FC236}">
                <a16:creationId xmlns:a16="http://schemas.microsoft.com/office/drawing/2014/main" id="{0BE3F2BB-7EDF-471A-B090-9DA4CA90A05A}"/>
              </a:ext>
            </a:extLst>
          </p:cNvPr>
          <p:cNvSpPr>
            <a:spLocks noChangeAspect="1"/>
          </p:cNvSpPr>
          <p:nvPr/>
        </p:nvSpPr>
        <p:spPr>
          <a:xfrm>
            <a:off x="8452794" y="2719430"/>
            <a:ext cx="185214" cy="182880"/>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accent6"/>
                </a:solidFill>
              </a:rPr>
              <a:t>&amp;</a:t>
            </a:r>
            <a:endParaRPr lang="en-US" sz="1200" dirty="0">
              <a:solidFill>
                <a:schemeClr val="accent6"/>
              </a:solidFill>
            </a:endParaRPr>
          </a:p>
        </p:txBody>
      </p:sp>
      <p:sp>
        <p:nvSpPr>
          <p:cNvPr id="281" name="Oval 280">
            <a:extLst>
              <a:ext uri="{FF2B5EF4-FFF2-40B4-BE49-F238E27FC236}">
                <a16:creationId xmlns:a16="http://schemas.microsoft.com/office/drawing/2014/main" id="{2798E7B2-0B8F-4C08-A5D5-31C803420173}"/>
              </a:ext>
            </a:extLst>
          </p:cNvPr>
          <p:cNvSpPr/>
          <p:nvPr/>
        </p:nvSpPr>
        <p:spPr>
          <a:xfrm>
            <a:off x="9543551" y="3789293"/>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a:t>
            </a:r>
            <a:endParaRPr lang="en-US" dirty="0">
              <a:solidFill>
                <a:schemeClr val="accent6"/>
              </a:solidFill>
            </a:endParaRPr>
          </a:p>
        </p:txBody>
      </p:sp>
      <p:cxnSp>
        <p:nvCxnSpPr>
          <p:cNvPr id="282" name="Straight Arrow Connector 281">
            <a:extLst>
              <a:ext uri="{FF2B5EF4-FFF2-40B4-BE49-F238E27FC236}">
                <a16:creationId xmlns:a16="http://schemas.microsoft.com/office/drawing/2014/main" id="{527CA088-3E1E-4898-9CD1-3A7541A33A9F}"/>
              </a:ext>
            </a:extLst>
          </p:cNvPr>
          <p:cNvCxnSpPr>
            <a:cxnSpLocks/>
          </p:cNvCxnSpPr>
          <p:nvPr/>
        </p:nvCxnSpPr>
        <p:spPr>
          <a:xfrm rot="10800000" flipV="1">
            <a:off x="8083224" y="2865673"/>
            <a:ext cx="2743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3" name="Straight Arrow Connector 282">
            <a:extLst>
              <a:ext uri="{FF2B5EF4-FFF2-40B4-BE49-F238E27FC236}">
                <a16:creationId xmlns:a16="http://schemas.microsoft.com/office/drawing/2014/main" id="{46396496-E06D-4318-BF93-B2DBD36671E0}"/>
              </a:ext>
            </a:extLst>
          </p:cNvPr>
          <p:cNvCxnSpPr>
            <a:cxnSpLocks/>
          </p:cNvCxnSpPr>
          <p:nvPr/>
        </p:nvCxnSpPr>
        <p:spPr>
          <a:xfrm rot="2520000" flipV="1">
            <a:off x="8537965" y="3613135"/>
            <a:ext cx="44746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4" name="Straight Arrow Connector 283">
            <a:extLst>
              <a:ext uri="{FF2B5EF4-FFF2-40B4-BE49-F238E27FC236}">
                <a16:creationId xmlns:a16="http://schemas.microsoft.com/office/drawing/2014/main" id="{18FC43D3-9F04-4355-A795-865C3C4D68D2}"/>
              </a:ext>
            </a:extLst>
          </p:cNvPr>
          <p:cNvCxnSpPr>
            <a:cxnSpLocks/>
          </p:cNvCxnSpPr>
          <p:nvPr/>
        </p:nvCxnSpPr>
        <p:spPr>
          <a:xfrm rot="13380000" flipV="1">
            <a:off x="8828674" y="3372285"/>
            <a:ext cx="44746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5" name="Straight Arrow Connector 284">
            <a:extLst>
              <a:ext uri="{FF2B5EF4-FFF2-40B4-BE49-F238E27FC236}">
                <a16:creationId xmlns:a16="http://schemas.microsoft.com/office/drawing/2014/main" id="{E596DEF5-8804-42F6-8440-2F48D3183EF0}"/>
              </a:ext>
            </a:extLst>
          </p:cNvPr>
          <p:cNvCxnSpPr>
            <a:cxnSpLocks/>
          </p:cNvCxnSpPr>
          <p:nvPr/>
        </p:nvCxnSpPr>
        <p:spPr>
          <a:xfrm rot="7140000" flipH="1">
            <a:off x="9408853" y="4129491"/>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6" name="Rectangle 285">
            <a:extLst>
              <a:ext uri="{FF2B5EF4-FFF2-40B4-BE49-F238E27FC236}">
                <a16:creationId xmlns:a16="http://schemas.microsoft.com/office/drawing/2014/main" id="{F0E9D716-E1F8-4DA3-B102-0128A6130A54}"/>
              </a:ext>
            </a:extLst>
          </p:cNvPr>
          <p:cNvSpPr/>
          <p:nvPr/>
        </p:nvSpPr>
        <p:spPr>
          <a:xfrm rot="2700000">
            <a:off x="8584199" y="589556"/>
            <a:ext cx="496933" cy="2229156"/>
          </a:xfrm>
          <a:custGeom>
            <a:avLst/>
            <a:gdLst>
              <a:gd name="connsiteX0" fmla="*/ 0 w 490198"/>
              <a:gd name="connsiteY0" fmla="*/ 0 h 1828412"/>
              <a:gd name="connsiteX1" fmla="*/ 490198 w 490198"/>
              <a:gd name="connsiteY1" fmla="*/ 0 h 1828412"/>
              <a:gd name="connsiteX2" fmla="*/ 490198 w 490198"/>
              <a:gd name="connsiteY2" fmla="*/ 1828412 h 1828412"/>
              <a:gd name="connsiteX3" fmla="*/ 0 w 490198"/>
              <a:gd name="connsiteY3" fmla="*/ 1828412 h 1828412"/>
              <a:gd name="connsiteX4" fmla="*/ 0 w 490198"/>
              <a:gd name="connsiteY4" fmla="*/ 0 h 1828412"/>
              <a:gd name="connsiteX0" fmla="*/ 0 w 491882"/>
              <a:gd name="connsiteY0" fmla="*/ 0 h 1828412"/>
              <a:gd name="connsiteX1" fmla="*/ 490198 w 491882"/>
              <a:gd name="connsiteY1" fmla="*/ 0 h 1828412"/>
              <a:gd name="connsiteX2" fmla="*/ 491882 w 491882"/>
              <a:gd name="connsiteY2" fmla="*/ 1348529 h 1828412"/>
              <a:gd name="connsiteX3" fmla="*/ 0 w 491882"/>
              <a:gd name="connsiteY3" fmla="*/ 1828412 h 1828412"/>
              <a:gd name="connsiteX4" fmla="*/ 0 w 491882"/>
              <a:gd name="connsiteY4" fmla="*/ 0 h 1828412"/>
              <a:gd name="connsiteX0" fmla="*/ 0 w 490359"/>
              <a:gd name="connsiteY0" fmla="*/ 0 h 1828412"/>
              <a:gd name="connsiteX1" fmla="*/ 490198 w 490359"/>
              <a:gd name="connsiteY1" fmla="*/ 0 h 1828412"/>
              <a:gd name="connsiteX2" fmla="*/ 490198 w 490359"/>
              <a:gd name="connsiteY2" fmla="*/ 1346845 h 1828412"/>
              <a:gd name="connsiteX3" fmla="*/ 0 w 490359"/>
              <a:gd name="connsiteY3" fmla="*/ 1828412 h 1828412"/>
              <a:gd name="connsiteX4" fmla="*/ 0 w 490359"/>
              <a:gd name="connsiteY4" fmla="*/ 0 h 1828412"/>
              <a:gd name="connsiteX0" fmla="*/ 0 w 490272"/>
              <a:gd name="connsiteY0" fmla="*/ 0 h 1828412"/>
              <a:gd name="connsiteX1" fmla="*/ 490198 w 490272"/>
              <a:gd name="connsiteY1" fmla="*/ 0 h 1828412"/>
              <a:gd name="connsiteX2" fmla="*/ 488514 w 490272"/>
              <a:gd name="connsiteY2" fmla="*/ 1335058 h 1828412"/>
              <a:gd name="connsiteX3" fmla="*/ 0 w 490272"/>
              <a:gd name="connsiteY3" fmla="*/ 1828412 h 1828412"/>
              <a:gd name="connsiteX4" fmla="*/ 0 w 490272"/>
              <a:gd name="connsiteY4" fmla="*/ 0 h 1828412"/>
              <a:gd name="connsiteX0" fmla="*/ 0 w 496933"/>
              <a:gd name="connsiteY0" fmla="*/ 0 h 1828412"/>
              <a:gd name="connsiteX1" fmla="*/ 490198 w 496933"/>
              <a:gd name="connsiteY1" fmla="*/ 0 h 1828412"/>
              <a:gd name="connsiteX2" fmla="*/ 496933 w 496933"/>
              <a:gd name="connsiteY2" fmla="*/ 1343477 h 1828412"/>
              <a:gd name="connsiteX3" fmla="*/ 0 w 496933"/>
              <a:gd name="connsiteY3" fmla="*/ 1828412 h 1828412"/>
              <a:gd name="connsiteX4" fmla="*/ 0 w 496933"/>
              <a:gd name="connsiteY4" fmla="*/ 0 h 1828412"/>
              <a:gd name="connsiteX0" fmla="*/ 3368 w 500301"/>
              <a:gd name="connsiteY0" fmla="*/ 0 h 1838514"/>
              <a:gd name="connsiteX1" fmla="*/ 493566 w 500301"/>
              <a:gd name="connsiteY1" fmla="*/ 0 h 1838514"/>
              <a:gd name="connsiteX2" fmla="*/ 500301 w 500301"/>
              <a:gd name="connsiteY2" fmla="*/ 1343477 h 1838514"/>
              <a:gd name="connsiteX3" fmla="*/ 0 w 500301"/>
              <a:gd name="connsiteY3" fmla="*/ 1838514 h 1838514"/>
              <a:gd name="connsiteX4" fmla="*/ 3368 w 500301"/>
              <a:gd name="connsiteY4" fmla="*/ 0 h 1838514"/>
              <a:gd name="connsiteX0" fmla="*/ 3368 w 496933"/>
              <a:gd name="connsiteY0" fmla="*/ 0 h 1838514"/>
              <a:gd name="connsiteX1" fmla="*/ 493566 w 496933"/>
              <a:gd name="connsiteY1" fmla="*/ 0 h 1838514"/>
              <a:gd name="connsiteX2" fmla="*/ 496933 w 496933"/>
              <a:gd name="connsiteY2" fmla="*/ 1340110 h 1838514"/>
              <a:gd name="connsiteX3" fmla="*/ 0 w 496933"/>
              <a:gd name="connsiteY3" fmla="*/ 1838514 h 1838514"/>
              <a:gd name="connsiteX4" fmla="*/ 3368 w 496933"/>
              <a:gd name="connsiteY4" fmla="*/ 0 h 1838514"/>
              <a:gd name="connsiteX0" fmla="*/ 324 w 497255"/>
              <a:gd name="connsiteY0" fmla="*/ 0 h 2239258"/>
              <a:gd name="connsiteX1" fmla="*/ 493888 w 497255"/>
              <a:gd name="connsiteY1" fmla="*/ 400744 h 2239258"/>
              <a:gd name="connsiteX2" fmla="*/ 497255 w 497255"/>
              <a:gd name="connsiteY2" fmla="*/ 1740854 h 2239258"/>
              <a:gd name="connsiteX3" fmla="*/ 322 w 497255"/>
              <a:gd name="connsiteY3" fmla="*/ 2239258 h 2239258"/>
              <a:gd name="connsiteX4" fmla="*/ 324 w 497255"/>
              <a:gd name="connsiteY4" fmla="*/ 0 h 2239258"/>
              <a:gd name="connsiteX0" fmla="*/ 324 w 497255"/>
              <a:gd name="connsiteY0" fmla="*/ 0 h 2239258"/>
              <a:gd name="connsiteX1" fmla="*/ 483786 w 497255"/>
              <a:gd name="connsiteY1" fmla="*/ 121233 h 2239258"/>
              <a:gd name="connsiteX2" fmla="*/ 497255 w 497255"/>
              <a:gd name="connsiteY2" fmla="*/ 1740854 h 2239258"/>
              <a:gd name="connsiteX3" fmla="*/ 322 w 497255"/>
              <a:gd name="connsiteY3" fmla="*/ 2239258 h 2239258"/>
              <a:gd name="connsiteX4" fmla="*/ 324 w 497255"/>
              <a:gd name="connsiteY4" fmla="*/ 0 h 2239258"/>
              <a:gd name="connsiteX0" fmla="*/ 3370 w 496933"/>
              <a:gd name="connsiteY0" fmla="*/ 0 h 2229156"/>
              <a:gd name="connsiteX1" fmla="*/ 483464 w 496933"/>
              <a:gd name="connsiteY1" fmla="*/ 111131 h 2229156"/>
              <a:gd name="connsiteX2" fmla="*/ 496933 w 496933"/>
              <a:gd name="connsiteY2" fmla="*/ 1730752 h 2229156"/>
              <a:gd name="connsiteX3" fmla="*/ 0 w 496933"/>
              <a:gd name="connsiteY3" fmla="*/ 2229156 h 2229156"/>
              <a:gd name="connsiteX4" fmla="*/ 3370 w 496933"/>
              <a:gd name="connsiteY4" fmla="*/ 0 h 2229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6933" h="2229156">
                <a:moveTo>
                  <a:pt x="3370" y="0"/>
                </a:moveTo>
                <a:lnTo>
                  <a:pt x="483464" y="111131"/>
                </a:lnTo>
                <a:cubicBezTo>
                  <a:pt x="484025" y="560641"/>
                  <a:pt x="496372" y="1281242"/>
                  <a:pt x="496933" y="1730752"/>
                </a:cubicBezTo>
                <a:lnTo>
                  <a:pt x="0" y="2229156"/>
                </a:lnTo>
                <a:cubicBezTo>
                  <a:pt x="1123" y="1616318"/>
                  <a:pt x="2247" y="612838"/>
                  <a:pt x="3370" y="0"/>
                </a:cubicBezTo>
                <a:close/>
              </a:path>
            </a:pathLst>
          </a:cu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38" name="Oval 237">
            <a:extLst>
              <a:ext uri="{FF2B5EF4-FFF2-40B4-BE49-F238E27FC236}">
                <a16:creationId xmlns:a16="http://schemas.microsoft.com/office/drawing/2014/main" id="{FC805790-9817-40EC-BAAC-8AB10E2A4699}"/>
              </a:ext>
            </a:extLst>
          </p:cNvPr>
          <p:cNvSpPr>
            <a:spLocks noChangeAspect="1"/>
          </p:cNvSpPr>
          <p:nvPr/>
        </p:nvSpPr>
        <p:spPr>
          <a:xfrm>
            <a:off x="7784912" y="2229066"/>
            <a:ext cx="185214" cy="182880"/>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accent6"/>
                </a:solidFill>
              </a:rPr>
              <a:t>9</a:t>
            </a:r>
            <a:endParaRPr lang="en-US" sz="1200" dirty="0">
              <a:solidFill>
                <a:schemeClr val="accent6"/>
              </a:solidFill>
            </a:endParaRPr>
          </a:p>
        </p:txBody>
      </p:sp>
      <p:sp>
        <p:nvSpPr>
          <p:cNvPr id="270" name="Oval 269">
            <a:extLst>
              <a:ext uri="{FF2B5EF4-FFF2-40B4-BE49-F238E27FC236}">
                <a16:creationId xmlns:a16="http://schemas.microsoft.com/office/drawing/2014/main" id="{DF51022E-1A35-4E40-BB4E-A5B5FF943D1B}"/>
              </a:ext>
            </a:extLst>
          </p:cNvPr>
          <p:cNvSpPr>
            <a:spLocks noChangeAspect="1"/>
          </p:cNvSpPr>
          <p:nvPr/>
        </p:nvSpPr>
        <p:spPr>
          <a:xfrm>
            <a:off x="8476635" y="2225723"/>
            <a:ext cx="185214" cy="182880"/>
          </a:xfrm>
          <a:prstGeom prst="ellipse">
            <a:avLst/>
          </a:prstGeom>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accent6"/>
                </a:solidFill>
              </a:rPr>
              <a:t>+</a:t>
            </a:r>
            <a:endParaRPr lang="en-US" sz="1200" dirty="0">
              <a:solidFill>
                <a:schemeClr val="accent6"/>
              </a:solidFill>
            </a:endParaRPr>
          </a:p>
        </p:txBody>
      </p:sp>
      <p:sp>
        <p:nvSpPr>
          <p:cNvPr id="311" name="Oval 310">
            <a:extLst>
              <a:ext uri="{FF2B5EF4-FFF2-40B4-BE49-F238E27FC236}">
                <a16:creationId xmlns:a16="http://schemas.microsoft.com/office/drawing/2014/main" id="{8E53C076-C635-4633-8B12-F48E65DBEDD5}"/>
              </a:ext>
            </a:extLst>
          </p:cNvPr>
          <p:cNvSpPr/>
          <p:nvPr/>
        </p:nvSpPr>
        <p:spPr>
          <a:xfrm>
            <a:off x="9534484" y="987184"/>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T</a:t>
            </a:r>
            <a:endParaRPr lang="en-US" dirty="0">
              <a:solidFill>
                <a:schemeClr val="accent6"/>
              </a:solidFill>
            </a:endParaRPr>
          </a:p>
        </p:txBody>
      </p:sp>
      <p:sp>
        <p:nvSpPr>
          <p:cNvPr id="287" name="Oval 286">
            <a:extLst>
              <a:ext uri="{FF2B5EF4-FFF2-40B4-BE49-F238E27FC236}">
                <a16:creationId xmlns:a16="http://schemas.microsoft.com/office/drawing/2014/main" id="{A9EE8529-FBDA-4BF3-87E6-B7D9DAAE8ACD}"/>
              </a:ext>
            </a:extLst>
          </p:cNvPr>
          <p:cNvSpPr/>
          <p:nvPr/>
        </p:nvSpPr>
        <p:spPr>
          <a:xfrm>
            <a:off x="9260889" y="571939"/>
            <a:ext cx="352122" cy="352122"/>
          </a:xfrm>
          <a:prstGeom prst="ellipse">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accent6"/>
                </a:solidFill>
              </a:rPr>
              <a:t>!</a:t>
            </a:r>
            <a:endParaRPr lang="en-US" dirty="0">
              <a:solidFill>
                <a:schemeClr val="accent6"/>
              </a:solidFill>
            </a:endParaRPr>
          </a:p>
        </p:txBody>
      </p:sp>
      <p:cxnSp>
        <p:nvCxnSpPr>
          <p:cNvPr id="288" name="Straight Arrow Connector 287">
            <a:extLst>
              <a:ext uri="{FF2B5EF4-FFF2-40B4-BE49-F238E27FC236}">
                <a16:creationId xmlns:a16="http://schemas.microsoft.com/office/drawing/2014/main" id="{1A7B22CB-1E0E-42DA-B2B7-9EFBD52579AC}"/>
              </a:ext>
            </a:extLst>
          </p:cNvPr>
          <p:cNvCxnSpPr>
            <a:cxnSpLocks/>
          </p:cNvCxnSpPr>
          <p:nvPr/>
        </p:nvCxnSpPr>
        <p:spPr>
          <a:xfrm rot="18780000" flipV="1">
            <a:off x="8746472" y="1811521"/>
            <a:ext cx="44746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2" name="Straight Arrow Connector 291">
            <a:extLst>
              <a:ext uri="{FF2B5EF4-FFF2-40B4-BE49-F238E27FC236}">
                <a16:creationId xmlns:a16="http://schemas.microsoft.com/office/drawing/2014/main" id="{A1537D9E-608B-4996-9008-9DFE126A8D49}"/>
              </a:ext>
            </a:extLst>
          </p:cNvPr>
          <p:cNvCxnSpPr>
            <a:cxnSpLocks/>
          </p:cNvCxnSpPr>
          <p:nvPr/>
        </p:nvCxnSpPr>
        <p:spPr>
          <a:xfrm rot="7980000" flipV="1">
            <a:off x="8832960" y="1912702"/>
            <a:ext cx="44746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2" name="Straight Arrow Connector 311">
            <a:extLst>
              <a:ext uri="{FF2B5EF4-FFF2-40B4-BE49-F238E27FC236}">
                <a16:creationId xmlns:a16="http://schemas.microsoft.com/office/drawing/2014/main" id="{5409803C-5746-4252-9A2D-F0FEE7028A9D}"/>
              </a:ext>
            </a:extLst>
          </p:cNvPr>
          <p:cNvCxnSpPr>
            <a:cxnSpLocks/>
          </p:cNvCxnSpPr>
          <p:nvPr/>
        </p:nvCxnSpPr>
        <p:spPr>
          <a:xfrm rot="18780000" flipV="1">
            <a:off x="8375404" y="1519686"/>
            <a:ext cx="44746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3" name="Straight Arrow Connector 312">
            <a:extLst>
              <a:ext uri="{FF2B5EF4-FFF2-40B4-BE49-F238E27FC236}">
                <a16:creationId xmlns:a16="http://schemas.microsoft.com/office/drawing/2014/main" id="{F38C80BA-D5E6-4FE7-8CC4-871A5EADEADF}"/>
              </a:ext>
            </a:extLst>
          </p:cNvPr>
          <p:cNvCxnSpPr>
            <a:cxnSpLocks/>
          </p:cNvCxnSpPr>
          <p:nvPr/>
        </p:nvCxnSpPr>
        <p:spPr>
          <a:xfrm rot="7980000" flipV="1">
            <a:off x="8449828" y="1610081"/>
            <a:ext cx="44746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4" name="Straight Arrow Connector 313">
            <a:extLst>
              <a:ext uri="{FF2B5EF4-FFF2-40B4-BE49-F238E27FC236}">
                <a16:creationId xmlns:a16="http://schemas.microsoft.com/office/drawing/2014/main" id="{76F307D4-6E3F-4D1E-83C3-E7EAA1E39367}"/>
              </a:ext>
            </a:extLst>
          </p:cNvPr>
          <p:cNvCxnSpPr>
            <a:cxnSpLocks/>
          </p:cNvCxnSpPr>
          <p:nvPr/>
        </p:nvCxnSpPr>
        <p:spPr>
          <a:xfrm flipV="1">
            <a:off x="8160605" y="2256067"/>
            <a:ext cx="2743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5" name="Straight Arrow Connector 314">
            <a:extLst>
              <a:ext uri="{FF2B5EF4-FFF2-40B4-BE49-F238E27FC236}">
                <a16:creationId xmlns:a16="http://schemas.microsoft.com/office/drawing/2014/main" id="{C212E873-7934-42EC-8F66-C9BB3A0311DD}"/>
              </a:ext>
            </a:extLst>
          </p:cNvPr>
          <p:cNvCxnSpPr>
            <a:cxnSpLocks/>
          </p:cNvCxnSpPr>
          <p:nvPr/>
        </p:nvCxnSpPr>
        <p:spPr>
          <a:xfrm rot="3360000" flipH="1">
            <a:off x="9381531" y="1012073"/>
            <a:ext cx="1754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15999307"/>
      </p:ext>
    </p:extLst>
  </p:cSld>
  <p:clrMapOvr>
    <a:masterClrMapping/>
  </p:clrMapOvr>
</p:sld>
</file>

<file path=ppt/theme/theme1.xml><?xml version="1.0" encoding="utf-8"?>
<a:theme xmlns:a="http://schemas.openxmlformats.org/drawingml/2006/main" name="Recon M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Recon M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59357</TotalTime>
  <Words>2929</Words>
  <Application>Microsoft Office PowerPoint</Application>
  <PresentationFormat>Custom</PresentationFormat>
  <Paragraphs>1068</Paragraphs>
  <Slides>27</Slides>
  <Notes>14</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27</vt:i4>
      </vt:variant>
    </vt:vector>
  </HeadingPairs>
  <TitlesOfParts>
    <vt:vector size="32" baseType="lpstr">
      <vt:lpstr>Arial</vt:lpstr>
      <vt:lpstr>Calibri</vt:lpstr>
      <vt:lpstr>Consolas</vt:lpstr>
      <vt:lpstr>Recon MS</vt:lpstr>
      <vt:lpstr>1_Recon MS</vt:lpstr>
      <vt:lpstr>Adaptive Interface Elements Generation – 2D Case</vt:lpstr>
      <vt:lpstr>Objective</vt:lpstr>
      <vt:lpstr>Approach</vt:lpstr>
      <vt:lpstr>Operators: Canonical</vt:lpstr>
      <vt:lpstr>Operators: Canonical</vt:lpstr>
      <vt:lpstr>Operators: Split Element</vt:lpstr>
      <vt:lpstr>Operators: Split Element</vt:lpstr>
      <vt:lpstr>Operators: Split Element</vt:lpstr>
      <vt:lpstr>Operators: Expand Collapsed Edge</vt:lpstr>
      <vt:lpstr>Operators: Expand Collapsed Edge</vt:lpstr>
      <vt:lpstr>Operators: Hole</vt:lpstr>
      <vt:lpstr>Operators: Hole</vt:lpstr>
      <vt:lpstr>Operators: Hole</vt:lpstr>
      <vt:lpstr>The problem is on the vertices</vt:lpstr>
      <vt:lpstr>Mesh Example</vt:lpstr>
      <vt:lpstr>Mesh Example – Edge 1</vt:lpstr>
      <vt:lpstr>Mesh Example – Edge 2</vt:lpstr>
      <vt:lpstr>Mesh Example – Edge 3</vt:lpstr>
      <vt:lpstr>Mesh Example – Edge 4</vt:lpstr>
      <vt:lpstr>Mesh Example – Edge 5</vt:lpstr>
      <vt:lpstr>Mesh Example – Edge 6</vt:lpstr>
      <vt:lpstr>Mesh Example – Edge 7</vt:lpstr>
      <vt:lpstr>Mesh Example – Edge 8</vt:lpstr>
      <vt:lpstr>Mesh Example – Edge 9</vt:lpstr>
      <vt:lpstr>Mesh Example – Edge 10</vt:lpstr>
      <vt:lpstr>Mesh Example – Edge 11</vt:lpstr>
      <vt:lpstr>Mesh Example – Edge 11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cmendes</dc:creator>
  <cp:lastModifiedBy>Jeferson Rômulo Pereira Coêlho</cp:lastModifiedBy>
  <cp:revision>875</cp:revision>
  <dcterms:created xsi:type="dcterms:W3CDTF">2016-09-15T20:18:01Z</dcterms:created>
  <dcterms:modified xsi:type="dcterms:W3CDTF">2026-02-27T16:56:59Z</dcterms:modified>
</cp:coreProperties>
</file>